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214748141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F5A837-E073-E157-DC4B-23BDBDD5C2AC}" v="56" dt="2026-01-13T00:57:57.3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9BF5A837-E073-E157-DC4B-23BDBDD5C2AC}"/>
    <pc:docChg chg="addSld delSld modSld">
      <pc:chgData name="Brendan Murphy" userId="S::bmurphy@affirma.com::e9f923b6-6d89-4d4e-a3b7-d9304b9d44ba" providerId="AD" clId="Web-{9BF5A837-E073-E157-DC4B-23BDBDD5C2AC}" dt="2026-01-13T00:57:57.349" v="46" actId="1076"/>
      <pc:docMkLst>
        <pc:docMk/>
      </pc:docMkLst>
      <pc:sldChg chg="del">
        <pc:chgData name="Brendan Murphy" userId="S::bmurphy@affirma.com::e9f923b6-6d89-4d4e-a3b7-d9304b9d44ba" providerId="AD" clId="Web-{9BF5A837-E073-E157-DC4B-23BDBDD5C2AC}" dt="2026-01-13T00:53:58.803" v="1"/>
        <pc:sldMkLst>
          <pc:docMk/>
          <pc:sldMk cId="109857222" sldId="256"/>
        </pc:sldMkLst>
      </pc:sldChg>
      <pc:sldChg chg="addSp delSp modSp add">
        <pc:chgData name="Brendan Murphy" userId="S::bmurphy@affirma.com::e9f923b6-6d89-4d4e-a3b7-d9304b9d44ba" providerId="AD" clId="Web-{9BF5A837-E073-E157-DC4B-23BDBDD5C2AC}" dt="2026-01-13T00:57:57.349" v="46" actId="1076"/>
        <pc:sldMkLst>
          <pc:docMk/>
          <pc:sldMk cId="315945619" sldId="2147481413"/>
        </pc:sldMkLst>
        <pc:spChg chg="mod">
          <ac:chgData name="Brendan Murphy" userId="S::bmurphy@affirma.com::e9f923b6-6d89-4d4e-a3b7-d9304b9d44ba" providerId="AD" clId="Web-{9BF5A837-E073-E157-DC4B-23BDBDD5C2AC}" dt="2026-01-13T00:55:16.396" v="34" actId="20577"/>
          <ac:spMkLst>
            <pc:docMk/>
            <pc:sldMk cId="315945619" sldId="2147481413"/>
            <ac:spMk id="4" creationId="{A792A8B3-8A0F-B696-CBF1-61CC5CB7C230}"/>
          </ac:spMkLst>
        </pc:spChg>
        <pc:spChg chg="mod">
          <ac:chgData name="Brendan Murphy" userId="S::bmurphy@affirma.com::e9f923b6-6d89-4d4e-a3b7-d9304b9d44ba" providerId="AD" clId="Web-{9BF5A837-E073-E157-DC4B-23BDBDD5C2AC}" dt="2026-01-13T00:54:55.099" v="17" actId="1076"/>
          <ac:spMkLst>
            <pc:docMk/>
            <pc:sldMk cId="315945619" sldId="2147481413"/>
            <ac:spMk id="7" creationId="{36E4325F-9F7D-469E-3D74-DF6EDF8164D9}"/>
          </ac:spMkLst>
        </pc:spChg>
        <pc:spChg chg="mod">
          <ac:chgData name="Brendan Murphy" userId="S::bmurphy@affirma.com::e9f923b6-6d89-4d4e-a3b7-d9304b9d44ba" providerId="AD" clId="Web-{9BF5A837-E073-E157-DC4B-23BDBDD5C2AC}" dt="2026-01-13T00:54:55.115" v="18" actId="1076"/>
          <ac:spMkLst>
            <pc:docMk/>
            <pc:sldMk cId="315945619" sldId="2147481413"/>
            <ac:spMk id="8" creationId="{32EED5B7-6D9D-6E92-A3DA-3967FEB9EA57}"/>
          </ac:spMkLst>
        </pc:spChg>
        <pc:spChg chg="mod">
          <ac:chgData name="Brendan Murphy" userId="S::bmurphy@affirma.com::e9f923b6-6d89-4d4e-a3b7-d9304b9d44ba" providerId="AD" clId="Web-{9BF5A837-E073-E157-DC4B-23BDBDD5C2AC}" dt="2026-01-13T00:54:34.443" v="8" actId="20577"/>
          <ac:spMkLst>
            <pc:docMk/>
            <pc:sldMk cId="315945619" sldId="2147481413"/>
            <ac:spMk id="9" creationId="{2634FB6D-BF0C-E4D0-1D96-9687198E2390}"/>
          </ac:spMkLst>
        </pc:spChg>
        <pc:spChg chg="mod">
          <ac:chgData name="Brendan Murphy" userId="S::bmurphy@affirma.com::e9f923b6-6d89-4d4e-a3b7-d9304b9d44ba" providerId="AD" clId="Web-{9BF5A837-E073-E157-DC4B-23BDBDD5C2AC}" dt="2026-01-13T00:54:55.131" v="19" actId="1076"/>
          <ac:spMkLst>
            <pc:docMk/>
            <pc:sldMk cId="315945619" sldId="2147481413"/>
            <ac:spMk id="11" creationId="{0AC384CF-9FCD-66AB-9ECD-7250F16D598D}"/>
          </ac:spMkLst>
        </pc:spChg>
        <pc:spChg chg="mod">
          <ac:chgData name="Brendan Murphy" userId="S::bmurphy@affirma.com::e9f923b6-6d89-4d4e-a3b7-d9304b9d44ba" providerId="AD" clId="Web-{9BF5A837-E073-E157-DC4B-23BDBDD5C2AC}" dt="2026-01-13T00:54:55.146" v="20" actId="1076"/>
          <ac:spMkLst>
            <pc:docMk/>
            <pc:sldMk cId="315945619" sldId="2147481413"/>
            <ac:spMk id="12" creationId="{E2C808DF-7823-8B1E-B8DC-3A82E62B227E}"/>
          </ac:spMkLst>
        </pc:spChg>
        <pc:picChg chg="add mod">
          <ac:chgData name="Brendan Murphy" userId="S::bmurphy@affirma.com::e9f923b6-6d89-4d4e-a3b7-d9304b9d44ba" providerId="AD" clId="Web-{9BF5A837-E073-E157-DC4B-23BDBDD5C2AC}" dt="2026-01-13T00:56:36.365" v="40" actId="14100"/>
          <ac:picMkLst>
            <pc:docMk/>
            <pc:sldMk cId="315945619" sldId="2147481413"/>
            <ac:picMk id="3" creationId="{96772EC0-8C90-6F6F-2496-0CC7E5946E50}"/>
          </ac:picMkLst>
        </pc:picChg>
        <pc:picChg chg="del">
          <ac:chgData name="Brendan Murphy" userId="S::bmurphy@affirma.com::e9f923b6-6d89-4d4e-a3b7-d9304b9d44ba" providerId="AD" clId="Web-{9BF5A837-E073-E157-DC4B-23BDBDD5C2AC}" dt="2026-01-13T00:55:17.552" v="35"/>
          <ac:picMkLst>
            <pc:docMk/>
            <pc:sldMk cId="315945619" sldId="2147481413"/>
            <ac:picMk id="5" creationId="{8394CA85-440E-EA80-BCF6-03914ED4480D}"/>
          </ac:picMkLst>
        </pc:picChg>
        <pc:picChg chg="add mod">
          <ac:chgData name="Brendan Murphy" userId="S::bmurphy@affirma.com::e9f923b6-6d89-4d4e-a3b7-d9304b9d44ba" providerId="AD" clId="Web-{9BF5A837-E073-E157-DC4B-23BDBDD5C2AC}" dt="2026-01-13T00:57:12.443" v="42" actId="1076"/>
          <ac:picMkLst>
            <pc:docMk/>
            <pc:sldMk cId="315945619" sldId="2147481413"/>
            <ac:picMk id="10" creationId="{1E9F44AF-0356-E94B-8798-941A74CF85D9}"/>
          </ac:picMkLst>
        </pc:picChg>
        <pc:picChg chg="add mod">
          <ac:chgData name="Brendan Murphy" userId="S::bmurphy@affirma.com::e9f923b6-6d89-4d4e-a3b7-d9304b9d44ba" providerId="AD" clId="Web-{9BF5A837-E073-E157-DC4B-23BDBDD5C2AC}" dt="2026-01-13T00:57:57.349" v="46" actId="1076"/>
          <ac:picMkLst>
            <pc:docMk/>
            <pc:sldMk cId="315945619" sldId="2147481413"/>
            <ac:picMk id="13" creationId="{764451F5-DD20-F430-A6AD-7EAE901F9BB5}"/>
          </ac:picMkLst>
        </pc:picChg>
        <pc:picChg chg="del">
          <ac:chgData name="Brendan Murphy" userId="S::bmurphy@affirma.com::e9f923b6-6d89-4d4e-a3b7-d9304b9d44ba" providerId="AD" clId="Web-{9BF5A837-E073-E157-DC4B-23BDBDD5C2AC}" dt="2026-01-13T00:55:18.302" v="36"/>
          <ac:picMkLst>
            <pc:docMk/>
            <pc:sldMk cId="315945619" sldId="2147481413"/>
            <ac:picMk id="1030" creationId="{76EB1BA0-4059-CC04-BC9B-DFE23D8AD7B0}"/>
          </ac:picMkLst>
        </pc:picChg>
      </pc:sldChg>
      <pc:sldMasterChg chg="addSldLayout">
        <pc:chgData name="Brendan Murphy" userId="S::bmurphy@affirma.com::e9f923b6-6d89-4d4e-a3b7-d9304b9d44ba" providerId="AD" clId="Web-{9BF5A837-E073-E157-DC4B-23BDBDD5C2AC}" dt="2026-01-13T00:53:47.178" v="0"/>
        <pc:sldMasterMkLst>
          <pc:docMk/>
          <pc:sldMasterMk cId="2460954070" sldId="2147483660"/>
        </pc:sldMasterMkLst>
        <pc:sldLayoutChg chg="add">
          <pc:chgData name="Brendan Murphy" userId="S::bmurphy@affirma.com::e9f923b6-6d89-4d4e-a3b7-d9304b9d44ba" providerId="AD" clId="Web-{9BF5A837-E073-E157-DC4B-23BDBDD5C2AC}" dt="2026-01-13T00:53:47.178" v="0"/>
          <pc:sldLayoutMkLst>
            <pc:docMk/>
            <pc:sldMasterMk cId="2460954070" sldId="2147483660"/>
            <pc:sldLayoutMk cId="1822720194" sldId="214748367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27201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0C4CA-986E-F708-F0B7-BFE72641E7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92A8B3-8A0F-B696-CBF1-61CC5CB7C230}"/>
              </a:ext>
            </a:extLst>
          </p:cNvPr>
          <p:cNvSpPr>
            <a:spLocks noGrp="1"/>
          </p:cNvSpPr>
          <p:nvPr>
            <p:ph type="ctrTitle"/>
          </p:nvPr>
        </p:nvSpPr>
        <p:spPr>
          <a:xfrm>
            <a:off x="634252" y="301170"/>
            <a:ext cx="11448890" cy="764390"/>
          </a:xfrm>
        </p:spPr>
        <p:txBody>
          <a:bodyPr>
            <a:noAutofit/>
          </a:bodyPr>
          <a:lstStyle/>
          <a:p>
            <a:pPr defTabSz="896533"/>
            <a:r>
              <a:rPr lang="en-US" dirty="0">
                <a:solidFill>
                  <a:srgbClr val="002060"/>
                </a:solidFill>
                <a:latin typeface="Poppins SemiBold"/>
                <a:cs typeface="Poppins SemiBold"/>
              </a:rPr>
              <a:t>USPSA Mobile App</a:t>
            </a:r>
            <a:endParaRPr lang="en-US" dirty="0"/>
          </a:p>
        </p:txBody>
      </p:sp>
      <p:sp>
        <p:nvSpPr>
          <p:cNvPr id="2" name="Rectangle 1">
            <a:extLst>
              <a:ext uri="{FF2B5EF4-FFF2-40B4-BE49-F238E27FC236}">
                <a16:creationId xmlns:a16="http://schemas.microsoft.com/office/drawing/2014/main" id="{EC4338DC-5477-95A1-98CC-67DE377006CB}"/>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7F62F516-C9ED-459C-CFC8-78D747033942}"/>
              </a:ext>
            </a:extLst>
          </p:cNvPr>
          <p:cNvSpPr txBox="1"/>
          <p:nvPr/>
        </p:nvSpPr>
        <p:spPr>
          <a:xfrm>
            <a:off x="169218" y="1221043"/>
            <a:ext cx="4972843"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Business Need </a:t>
            </a:r>
          </a:p>
        </p:txBody>
      </p:sp>
      <p:sp>
        <p:nvSpPr>
          <p:cNvPr id="7" name="TextBox 6">
            <a:extLst>
              <a:ext uri="{FF2B5EF4-FFF2-40B4-BE49-F238E27FC236}">
                <a16:creationId xmlns:a16="http://schemas.microsoft.com/office/drawing/2014/main" id="{36E4325F-9F7D-469E-3D74-DF6EDF8164D9}"/>
              </a:ext>
            </a:extLst>
          </p:cNvPr>
          <p:cNvSpPr txBox="1"/>
          <p:nvPr/>
        </p:nvSpPr>
        <p:spPr>
          <a:xfrm>
            <a:off x="182856" y="2588019"/>
            <a:ext cx="498548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What We Did </a:t>
            </a:r>
          </a:p>
        </p:txBody>
      </p:sp>
      <p:sp>
        <p:nvSpPr>
          <p:cNvPr id="8" name="TextBox 7">
            <a:extLst>
              <a:ext uri="{FF2B5EF4-FFF2-40B4-BE49-F238E27FC236}">
                <a16:creationId xmlns:a16="http://schemas.microsoft.com/office/drawing/2014/main" id="{32EED5B7-6D9D-6E92-A3DA-3967FEB9EA57}"/>
              </a:ext>
            </a:extLst>
          </p:cNvPr>
          <p:cNvSpPr txBox="1"/>
          <p:nvPr/>
        </p:nvSpPr>
        <p:spPr>
          <a:xfrm>
            <a:off x="182856" y="4688298"/>
            <a:ext cx="497284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Results</a:t>
            </a:r>
          </a:p>
        </p:txBody>
      </p:sp>
      <p:sp>
        <p:nvSpPr>
          <p:cNvPr id="9" name="TextBox 8">
            <a:extLst>
              <a:ext uri="{FF2B5EF4-FFF2-40B4-BE49-F238E27FC236}">
                <a16:creationId xmlns:a16="http://schemas.microsoft.com/office/drawing/2014/main" id="{2634FB6D-BF0C-E4D0-1D96-9687198E2390}"/>
              </a:ext>
            </a:extLst>
          </p:cNvPr>
          <p:cNvSpPr txBox="1"/>
          <p:nvPr/>
        </p:nvSpPr>
        <p:spPr>
          <a:xfrm>
            <a:off x="164812" y="1446641"/>
            <a:ext cx="7249926" cy="1169551"/>
          </a:xfrm>
          <a:prstGeom prst="rect">
            <a:avLst/>
          </a:prstGeom>
          <a:noFill/>
        </p:spPr>
        <p:txBody>
          <a:bodyPr wrap="square" lIns="91440" tIns="45720" rIns="91440" bIns="45720" anchor="t">
            <a:spAutoFit/>
          </a:bodyPr>
          <a:lstStyle/>
          <a:p>
            <a:pPr algn="just"/>
            <a:r>
              <a:rPr lang="en-US" sz="1400" dirty="0">
                <a:ea typeface="+mn-lt"/>
                <a:cs typeface="+mn-lt"/>
              </a:rPr>
              <a:t>USPSA needed a single mobile application that brought essential competitor tools into one easy to use experience. Members required mobile access to classifications, match results, club information, rules, and calculators to support participation on and off the range. The organization also needed a modern cross platform solution that could scale as new features were added.</a:t>
            </a:r>
            <a:endParaRPr lang="en-US" dirty="0"/>
          </a:p>
        </p:txBody>
      </p:sp>
      <p:sp>
        <p:nvSpPr>
          <p:cNvPr id="11" name="TextBox 10">
            <a:extLst>
              <a:ext uri="{FF2B5EF4-FFF2-40B4-BE49-F238E27FC236}">
                <a16:creationId xmlns:a16="http://schemas.microsoft.com/office/drawing/2014/main" id="{0AC384CF-9FCD-66AB-9ECD-7250F16D598D}"/>
              </a:ext>
            </a:extLst>
          </p:cNvPr>
          <p:cNvSpPr txBox="1"/>
          <p:nvPr/>
        </p:nvSpPr>
        <p:spPr>
          <a:xfrm>
            <a:off x="165808" y="2905181"/>
            <a:ext cx="7217625" cy="2031325"/>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sz="1400">
                <a:ea typeface="+mn-lt"/>
                <a:cs typeface="+mn-lt"/>
              </a:rPr>
              <a:t>Designed and developed a cross platform mobile app using React Native for iOS and Android</a:t>
            </a:r>
            <a:endParaRPr lang="en-US"/>
          </a:p>
          <a:p>
            <a:pPr marL="285750" indent="-285750">
              <a:buFont typeface="Arial" panose="020B0604020202020204" pitchFamily="34" charset="0"/>
              <a:buChar char="•"/>
            </a:pPr>
            <a:r>
              <a:rPr lang="en-US" sz="1400">
                <a:ea typeface="+mn-lt"/>
                <a:cs typeface="+mn-lt"/>
              </a:rPr>
              <a:t>Built core competitor features including classification lookup, match results, rules reference, club search, and calculators</a:t>
            </a:r>
            <a:endParaRPr lang="en-US"/>
          </a:p>
          <a:p>
            <a:pPr marL="285750" indent="-285750">
              <a:buFont typeface="Arial" panose="020B0604020202020204" pitchFamily="34" charset="0"/>
              <a:buChar char="•"/>
            </a:pPr>
            <a:r>
              <a:rPr lang="en-US" sz="1400">
                <a:ea typeface="+mn-lt"/>
                <a:cs typeface="+mn-lt"/>
              </a:rPr>
              <a:t>Integrated with official USPSA and Steel Challenge data sources for accurate, up to date information</a:t>
            </a:r>
            <a:endParaRPr lang="en-US"/>
          </a:p>
          <a:p>
            <a:pPr marL="285750" indent="-285750">
              <a:buFont typeface="Arial" panose="020B0604020202020204" pitchFamily="34" charset="0"/>
              <a:buChar char="•"/>
            </a:pPr>
            <a:r>
              <a:rPr lang="en-US" sz="1400">
                <a:ea typeface="+mn-lt"/>
                <a:cs typeface="+mn-lt"/>
              </a:rPr>
              <a:t>Implemented secure member authentication and personalized profiles</a:t>
            </a:r>
            <a:endParaRPr lang="en-US"/>
          </a:p>
          <a:p>
            <a:pPr marL="285750" indent="-285750">
              <a:buFont typeface="Arial" panose="020B0604020202020204" pitchFamily="34" charset="0"/>
              <a:buChar char="•"/>
            </a:pPr>
            <a:r>
              <a:rPr lang="en-US" sz="1400">
                <a:ea typeface="+mn-lt"/>
                <a:cs typeface="+mn-lt"/>
              </a:rPr>
              <a:t>Architected the app to support future feature expansion</a:t>
            </a:r>
            <a:endParaRPr lang="en-US"/>
          </a:p>
          <a:p>
            <a:pPr marL="285750" indent="-285750">
              <a:buFont typeface="Arial" panose="020B0604020202020204" pitchFamily="34" charset="0"/>
              <a:buChar char="•"/>
            </a:pPr>
            <a:endParaRPr lang="en-US" sz="1400" dirty="0"/>
          </a:p>
        </p:txBody>
      </p:sp>
      <p:sp>
        <p:nvSpPr>
          <p:cNvPr id="12" name="TextBox 11">
            <a:extLst>
              <a:ext uri="{FF2B5EF4-FFF2-40B4-BE49-F238E27FC236}">
                <a16:creationId xmlns:a16="http://schemas.microsoft.com/office/drawing/2014/main" id="{E2C808DF-7823-8B1E-B8DC-3A82E62B227E}"/>
              </a:ext>
            </a:extLst>
          </p:cNvPr>
          <p:cNvSpPr txBox="1"/>
          <p:nvPr/>
        </p:nvSpPr>
        <p:spPr>
          <a:xfrm>
            <a:off x="170215" y="5004372"/>
            <a:ext cx="7245257" cy="1384995"/>
          </a:xfrm>
          <a:prstGeom prst="rect">
            <a:avLst/>
          </a:prstGeom>
          <a:noFill/>
        </p:spPr>
        <p:txBody>
          <a:bodyPr wrap="square" lIns="91440" tIns="45720" rIns="91440" bIns="45720" anchor="t">
            <a:spAutoFit/>
          </a:bodyPr>
          <a:lstStyle/>
          <a:p>
            <a:pPr marL="116840" indent="-116840">
              <a:buFont typeface="Arial" panose="020B0604020202020204" pitchFamily="34" charset="0"/>
              <a:buChar char="•"/>
            </a:pPr>
            <a:r>
              <a:rPr lang="en-US" sz="1400">
                <a:solidFill>
                  <a:prstClr val="black"/>
                </a:solidFill>
                <a:ea typeface="+mn-lt"/>
                <a:cs typeface="+mn-lt"/>
              </a:rPr>
              <a:t>Delivered a high performing mobile app that consolidates USPSA tools into a single experience</a:t>
            </a:r>
            <a:endParaRPr lang="en-US">
              <a:solidFill>
                <a:prstClr val="black"/>
              </a:solidFill>
            </a:endParaRPr>
          </a:p>
          <a:p>
            <a:pPr marL="116840" indent="-116840">
              <a:buFont typeface="Arial" panose="020B0604020202020204" pitchFamily="34" charset="0"/>
              <a:buChar char="•"/>
            </a:pPr>
            <a:r>
              <a:rPr lang="en-US" sz="1400">
                <a:solidFill>
                  <a:prstClr val="black"/>
                </a:solidFill>
                <a:ea typeface="+mn-lt"/>
                <a:cs typeface="+mn-lt"/>
              </a:rPr>
              <a:t>Enabled fast, convenient access to key competitor information from any device</a:t>
            </a:r>
            <a:endParaRPr lang="en-US"/>
          </a:p>
          <a:p>
            <a:pPr marL="116840" indent="-116840">
              <a:buFont typeface="Arial" panose="020B0604020202020204" pitchFamily="34" charset="0"/>
              <a:buChar char="•"/>
            </a:pPr>
            <a:r>
              <a:rPr lang="en-US" sz="1400">
                <a:solidFill>
                  <a:prstClr val="black"/>
                </a:solidFill>
                <a:ea typeface="+mn-lt"/>
                <a:cs typeface="+mn-lt"/>
              </a:rPr>
              <a:t>Improved the overall member experience with a responsive, intuitive interface</a:t>
            </a:r>
            <a:endParaRPr lang="en-US"/>
          </a:p>
          <a:p>
            <a:pPr marL="116840" indent="-116840">
              <a:buFont typeface="Arial" panose="020B0604020202020204" pitchFamily="34" charset="0"/>
              <a:buChar char="•"/>
            </a:pPr>
            <a:r>
              <a:rPr lang="en-US" sz="1400">
                <a:solidFill>
                  <a:prstClr val="black"/>
                </a:solidFill>
                <a:ea typeface="+mn-lt"/>
                <a:cs typeface="+mn-lt"/>
              </a:rPr>
              <a:t>Provided a scalable foundation for continued digital growth</a:t>
            </a:r>
            <a:endParaRPr lang="en-US"/>
          </a:p>
          <a:p>
            <a:pPr marL="116840" indent="-116840">
              <a:buFont typeface="Arial" panose="020B0604020202020204" pitchFamily="34" charset="0"/>
              <a:buChar char="•"/>
            </a:pPr>
            <a:endParaRPr lang="en-US" sz="1400" dirty="0">
              <a:solidFill>
                <a:prstClr val="black"/>
              </a:solidFill>
            </a:endParaRPr>
          </a:p>
        </p:txBody>
      </p:sp>
      <p:pic>
        <p:nvPicPr>
          <p:cNvPr id="3" name="Picture 2" descr="A screen shot of a cell phone&#10;&#10;AI-generated content may be incorrect.">
            <a:extLst>
              <a:ext uri="{FF2B5EF4-FFF2-40B4-BE49-F238E27FC236}">
                <a16:creationId xmlns:a16="http://schemas.microsoft.com/office/drawing/2014/main" id="{96772EC0-8C90-6F6F-2496-0CC7E5946E50}"/>
              </a:ext>
            </a:extLst>
          </p:cNvPr>
          <p:cNvPicPr>
            <a:picLocks noChangeAspect="1"/>
          </p:cNvPicPr>
          <p:nvPr/>
        </p:nvPicPr>
        <p:blipFill>
          <a:blip r:embed="rId2"/>
          <a:stretch>
            <a:fillRect/>
          </a:stretch>
        </p:blipFill>
        <p:spPr>
          <a:xfrm>
            <a:off x="7659574" y="2959701"/>
            <a:ext cx="1935087" cy="3785935"/>
          </a:xfrm>
          <a:prstGeom prst="rect">
            <a:avLst/>
          </a:prstGeom>
        </p:spPr>
      </p:pic>
      <p:pic>
        <p:nvPicPr>
          <p:cNvPr id="10" name="Picture 9" descr="USPSA Logo">
            <a:extLst>
              <a:ext uri="{FF2B5EF4-FFF2-40B4-BE49-F238E27FC236}">
                <a16:creationId xmlns:a16="http://schemas.microsoft.com/office/drawing/2014/main" id="{1E9F44AF-0356-E94B-8798-941A74CF85D9}"/>
              </a:ext>
            </a:extLst>
          </p:cNvPr>
          <p:cNvPicPr>
            <a:picLocks noChangeAspect="1"/>
          </p:cNvPicPr>
          <p:nvPr/>
        </p:nvPicPr>
        <p:blipFill>
          <a:blip r:embed="rId3"/>
          <a:stretch>
            <a:fillRect/>
          </a:stretch>
        </p:blipFill>
        <p:spPr>
          <a:xfrm>
            <a:off x="8897353" y="509587"/>
            <a:ext cx="1905000" cy="1876425"/>
          </a:xfrm>
          <a:prstGeom prst="rect">
            <a:avLst/>
          </a:prstGeom>
        </p:spPr>
      </p:pic>
      <p:pic>
        <p:nvPicPr>
          <p:cNvPr id="13" name="Picture 12" descr="A cell phone with a screen showing rules&#10;&#10;AI-generated content may be incorrect.">
            <a:extLst>
              <a:ext uri="{FF2B5EF4-FFF2-40B4-BE49-F238E27FC236}">
                <a16:creationId xmlns:a16="http://schemas.microsoft.com/office/drawing/2014/main" id="{764451F5-DD20-F430-A6AD-7EAE901F9BB5}"/>
              </a:ext>
            </a:extLst>
          </p:cNvPr>
          <p:cNvPicPr>
            <a:picLocks noChangeAspect="1"/>
          </p:cNvPicPr>
          <p:nvPr/>
        </p:nvPicPr>
        <p:blipFill>
          <a:blip r:embed="rId4"/>
          <a:stretch>
            <a:fillRect/>
          </a:stretch>
        </p:blipFill>
        <p:spPr>
          <a:xfrm>
            <a:off x="9488905" y="2808371"/>
            <a:ext cx="2983830" cy="4000499"/>
          </a:xfrm>
          <a:prstGeom prst="rect">
            <a:avLst/>
          </a:prstGeom>
        </p:spPr>
      </p:pic>
    </p:spTree>
    <p:extLst>
      <p:ext uri="{BB962C8B-B14F-4D97-AF65-F5344CB8AC3E}">
        <p14:creationId xmlns:p14="http://schemas.microsoft.com/office/powerpoint/2010/main" val="3159456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ApprovedByClient xmlns="f0ee8362-fa7e-4bc9-ab88-7dcfb17cb19b">false</ApprovedByClient>
    <Notes0 xmlns="f0ee8362-fa7e-4bc9-ab88-7dcfb17cb19b" xsi:nil="true"/>
    <Named_x0020_Account xmlns="f0ee8362-fa7e-4bc9-ab88-7dcfb17cb19b" xsi:nil="true"/>
    <Industries xmlns="f0ee8362-fa7e-4bc9-ab88-7dcfb17cb19b">
      <Value>Entertainment</Value>
    </Industries>
    <PlatTech xmlns="f0ee8362-fa7e-4bc9-ab88-7dcfb17cb19b">
      <Value>React Native</Value>
    </PlatTech>
    <ProjectCompletionDate xmlns="f0ee8362-fa7e-4bc9-ab88-7dcfb17cb19b" xsi:nil="true"/>
    <BusinessUnit xmlns="f0ee8362-fa7e-4bc9-ab88-7dcfb17cb19b">
      <Value>Custom Development</Value>
    </BusinessUnit>
    <Solutions xmlns="f0ee8362-fa7e-4bc9-ab88-7dcfb17cb19b">
      <Value>Mobile Application</Value>
    </Solutions>
  </documentManagement>
</p:properti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69A623-5DE9-4053-923B-6D60480AA78F}">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26256DEC-59C8-4EF2-B13C-861AF8CA8ED0}">
  <ds:schemaRefs>
    <ds:schemaRef ds:uri="http://schemas.microsoft.com/office/2006/metadata/customXsn"/>
  </ds:schemaRefs>
</ds:datastoreItem>
</file>

<file path=customXml/itemProps3.xml><?xml version="1.0" encoding="utf-8"?>
<ds:datastoreItem xmlns:ds="http://schemas.openxmlformats.org/officeDocument/2006/customXml" ds:itemID="{115B87C5-D944-4B53-A205-0204654766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e8362-fa7e-4bc9-ab88-7dcfb17cb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A6A965E3-16D7-4D22-A0FC-533288F382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USPSA Mobile App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20</cp:revision>
  <dcterms:created xsi:type="dcterms:W3CDTF">2026-01-13T00:53:43Z</dcterms:created>
  <dcterms:modified xsi:type="dcterms:W3CDTF">2026-01-13T00:58:02Z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