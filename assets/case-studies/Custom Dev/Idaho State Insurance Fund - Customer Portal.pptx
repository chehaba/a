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07613824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4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9286-5434-4253-8CBC-E96CC08C93E9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33295-9F72-4A48-AFDD-E237D4CA2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227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722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E3F6CF-073A-4B4F-A2B7-08B9C7DBCB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1722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4252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7811AEA-2AE5-42BF-A8EF-FDD77DC70830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33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A37D553-568D-400E-8105-C6A0369E6C0E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73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6D09536-1AF1-4DD3-92FB-A7B35D9A0501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83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0573D4D-542D-4CD6-B996-638DF11F0895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7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7FD86C-955C-4982-BEFE-5762EA9C7CB8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31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A883DBFB-3FA5-4CBB-87A2-A0EE7286DB8A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72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0CA77D2-0134-4FD7-B61F-E27B264424AF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4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DB169E5-2763-4AE0-9E07-919F601C8582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560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183348B-E3CE-495D-9E6F-5BC8B9B91EB6}" type="datetime1">
              <a:rPr lang="en-US" smtClean="0"/>
              <a:t>3/22/2024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8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68597C1-BFD1-456F-A7DD-6D653FABA579}" type="datetime1">
              <a:rPr lang="en-US" smtClean="0"/>
              <a:t>3/22/2024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59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E12F85F-7CF0-4A30-919B-4BDE9F2A4E82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98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8BCC246-8B30-49B4-8E14-743B9E4BCA2B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99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D58CA81-525C-431F-B6D8-76CF7D43B1E8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389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323E50D-8D40-490B-95D6-4F270CC054D0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C42687E-5D48-4427-A1A4-E1DB902F671A}" type="datetime1">
              <a:rPr lang="en-US" smtClean="0"/>
              <a:t>3/22/2024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824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1AF6C09-4DCA-4DC4-A5FE-F84AE98380A7}" type="datetime1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6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72221B2-3AFA-4960-9DD6-6A9D9A6EDB99}" type="datetime1">
              <a:rPr lang="en-US" smtClean="0"/>
              <a:t>3/22/2024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67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F3C9BBB-41E8-42B2-8C21-C49692D1945F}" type="datetime1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59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1290162-C535-4307-80D4-03496EB6711A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7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1DD31B9-2631-4CC9-A76C-335AC7976A20}" type="datetime1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585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340056F-69E8-43D2-8850-3AE2DB19C458}" type="datetime1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34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0777366-3F31-4969-B82A-176E96A5EBDF}" type="datetime1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02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76389CA-A0A6-4936-AD8F-F74DDC7DA827}" type="datetime1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0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5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C5497B86-BE9F-4A6C-B3EC-9D1D50E4A245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997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6CBCE72-9F52-4131-A4F7-BFB4B5EFC44F}"/>
              </a:ext>
            </a:extLst>
          </p:cNvPr>
          <p:cNvSpPr/>
          <p:nvPr/>
        </p:nvSpPr>
        <p:spPr>
          <a:xfrm>
            <a:off x="381000" y="3511509"/>
            <a:ext cx="4707759" cy="3286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76845">
              <a:defRPr/>
            </a:pPr>
            <a:r>
              <a:rPr lang="en-US" sz="2333" b="1">
                <a:solidFill>
                  <a:srgbClr val="0096A9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What We Did</a:t>
            </a:r>
          </a:p>
          <a:p>
            <a:pPr defTabSz="976845">
              <a:defRPr/>
            </a:pPr>
            <a:r>
              <a:rPr lang="en-US" sz="1417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Affirma worked with the Idaho SIF team to redesign and migrate the portal to a new cloud technology framework, implementing a modernized approach to bill payments, policy management, and reporting.</a:t>
            </a:r>
          </a:p>
          <a:p>
            <a:pPr defTabSz="976845">
              <a:defRPr/>
            </a:pPr>
            <a:endParaRPr lang="en-US" sz="1417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976845">
              <a:defRPr/>
            </a:pPr>
            <a:r>
              <a:rPr lang="en-US" sz="1417">
                <a:solidFill>
                  <a:prstClr val="black"/>
                </a:solidFill>
                <a:latin typeface="Segoe UI"/>
                <a:cs typeface="Segoe UI"/>
              </a:rPr>
              <a:t>The platform was also integrated with a third-party tool, </a:t>
            </a:r>
            <a:r>
              <a:rPr lang="en-US" sz="1417" err="1">
                <a:solidFill>
                  <a:prstClr val="black"/>
                </a:solidFill>
                <a:latin typeface="Segoe UI"/>
                <a:cs typeface="Segoe UI"/>
              </a:rPr>
              <a:t>Zywave</a:t>
            </a:r>
            <a:r>
              <a:rPr lang="en-US" sz="1417">
                <a:solidFill>
                  <a:prstClr val="black"/>
                </a:solidFill>
                <a:latin typeface="Segoe UI"/>
                <a:cs typeface="Segoe UI"/>
              </a:rPr>
              <a:t>, to provide users access to safety training and other online resources.</a:t>
            </a:r>
            <a:endParaRPr lang="en-US" sz="1417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976845">
              <a:defRPr/>
            </a:pPr>
            <a:endParaRPr lang="en-US" sz="1417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976845">
              <a:defRPr/>
            </a:pPr>
            <a:r>
              <a:rPr lang="en-US" sz="1417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Users now have a much cleaner and more comprehensive user experience. Affirma continues to support Idaho SIF with ongoing enhancements and maintenance.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B704DB-A255-4B7C-B398-7A9965BD1DE1}"/>
              </a:ext>
            </a:extLst>
          </p:cNvPr>
          <p:cNvSpPr txBox="1"/>
          <p:nvPr/>
        </p:nvSpPr>
        <p:spPr>
          <a:xfrm>
            <a:off x="381000" y="1166409"/>
            <a:ext cx="5207001" cy="2413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6845">
              <a:defRPr/>
            </a:pPr>
            <a:r>
              <a:rPr lang="en-US" sz="2333" b="1">
                <a:solidFill>
                  <a:srgbClr val="0096A9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Business Need</a:t>
            </a:r>
            <a:endParaRPr lang="en-US" sz="2333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976845">
              <a:defRPr/>
            </a:pPr>
            <a:r>
              <a:rPr lang="en-US" sz="1417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Idaho State Insurance Fund is a workers’ compensation provider that was looking to modernize their customer portal with a unified login, personalized content, improved self-service capabilities, improved usability, and additional reporting tools.</a:t>
            </a:r>
          </a:p>
          <a:p>
            <a:pPr defTabSz="976845">
              <a:defRPr/>
            </a:pPr>
            <a:endParaRPr lang="en-US" sz="1417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976845">
              <a:defRPr/>
            </a:pPr>
            <a:r>
              <a:rPr lang="en-US" sz="1417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Their current systems were spread across multiple platforms creating inconsistencies in data, slow manual processes, and very little automation.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51FFD73-A787-4B84-B5FA-BB0A5C3C1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Idaho State Insurance Fund - Customer Portal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1FCD8143-D9F3-AC21-1251-2C37DDC1B1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68" b="18194"/>
          <a:stretch/>
        </p:blipFill>
        <p:spPr>
          <a:xfrm>
            <a:off x="9691969" y="1446685"/>
            <a:ext cx="1774243" cy="1033277"/>
          </a:xfrm>
          <a:prstGeom prst="rect">
            <a:avLst/>
          </a:prstGeom>
        </p:spPr>
      </p:pic>
      <p:pic>
        <p:nvPicPr>
          <p:cNvPr id="2" name="Picture 4" descr="Graphical user interface, application, website&#10;&#10;Description automatically generated">
            <a:extLst>
              <a:ext uri="{FF2B5EF4-FFF2-40B4-BE49-F238E27FC236}">
                <a16:creationId xmlns:a16="http://schemas.microsoft.com/office/drawing/2014/main" id="{E3AC77ED-0473-37D4-A461-D8E28B46AE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544"/>
          <a:stretch/>
        </p:blipFill>
        <p:spPr>
          <a:xfrm>
            <a:off x="5796477" y="2479962"/>
            <a:ext cx="5865628" cy="30753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452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Customer Relationship Management</Value>
    </BusinessUnit>
    <Solutions xmlns="f0ee8362-fa7e-4bc9-ab88-7dcfb17cb19b">
      <Value>Customer / Partner Portal</Value>
    </Solutions>
    <Industries xmlns="f0ee8362-fa7e-4bc9-ab88-7dcfb17cb19b">
      <Value>Financial Services</Value>
    </Industries>
    <Notes0 xmlns="f0ee8362-fa7e-4bc9-ab88-7dcfb17cb19b" xsi:nil="true"/>
    <Named_x0020_Account xmlns="f0ee8362-fa7e-4bc9-ab88-7dcfb17cb19b" xsi:nil="true"/>
    <PlatTech xmlns="f0ee8362-fa7e-4bc9-ab88-7dcfb17cb19b">
      <Value>Salesforce Experience Cloud</Value>
    </PlatTech>
    <ApprovedByClient xmlns="f0ee8362-fa7e-4bc9-ab88-7dcfb17cb19b">false</ApprovedByClient>
    <ProjectCompletionDate xmlns="f0ee8362-fa7e-4bc9-ab88-7dcfb17cb19b" xsi:nil="true"/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B9A46567-ECFE-4E44-9242-65B072CE4668}"/>
</file>

<file path=customXml/itemProps2.xml><?xml version="1.0" encoding="utf-8"?>
<ds:datastoreItem xmlns:ds="http://schemas.openxmlformats.org/officeDocument/2006/customXml" ds:itemID="{D4CA4D3D-C428-4835-8C2F-82FCCB126EF4}"/>
</file>

<file path=customXml/itemProps3.xml><?xml version="1.0" encoding="utf-8"?>
<ds:datastoreItem xmlns:ds="http://schemas.openxmlformats.org/officeDocument/2006/customXml" ds:itemID="{5B2F3934-0D5D-4792-884B-CD1B41CD724B}"/>
</file>

<file path=customXml/itemProps4.xml><?xml version="1.0" encoding="utf-8"?>
<ds:datastoreItem xmlns:ds="http://schemas.openxmlformats.org/officeDocument/2006/customXml" ds:itemID="{972E1C61-1060-42E3-87B1-AD02020341F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Light</vt:lpstr>
      <vt:lpstr>Segoe UI Semilight</vt:lpstr>
      <vt:lpstr>Custom Design</vt:lpstr>
      <vt:lpstr>Idaho State Insurance Fund - Customer Portal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Idaho State Insurance Fund - Customer Portal</dc:title>
  <dc:creator>Brendan Murphy</dc:creator>
  <cp:lastModifiedBy>Brendan Murphy</cp:lastModifiedBy>
  <cp:revision>1</cp:revision>
  <dcterms:created xsi:type="dcterms:W3CDTF">2024-03-22T17:35:31Z</dcterms:created>
  <dcterms:modified xsi:type="dcterms:W3CDTF">2024-03-22T17:35:53Z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