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7"/>
  </p:notesMasterIdLst>
  <p:sldIdLst>
    <p:sldId id="132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05AA43-56F5-844B-3A3D-440C77B9B672}" v="17" dt="2025-04-17T20:21:03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7805AA43-56F5-844B-3A3D-440C77B9B672}"/>
    <pc:docChg chg="modSld">
      <pc:chgData name="Brendan Murphy" userId="S::bmurphy@affirma.com::e9f923b6-6d89-4d4e-a3b7-d9304b9d44ba" providerId="AD" clId="Web-{7805AA43-56F5-844B-3A3D-440C77B9B672}" dt="2025-04-17T20:21:03.922" v="15" actId="20577"/>
      <pc:docMkLst>
        <pc:docMk/>
      </pc:docMkLst>
      <pc:sldChg chg="delSp modSp">
        <pc:chgData name="Brendan Murphy" userId="S::bmurphy@affirma.com::e9f923b6-6d89-4d4e-a3b7-d9304b9d44ba" providerId="AD" clId="Web-{7805AA43-56F5-844B-3A3D-440C77B9B672}" dt="2025-04-17T20:21:03.922" v="15" actId="20577"/>
        <pc:sldMkLst>
          <pc:docMk/>
          <pc:sldMk cId="886392646" sldId="1324"/>
        </pc:sldMkLst>
        <pc:spChg chg="mod">
          <ac:chgData name="Brendan Murphy" userId="S::bmurphy@affirma.com::e9f923b6-6d89-4d4e-a3b7-d9304b9d44ba" providerId="AD" clId="Web-{7805AA43-56F5-844B-3A3D-440C77B9B672}" dt="2025-04-17T20:21:03.922" v="15" actId="20577"/>
          <ac:spMkLst>
            <pc:docMk/>
            <pc:sldMk cId="886392646" sldId="1324"/>
            <ac:spMk id="2" creationId="{B0088F94-B25D-4165-A05B-C919FE124538}"/>
          </ac:spMkLst>
        </pc:spChg>
        <pc:picChg chg="del">
          <ac:chgData name="Brendan Murphy" userId="S::bmurphy@affirma.com::e9f923b6-6d89-4d4e-a3b7-d9304b9d44ba" providerId="AD" clId="Web-{7805AA43-56F5-844B-3A3D-440C77B9B672}" dt="2025-04-17T20:20:59.641" v="1"/>
          <ac:picMkLst>
            <pc:docMk/>
            <pc:sldMk cId="886392646" sldId="1324"/>
            <ac:picMk id="5" creationId="{0CF10B6E-B806-A1C7-21E6-6D87CD985B37}"/>
          </ac:picMkLst>
        </pc:picChg>
      </pc:sldChg>
    </pc:docChg>
  </pc:docChgLst>
  <pc:docChgLst>
    <pc:chgData name="Brendan Murphy" userId="S::bmurphy@affirma.com::e9f923b6-6d89-4d4e-a3b7-d9304b9d44ba" providerId="AD" clId="Web-{8A412F35-38AD-816A-56A7-05547DEDA675}"/>
    <pc:docChg chg="addSld delSld modSld">
      <pc:chgData name="Brendan Murphy" userId="S::bmurphy@affirma.com::e9f923b6-6d89-4d4e-a3b7-d9304b9d44ba" providerId="AD" clId="Web-{8A412F35-38AD-816A-56A7-05547DEDA675}" dt="2025-04-14T15:12:43.897" v="38" actId="14100"/>
      <pc:docMkLst>
        <pc:docMk/>
      </pc:docMkLst>
      <pc:sldChg chg="del">
        <pc:chgData name="Brendan Murphy" userId="S::bmurphy@affirma.com::e9f923b6-6d89-4d4e-a3b7-d9304b9d44ba" providerId="AD" clId="Web-{8A412F35-38AD-816A-56A7-05547DEDA675}" dt="2025-04-14T15:07:36.374" v="1"/>
        <pc:sldMkLst>
          <pc:docMk/>
          <pc:sldMk cId="109857222" sldId="256"/>
        </pc:sldMkLst>
      </pc:sldChg>
      <pc:sldChg chg="addSp delSp modSp add">
        <pc:chgData name="Brendan Murphy" userId="S::bmurphy@affirma.com::e9f923b6-6d89-4d4e-a3b7-d9304b9d44ba" providerId="AD" clId="Web-{8A412F35-38AD-816A-56A7-05547DEDA675}" dt="2025-04-14T15:12:43.897" v="38" actId="14100"/>
        <pc:sldMkLst>
          <pc:docMk/>
          <pc:sldMk cId="886392646" sldId="1324"/>
        </pc:sldMkLst>
        <pc:spChg chg="mod">
          <ac:chgData name="Brendan Murphy" userId="S::bmurphy@affirma.com::e9f923b6-6d89-4d4e-a3b7-d9304b9d44ba" providerId="AD" clId="Web-{8A412F35-38AD-816A-56A7-05547DEDA675}" dt="2025-04-14T15:12:15.021" v="31" actId="20577"/>
          <ac:spMkLst>
            <pc:docMk/>
            <pc:sldMk cId="886392646" sldId="1324"/>
            <ac:spMk id="2" creationId="{B0088F94-B25D-4165-A05B-C919FE124538}"/>
          </ac:spMkLst>
        </pc:spChg>
        <pc:spChg chg="mod">
          <ac:chgData name="Brendan Murphy" userId="S::bmurphy@affirma.com::e9f923b6-6d89-4d4e-a3b7-d9304b9d44ba" providerId="AD" clId="Web-{8A412F35-38AD-816A-56A7-05547DEDA675}" dt="2025-04-14T15:08:39.407" v="15" actId="20577"/>
          <ac:spMkLst>
            <pc:docMk/>
            <pc:sldMk cId="886392646" sldId="1324"/>
            <ac:spMk id="4" creationId="{A57792E2-B694-4B97-AABD-4E7DA2DAFA6F}"/>
          </ac:spMkLst>
        </pc:spChg>
        <pc:picChg chg="add del mod">
          <ac:chgData name="Brendan Murphy" userId="S::bmurphy@affirma.com::e9f923b6-6d89-4d4e-a3b7-d9304b9d44ba" providerId="AD" clId="Web-{8A412F35-38AD-816A-56A7-05547DEDA675}" dt="2025-04-14T15:12:38.740" v="35"/>
          <ac:picMkLst>
            <pc:docMk/>
            <pc:sldMk cId="886392646" sldId="1324"/>
            <ac:picMk id="6" creationId="{08C84B0D-0918-9934-4B91-CB95583EA3A7}"/>
          </ac:picMkLst>
        </pc:picChg>
        <pc:picChg chg="add mod">
          <ac:chgData name="Brendan Murphy" userId="S::bmurphy@affirma.com::e9f923b6-6d89-4d4e-a3b7-d9304b9d44ba" providerId="AD" clId="Web-{8A412F35-38AD-816A-56A7-05547DEDA675}" dt="2025-04-14T15:11:53.864" v="24" actId="1076"/>
          <ac:picMkLst>
            <pc:docMk/>
            <pc:sldMk cId="886392646" sldId="1324"/>
            <ac:picMk id="7" creationId="{75755825-9E5B-532F-7756-2FFCF3644455}"/>
          </ac:picMkLst>
        </pc:picChg>
        <pc:picChg chg="add mod">
          <ac:chgData name="Brendan Murphy" userId="S::bmurphy@affirma.com::e9f923b6-6d89-4d4e-a3b7-d9304b9d44ba" providerId="AD" clId="Web-{8A412F35-38AD-816A-56A7-05547DEDA675}" dt="2025-04-14T15:12:43.897" v="38" actId="14100"/>
          <ac:picMkLst>
            <pc:docMk/>
            <pc:sldMk cId="886392646" sldId="1324"/>
            <ac:picMk id="9" creationId="{728C8593-70D7-3A65-58E8-3A1D0A5E5BA5}"/>
          </ac:picMkLst>
        </pc:picChg>
        <pc:picChg chg="del">
          <ac:chgData name="Brendan Murphy" userId="S::bmurphy@affirma.com::e9f923b6-6d89-4d4e-a3b7-d9304b9d44ba" providerId="AD" clId="Web-{8A412F35-38AD-816A-56A7-05547DEDA675}" dt="2025-04-14T15:08:17.156" v="11"/>
          <ac:picMkLst>
            <pc:docMk/>
            <pc:sldMk cId="886392646" sldId="1324"/>
            <ac:picMk id="15" creationId="{CBC8D9BC-A17D-95A9-3506-CE805C148EF2}"/>
          </ac:picMkLst>
        </pc:picChg>
        <pc:picChg chg="del">
          <ac:chgData name="Brendan Murphy" userId="S::bmurphy@affirma.com::e9f923b6-6d89-4d4e-a3b7-d9304b9d44ba" providerId="AD" clId="Web-{8A412F35-38AD-816A-56A7-05547DEDA675}" dt="2025-04-14T15:08:39.985" v="16"/>
          <ac:picMkLst>
            <pc:docMk/>
            <pc:sldMk cId="886392646" sldId="1324"/>
            <ac:picMk id="17" creationId="{FF2F4556-D894-DAF9-96FA-9AD4C0B3AC49}"/>
          </ac:picMkLst>
        </pc:picChg>
        <pc:picChg chg="del">
          <ac:chgData name="Brendan Murphy" userId="S::bmurphy@affirma.com::e9f923b6-6d89-4d4e-a3b7-d9304b9d44ba" providerId="AD" clId="Web-{8A412F35-38AD-816A-56A7-05547DEDA675}" dt="2025-04-14T15:08:40.485" v="17"/>
          <ac:picMkLst>
            <pc:docMk/>
            <pc:sldMk cId="886392646" sldId="1324"/>
            <ac:picMk id="32" creationId="{2B35115B-B370-9D84-3682-55DC7B0195A1}"/>
          </ac:picMkLst>
        </pc:picChg>
        <pc:picChg chg="del">
          <ac:chgData name="Brendan Murphy" userId="S::bmurphy@affirma.com::e9f923b6-6d89-4d4e-a3b7-d9304b9d44ba" providerId="AD" clId="Web-{8A412F35-38AD-816A-56A7-05547DEDA675}" dt="2025-04-14T15:08:40.969" v="18"/>
          <ac:picMkLst>
            <pc:docMk/>
            <pc:sldMk cId="886392646" sldId="1324"/>
            <ac:picMk id="36" creationId="{DFD86531-516D-386F-A362-7E4BBE2B8191}"/>
          </ac:picMkLst>
        </pc:picChg>
      </pc:sldChg>
      <pc:sldMasterChg chg="addSldLayout">
        <pc:chgData name="Brendan Murphy" userId="S::bmurphy@affirma.com::e9f923b6-6d89-4d4e-a3b7-d9304b9d44ba" providerId="AD" clId="Web-{8A412F35-38AD-816A-56A7-05547DEDA675}" dt="2025-04-14T15:07:33.062" v="0"/>
        <pc:sldMasterMkLst>
          <pc:docMk/>
          <pc:sldMasterMk cId="2460954070" sldId="2147483660"/>
        </pc:sldMasterMkLst>
        <pc:sldLayoutChg chg="add">
          <pc:chgData name="Brendan Murphy" userId="S::bmurphy@affirma.com::e9f923b6-6d89-4d4e-a3b7-d9304b9d44ba" providerId="AD" clId="Web-{8A412F35-38AD-816A-56A7-05547DEDA675}" dt="2025-04-14T15:07:33.062" v="0"/>
          <pc:sldLayoutMkLst>
            <pc:docMk/>
            <pc:sldMasterMk cId="2460954070" sldId="2147483660"/>
            <pc:sldLayoutMk cId="3034398952" sldId="2147483672"/>
          </pc:sldLayoutMkLst>
        </pc:sldLayoutChg>
      </pc:sldMasterChg>
    </pc:docChg>
  </pc:docChgLst>
  <pc:docChgLst>
    <pc:chgData name="Prakash Venkatesan" userId="S::pvenkatesan@affirma.com::87a4b153-4f99-4457-92f4-83808c07e87a" providerId="AD" clId="Web-{6EE040FF-D962-7946-2298-6DA2B7FEC29C}"/>
    <pc:docChg chg="modSld">
      <pc:chgData name="Prakash Venkatesan" userId="S::pvenkatesan@affirma.com::87a4b153-4f99-4457-92f4-83808c07e87a" providerId="AD" clId="Web-{6EE040FF-D962-7946-2298-6DA2B7FEC29C}" dt="2025-04-14T15:49:58.475" v="330" actId="20577"/>
      <pc:docMkLst>
        <pc:docMk/>
      </pc:docMkLst>
      <pc:sldChg chg="addSp delSp modSp">
        <pc:chgData name="Prakash Venkatesan" userId="S::pvenkatesan@affirma.com::87a4b153-4f99-4457-92f4-83808c07e87a" providerId="AD" clId="Web-{6EE040FF-D962-7946-2298-6DA2B7FEC29C}" dt="2025-04-14T15:49:58.475" v="330" actId="20577"/>
        <pc:sldMkLst>
          <pc:docMk/>
          <pc:sldMk cId="886392646" sldId="1324"/>
        </pc:sldMkLst>
        <pc:spChg chg="mod">
          <ac:chgData name="Prakash Venkatesan" userId="S::pvenkatesan@affirma.com::87a4b153-4f99-4457-92f4-83808c07e87a" providerId="AD" clId="Web-{6EE040FF-D962-7946-2298-6DA2B7FEC29C}" dt="2025-04-14T15:30:09.994" v="5" actId="20577"/>
          <ac:spMkLst>
            <pc:docMk/>
            <pc:sldMk cId="886392646" sldId="1324"/>
            <ac:spMk id="2" creationId="{B0088F94-B25D-4165-A05B-C919FE124538}"/>
          </ac:spMkLst>
        </pc:spChg>
        <pc:spChg chg="mod">
          <ac:chgData name="Prakash Venkatesan" userId="S::pvenkatesan@affirma.com::87a4b153-4f99-4457-92f4-83808c07e87a" providerId="AD" clId="Web-{6EE040FF-D962-7946-2298-6DA2B7FEC29C}" dt="2025-04-14T15:49:58.475" v="330" actId="20577"/>
          <ac:spMkLst>
            <pc:docMk/>
            <pc:sldMk cId="886392646" sldId="1324"/>
            <ac:spMk id="4" creationId="{A57792E2-B694-4B97-AABD-4E7DA2DAFA6F}"/>
          </ac:spMkLst>
        </pc:spChg>
        <pc:picChg chg="add del mod">
          <ac:chgData name="Prakash Venkatesan" userId="S::pvenkatesan@affirma.com::87a4b153-4f99-4457-92f4-83808c07e87a" providerId="AD" clId="Web-{6EE040FF-D962-7946-2298-6DA2B7FEC29C}" dt="2025-04-14T15:33:22.418" v="9"/>
          <ac:picMkLst>
            <pc:docMk/>
            <pc:sldMk cId="886392646" sldId="1324"/>
            <ac:picMk id="5" creationId="{5C36846F-8E72-138B-81F8-A0F5D97311F7}"/>
          </ac:picMkLst>
        </pc:picChg>
        <pc:picChg chg="add del mod">
          <ac:chgData name="Prakash Venkatesan" userId="S::pvenkatesan@affirma.com::87a4b153-4f99-4457-92f4-83808c07e87a" providerId="AD" clId="Web-{6EE040FF-D962-7946-2298-6DA2B7FEC29C}" dt="2025-04-14T15:36:14.138" v="12"/>
          <ac:picMkLst>
            <pc:docMk/>
            <pc:sldMk cId="886392646" sldId="1324"/>
            <ac:picMk id="6" creationId="{AB37D7EB-78AD-ABC3-FAE1-49617B9E1BE6}"/>
          </ac:picMkLst>
        </pc:picChg>
        <pc:picChg chg="mod">
          <ac:chgData name="Prakash Venkatesan" userId="S::pvenkatesan@affirma.com::87a4b153-4f99-4457-92f4-83808c07e87a" providerId="AD" clId="Web-{6EE040FF-D962-7946-2298-6DA2B7FEC29C}" dt="2025-04-14T15:48:24.208" v="268" actId="1076"/>
          <ac:picMkLst>
            <pc:docMk/>
            <pc:sldMk cId="886392646" sldId="1324"/>
            <ac:picMk id="7" creationId="{75755825-9E5B-532F-7756-2FFCF3644455}"/>
          </ac:picMkLst>
        </pc:picChg>
        <pc:picChg chg="del">
          <ac:chgData name="Prakash Venkatesan" userId="S::pvenkatesan@affirma.com::87a4b153-4f99-4457-92f4-83808c07e87a" providerId="AD" clId="Web-{6EE040FF-D962-7946-2298-6DA2B7FEC29C}" dt="2025-04-14T15:30:36.604" v="6"/>
          <ac:picMkLst>
            <pc:docMk/>
            <pc:sldMk cId="886392646" sldId="1324"/>
            <ac:picMk id="9" creationId="{728C8593-70D7-3A65-58E8-3A1D0A5E5BA5}"/>
          </ac:picMkLst>
        </pc:picChg>
        <pc:picChg chg="add mod">
          <ac:chgData name="Prakash Venkatesan" userId="S::pvenkatesan@affirma.com::87a4b153-4f99-4457-92f4-83808c07e87a" providerId="AD" clId="Web-{6EE040FF-D962-7946-2298-6DA2B7FEC29C}" dt="2025-04-14T15:36:56.998" v="16"/>
          <ac:picMkLst>
            <pc:docMk/>
            <pc:sldMk cId="886392646" sldId="1324"/>
            <ac:picMk id="10" creationId="{646C5EA5-4E47-AE62-4B54-121FA3562874}"/>
          </ac:picMkLst>
        </pc:picChg>
        <pc:picChg chg="mod">
          <ac:chgData name="Prakash Venkatesan" userId="S::pvenkatesan@affirma.com::87a4b153-4f99-4457-92f4-83808c07e87a" providerId="AD" clId="Web-{6EE040FF-D962-7946-2298-6DA2B7FEC29C}" dt="2025-04-14T15:48:21.567" v="267" actId="1076"/>
          <ac:picMkLst>
            <pc:docMk/>
            <pc:sldMk cId="886392646" sldId="1324"/>
            <ac:picMk id="1026" creationId="{6F584C37-4E1A-86B6-5D35-2C1BACD6DE1B}"/>
          </ac:picMkLst>
        </pc:picChg>
      </pc:sldChg>
    </pc:docChg>
  </pc:docChgLst>
  <pc:docChgLst>
    <pc:chgData name="Brendan Murphy" userId="e9f923b6-6d89-4d4e-a3b7-d9304b9d44ba" providerId="ADAL" clId="{318DCDE6-AF0E-40B6-9F12-13C351AC6E6C}"/>
    <pc:docChg chg="custSel modSld">
      <pc:chgData name="Brendan Murphy" userId="e9f923b6-6d89-4d4e-a3b7-d9304b9d44ba" providerId="ADAL" clId="{318DCDE6-AF0E-40B6-9F12-13C351AC6E6C}" dt="2025-04-14T15:53:58.247" v="1065" actId="1076"/>
      <pc:docMkLst>
        <pc:docMk/>
      </pc:docMkLst>
      <pc:sldChg chg="addSp delSp modSp mod">
        <pc:chgData name="Brendan Murphy" userId="e9f923b6-6d89-4d4e-a3b7-d9304b9d44ba" providerId="ADAL" clId="{318DCDE6-AF0E-40B6-9F12-13C351AC6E6C}" dt="2025-04-14T15:53:58.247" v="1065" actId="1076"/>
        <pc:sldMkLst>
          <pc:docMk/>
          <pc:sldMk cId="886392646" sldId="1324"/>
        </pc:sldMkLst>
        <pc:spChg chg="mod">
          <ac:chgData name="Brendan Murphy" userId="e9f923b6-6d89-4d4e-a3b7-d9304b9d44ba" providerId="ADAL" clId="{318DCDE6-AF0E-40B6-9F12-13C351AC6E6C}" dt="2025-04-14T15:53:46.065" v="1062" actId="27636"/>
          <ac:spMkLst>
            <pc:docMk/>
            <pc:sldMk cId="886392646" sldId="1324"/>
            <ac:spMk id="2" creationId="{B0088F94-B25D-4165-A05B-C919FE124538}"/>
          </ac:spMkLst>
        </pc:spChg>
        <pc:spChg chg="mod">
          <ac:chgData name="Brendan Murphy" userId="e9f923b6-6d89-4d4e-a3b7-d9304b9d44ba" providerId="ADAL" clId="{318DCDE6-AF0E-40B6-9F12-13C351AC6E6C}" dt="2025-04-14T15:28:01.997" v="1042" actId="313"/>
          <ac:spMkLst>
            <pc:docMk/>
            <pc:sldMk cId="886392646" sldId="1324"/>
            <ac:spMk id="4" creationId="{A57792E2-B694-4B97-AABD-4E7DA2DAFA6F}"/>
          </ac:spMkLst>
        </pc:spChg>
        <pc:spChg chg="del">
          <ac:chgData name="Brendan Murphy" userId="e9f923b6-6d89-4d4e-a3b7-d9304b9d44ba" providerId="ADAL" clId="{318DCDE6-AF0E-40B6-9F12-13C351AC6E6C}" dt="2025-04-14T15:13:36.885" v="7" actId="478"/>
          <ac:spMkLst>
            <pc:docMk/>
            <pc:sldMk cId="886392646" sldId="1324"/>
            <ac:spMk id="5" creationId="{6900DB57-DD23-3E52-96AB-5F4DCE7D40D6}"/>
          </ac:spMkLst>
        </pc:spChg>
        <pc:spChg chg="mod">
          <ac:chgData name="Brendan Murphy" userId="e9f923b6-6d89-4d4e-a3b7-d9304b9d44ba" providerId="ADAL" clId="{318DCDE6-AF0E-40B6-9F12-13C351AC6E6C}" dt="2025-04-14T15:18:51.162" v="325" actId="33524"/>
          <ac:spMkLst>
            <pc:docMk/>
            <pc:sldMk cId="886392646" sldId="1324"/>
            <ac:spMk id="8" creationId="{FBE508DA-8460-4788-8000-47A2BE6DA870}"/>
          </ac:spMkLst>
        </pc:spChg>
        <pc:picChg chg="add mod">
          <ac:chgData name="Brendan Murphy" userId="e9f923b6-6d89-4d4e-a3b7-d9304b9d44ba" providerId="ADAL" clId="{318DCDE6-AF0E-40B6-9F12-13C351AC6E6C}" dt="2025-04-14T15:53:58.247" v="1065" actId="1076"/>
          <ac:picMkLst>
            <pc:docMk/>
            <pc:sldMk cId="886392646" sldId="1324"/>
            <ac:picMk id="5" creationId="{0CF10B6E-B806-A1C7-21E6-6D87CD985B37}"/>
          </ac:picMkLst>
        </pc:picChg>
        <pc:picChg chg="mod">
          <ac:chgData name="Brendan Murphy" userId="e9f923b6-6d89-4d4e-a3b7-d9304b9d44ba" providerId="ADAL" clId="{318DCDE6-AF0E-40B6-9F12-13C351AC6E6C}" dt="2025-04-14T15:13:33.258" v="6" actId="1076"/>
          <ac:picMkLst>
            <pc:docMk/>
            <pc:sldMk cId="886392646" sldId="1324"/>
            <ac:picMk id="7" creationId="{75755825-9E5B-532F-7756-2FFCF3644455}"/>
          </ac:picMkLst>
        </pc:picChg>
        <pc:picChg chg="mod">
          <ac:chgData name="Brendan Murphy" userId="e9f923b6-6d89-4d4e-a3b7-d9304b9d44ba" providerId="ADAL" clId="{318DCDE6-AF0E-40B6-9F12-13C351AC6E6C}" dt="2025-04-14T15:13:20.889" v="2" actId="14100"/>
          <ac:picMkLst>
            <pc:docMk/>
            <pc:sldMk cId="886392646" sldId="1324"/>
            <ac:picMk id="9" creationId="{728C8593-70D7-3A65-58E8-3A1D0A5E5BA5}"/>
          </ac:picMkLst>
        </pc:picChg>
        <pc:picChg chg="del">
          <ac:chgData name="Brendan Murphy" userId="e9f923b6-6d89-4d4e-a3b7-d9304b9d44ba" providerId="ADAL" clId="{318DCDE6-AF0E-40B6-9F12-13C351AC6E6C}" dt="2025-04-14T15:53:40.066" v="1043" actId="478"/>
          <ac:picMkLst>
            <pc:docMk/>
            <pc:sldMk cId="886392646" sldId="1324"/>
            <ac:picMk id="10" creationId="{646C5EA5-4E47-AE62-4B54-121FA3562874}"/>
          </ac:picMkLst>
        </pc:picChg>
        <pc:picChg chg="add mod">
          <ac:chgData name="Brendan Murphy" userId="e9f923b6-6d89-4d4e-a3b7-d9304b9d44ba" providerId="ADAL" clId="{318DCDE6-AF0E-40B6-9F12-13C351AC6E6C}" dt="2025-04-14T15:15:05.753" v="16" actId="1076"/>
          <ac:picMkLst>
            <pc:docMk/>
            <pc:sldMk cId="886392646" sldId="1324"/>
            <ac:picMk id="1026" creationId="{6F584C37-4E1A-86B6-5D35-2C1BACD6DE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FF27E-1437-4F75-83DA-2BE0BC21CE97}" type="datetimeFigureOut"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B2F78-32FD-45C5-8B35-E91418C7A0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8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0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9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Poppins"/>
                <a:cs typeface="Poppins"/>
              </a:rPr>
              <a:t>Optimax – Quote to Order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508DA-8460-4788-8000-47A2BE6DA870}"/>
              </a:ext>
            </a:extLst>
          </p:cNvPr>
          <p:cNvSpPr/>
          <p:nvPr/>
        </p:nvSpPr>
        <p:spPr>
          <a:xfrm>
            <a:off x="603283" y="1428869"/>
            <a:ext cx="6557194" cy="1358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b="1" dirty="0">
                <a:solidFill>
                  <a:srgbClr val="008AD9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Business Need</a:t>
            </a:r>
            <a:endParaRPr lang="en-US" sz="1600" dirty="0">
              <a:solidFill>
                <a:srgbClr val="008A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Optimax, a world-class manufacturer of precision optics, need assistance finding a software solution for their sales, quoting, and order process. Affirma worked with Optimax to evaluate if existing SaaS products could meet their needs or if a custom-built solution was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792E2-B694-4B97-AABD-4E7DA2DAFA6F}"/>
              </a:ext>
            </a:extLst>
          </p:cNvPr>
          <p:cNvSpPr/>
          <p:nvPr/>
        </p:nvSpPr>
        <p:spPr>
          <a:xfrm>
            <a:off x="602404" y="2846389"/>
            <a:ext cx="6557193" cy="352660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n-US" sz="2400" b="1" dirty="0">
                <a:solidFill>
                  <a:srgbClr val="008AD9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Outcomes</a:t>
            </a:r>
            <a:endParaRPr lang="en-US" sz="1600" dirty="0">
              <a:solidFill>
                <a:srgbClr val="008A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Determined that custom-built software solution was best to meet requirements</a:t>
            </a: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Proposal Tracking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Track requests for quotes and any relevant information for turning into a quote and order.</a:t>
            </a: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/>
                <a:cs typeface="Poppins"/>
              </a:rPr>
              <a:t>ERP Integration</a:t>
            </a:r>
            <a:r>
              <a:rPr lang="en-US" sz="1200" dirty="0">
                <a:solidFill>
                  <a:prstClr val="black"/>
                </a:solidFill>
                <a:latin typeface="Poppins"/>
                <a:cs typeface="Poppins"/>
              </a:rPr>
              <a:t> – Synchronization with existing EPICOR ERP for Customers, Contacts &amp; Parts.</a:t>
            </a: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/>
                <a:cs typeface="Poppins"/>
              </a:rPr>
              <a:t>Multi-team quote </a:t>
            </a:r>
            <a:r>
              <a:rPr lang="en-US" sz="1200" dirty="0">
                <a:solidFill>
                  <a:prstClr val="black"/>
                </a:solidFill>
                <a:latin typeface="Poppins"/>
                <a:cs typeface="Poppins"/>
              </a:rPr>
              <a:t>– Invite different departments to individual quotes for incorporating pricing with ability to upload optic diagrams and inter-team  communications</a:t>
            </a: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/>
                <a:cs typeface="Poppins"/>
              </a:rPr>
              <a:t>Orders </a:t>
            </a:r>
            <a:r>
              <a:rPr lang="en-US" sz="1200" dirty="0">
                <a:solidFill>
                  <a:prstClr val="black"/>
                </a:solidFill>
                <a:latin typeface="Poppins"/>
                <a:cs typeface="Poppins"/>
              </a:rPr>
              <a:t>– Upon winning contract, convert RFQs into Sales Order in EPICOR</a:t>
            </a: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/>
                <a:cs typeface="Poppins"/>
              </a:rPr>
              <a:t>Sales Pipeline</a:t>
            </a:r>
            <a:r>
              <a:rPr lang="en-US" sz="1200" dirty="0">
                <a:solidFill>
                  <a:prstClr val="black"/>
                </a:solidFill>
                <a:latin typeface="Poppins"/>
                <a:cs typeface="Poppins"/>
              </a:rPr>
              <a:t>- Reporting for sales performance based on historical RFQs &amp; Sales Orders.</a:t>
            </a: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  <a:latin typeface="Poppins"/>
                <a:cs typeface="Poppins"/>
              </a:rPr>
              <a:t>HubSpot Integration – </a:t>
            </a:r>
            <a:r>
              <a:rPr lang="en-US" sz="1200" dirty="0">
                <a:solidFill>
                  <a:prstClr val="black"/>
                </a:solidFill>
                <a:latin typeface="Poppins"/>
                <a:cs typeface="Poppins"/>
              </a:rPr>
              <a:t>Push RFQs and SO details into HubSpot for larger sales team reporting</a:t>
            </a:r>
          </a:p>
          <a:p>
            <a:pPr>
              <a:spcAft>
                <a:spcPts val="500"/>
              </a:spcAft>
            </a:pPr>
            <a:endParaRPr lang="en-US" sz="14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DC344-9777-EC7F-0B7B-D1E6E5AD5045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755825-9E5B-532F-7756-2FFCF3644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696" y="3805276"/>
            <a:ext cx="4544786" cy="250507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F584C37-4E1A-86B6-5D35-2C1BACD6D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696" y="1290434"/>
            <a:ext cx="4544801" cy="237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39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Manufacturing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3789F5-7EB3-4DD7-92DE-421542FC24B1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43A7E925-D1EE-47B1-B7D0-ECCC3FBCE0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685730-1963-4ACB-803A-2E558A2023EE}">
  <ds:schemaRefs>
    <ds:schemaRef ds:uri="http://purl.org/dc/elements/1.1/"/>
    <ds:schemaRef ds:uri="f0ee8362-fa7e-4bc9-ab88-7dcfb17cb19b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DDE9C525-ED48-4BCB-A55A-7FD2C10DA64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160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Optimax – Quote to Order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Brendan Murphy</cp:lastModifiedBy>
  <cp:revision>20</cp:revision>
  <dcterms:created xsi:type="dcterms:W3CDTF">2025-04-14T15:06:45Z</dcterms:created>
  <dcterms:modified xsi:type="dcterms:W3CDTF">2025-04-17T20:21:07Z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