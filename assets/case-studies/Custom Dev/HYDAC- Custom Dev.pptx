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7CF951-C39C-2B07-21D0-B737D2BF75F4}" v="7" dt="2024-06-03T16:03:29.24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81" d="100"/>
          <a:sy n="81" d="100"/>
        </p:scale>
        <p:origin x="725" y="4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BC7CF951-C39C-2B07-21D0-B737D2BF75F4}"/>
    <pc:docChg chg="modSld">
      <pc:chgData name="Brendan Murphy" userId="S::bmurphy@affirma.com::e9f923b6-6d89-4d4e-a3b7-d9304b9d44ba" providerId="AD" clId="Web-{BC7CF951-C39C-2B07-21D0-B737D2BF75F4}" dt="2024-06-03T16:03:29.241" v="4" actId="1076"/>
      <pc:docMkLst>
        <pc:docMk/>
      </pc:docMkLst>
      <pc:sldChg chg="modSp">
        <pc:chgData name="Brendan Murphy" userId="S::bmurphy@affirma.com::e9f923b6-6d89-4d4e-a3b7-d9304b9d44ba" providerId="AD" clId="Web-{BC7CF951-C39C-2B07-21D0-B737D2BF75F4}" dt="2024-06-03T16:03:29.241" v="4" actId="1076"/>
        <pc:sldMkLst>
          <pc:docMk/>
          <pc:sldMk cId="2582825011" sldId="300"/>
        </pc:sldMkLst>
        <pc:spChg chg="mod">
          <ac:chgData name="Brendan Murphy" userId="S::bmurphy@affirma.com::e9f923b6-6d89-4d4e-a3b7-d9304b9d44ba" providerId="AD" clId="Web-{BC7CF951-C39C-2B07-21D0-B737D2BF75F4}" dt="2024-06-03T16:03:06.271" v="3" actId="20577"/>
          <ac:spMkLst>
            <pc:docMk/>
            <pc:sldMk cId="2582825011" sldId="300"/>
            <ac:spMk id="31" creationId="{EC9A7433-5BCD-4EA6-924A-53FDBF0CAAA6}"/>
          </ac:spMkLst>
        </pc:spChg>
        <pc:spChg chg="mod">
          <ac:chgData name="Brendan Murphy" userId="S::bmurphy@affirma.com::e9f923b6-6d89-4d4e-a3b7-d9304b9d44ba" providerId="AD" clId="Web-{BC7CF951-C39C-2B07-21D0-B737D2BF75F4}" dt="2024-06-03T16:03:29.241" v="4" actId="1076"/>
          <ac:spMkLst>
            <pc:docMk/>
            <pc:sldMk cId="2582825011" sldId="300"/>
            <ac:spMk id="34" creationId="{EC17F625-2EC2-4F28-895B-03B104D7945A}"/>
          </ac:spMkLst>
        </pc:spChg>
      </pc:sldChg>
    </pc:docChg>
  </pc:docChgLst>
  <pc:docChgLst>
    <pc:chgData name="Makenna Bayne" userId="055c181c-db5d-4b89-8e57-c356ce391e0a" providerId="ADAL" clId="{B70C2411-A8ED-4845-95A7-826840935143}"/>
    <pc:docChg chg="custSel modSld">
      <pc:chgData name="Makenna Bayne" userId="055c181c-db5d-4b89-8e57-c356ce391e0a" providerId="ADAL" clId="{B70C2411-A8ED-4845-95A7-826840935143}" dt="2020-12-10T18:13:49.307" v="112" actId="1076"/>
      <pc:docMkLst>
        <pc:docMk/>
      </pc:docMkLst>
      <pc:sldChg chg="delSp modSp">
        <pc:chgData name="Makenna Bayne" userId="055c181c-db5d-4b89-8e57-c356ce391e0a" providerId="ADAL" clId="{B70C2411-A8ED-4845-95A7-826840935143}" dt="2020-12-10T18:13:49.307" v="112" actId="1076"/>
        <pc:sldMkLst>
          <pc:docMk/>
          <pc:sldMk cId="2582825011" sldId="300"/>
        </pc:sldMkLst>
        <pc:spChg chg="mod">
          <ac:chgData name="Makenna Bayne" userId="055c181c-db5d-4b89-8e57-c356ce391e0a" providerId="ADAL" clId="{B70C2411-A8ED-4845-95A7-826840935143}" dt="2020-12-10T18:11:27.791" v="75" actId="27636"/>
          <ac:spMkLst>
            <pc:docMk/>
            <pc:sldMk cId="2582825011" sldId="300"/>
            <ac:spMk id="2" creationId="{00000000-0000-0000-0000-000000000000}"/>
          </ac:spMkLst>
        </pc:spChg>
        <pc:spChg chg="mod">
          <ac:chgData name="Makenna Bayne" userId="055c181c-db5d-4b89-8e57-c356ce391e0a" providerId="ADAL" clId="{B70C2411-A8ED-4845-95A7-826840935143}" dt="2020-12-10T18:13:30.573" v="109" actId="1076"/>
          <ac:spMkLst>
            <pc:docMk/>
            <pc:sldMk cId="2582825011" sldId="300"/>
            <ac:spMk id="30" creationId="{9665E9BF-B954-4AC7-821E-2E0CD116D915}"/>
          </ac:spMkLst>
        </pc:spChg>
        <pc:spChg chg="mod">
          <ac:chgData name="Makenna Bayne" userId="055c181c-db5d-4b89-8e57-c356ce391e0a" providerId="ADAL" clId="{B70C2411-A8ED-4845-95A7-826840935143}" dt="2020-12-10T18:13:28.893" v="108" actId="20577"/>
          <ac:spMkLst>
            <pc:docMk/>
            <pc:sldMk cId="2582825011" sldId="300"/>
            <ac:spMk id="31" creationId="{EC9A7433-5BCD-4EA6-924A-53FDBF0CAAA6}"/>
          </ac:spMkLst>
        </pc:spChg>
        <pc:spChg chg="mod">
          <ac:chgData name="Makenna Bayne" userId="055c181c-db5d-4b89-8e57-c356ce391e0a" providerId="ADAL" clId="{B70C2411-A8ED-4845-95A7-826840935143}" dt="2020-12-10T18:12:24.105" v="82" actId="1076"/>
          <ac:spMkLst>
            <pc:docMk/>
            <pc:sldMk cId="2582825011" sldId="300"/>
            <ac:spMk id="32" creationId="{E1C0119A-9047-4290-917B-405E19FFDA31}"/>
          </ac:spMkLst>
        </pc:spChg>
        <pc:spChg chg="del mod">
          <ac:chgData name="Makenna Bayne" userId="055c181c-db5d-4b89-8e57-c356ce391e0a" providerId="ADAL" clId="{B70C2411-A8ED-4845-95A7-826840935143}" dt="2020-12-10T18:11:38.679" v="76" actId="478"/>
          <ac:spMkLst>
            <pc:docMk/>
            <pc:sldMk cId="2582825011" sldId="300"/>
            <ac:spMk id="33" creationId="{A2CD0AFB-BBEB-434B-985F-3ACF7BE51454}"/>
          </ac:spMkLst>
        </pc:spChg>
        <pc:spChg chg="mod">
          <ac:chgData name="Makenna Bayne" userId="055c181c-db5d-4b89-8e57-c356ce391e0a" providerId="ADAL" clId="{B70C2411-A8ED-4845-95A7-826840935143}" dt="2020-12-10T18:13:49.307" v="112" actId="1076"/>
          <ac:spMkLst>
            <pc:docMk/>
            <pc:sldMk cId="2582825011" sldId="300"/>
            <ac:spMk id="34" creationId="{EC17F625-2EC2-4F28-895B-03B104D7945A}"/>
          </ac:spMkLst>
        </pc:spChg>
        <pc:spChg chg="mod">
          <ac:chgData name="Makenna Bayne" userId="055c181c-db5d-4b89-8e57-c356ce391e0a" providerId="ADAL" clId="{B70C2411-A8ED-4845-95A7-826840935143}" dt="2020-12-10T18:13:34.240" v="110" actId="1076"/>
          <ac:spMkLst>
            <pc:docMk/>
            <pc:sldMk cId="2582825011" sldId="300"/>
            <ac:spMk id="35" creationId="{127A5A2A-6A75-46BB-A872-3D435F9C8C26}"/>
          </ac:spMkLst>
        </pc:spChg>
        <pc:spChg chg="mod">
          <ac:chgData name="Makenna Bayne" userId="055c181c-db5d-4b89-8e57-c356ce391e0a" providerId="ADAL" clId="{B70C2411-A8ED-4845-95A7-826840935143}" dt="2020-12-10T18:13:44.207" v="111" actId="1076"/>
          <ac:spMkLst>
            <pc:docMk/>
            <pc:sldMk cId="2582825011" sldId="300"/>
            <ac:spMk id="36" creationId="{4651924A-7907-4360-9ED8-B533D803C21B}"/>
          </ac:spMkLst>
        </pc:spChg>
      </pc:sldChg>
    </pc:docChg>
  </pc:docChgLst>
  <pc:docChgLst>
    <pc:chgData name="Colin Peterson" userId="S::copeterson@affirma.com::06b2b3a9-6c5f-4199-8546-9ee8c5a2a571" providerId="AD" clId="Web-{E64CD636-4BB8-7BF3-3262-65E074D3D978}"/>
    <pc:docChg chg="modSld">
      <pc:chgData name="Colin Peterson" userId="S::copeterson@affirma.com::06b2b3a9-6c5f-4199-8546-9ee8c5a2a571" providerId="AD" clId="Web-{E64CD636-4BB8-7BF3-3262-65E074D3D978}" dt="2019-06-27T23:18:05.575" v="0" actId="1076"/>
      <pc:docMkLst>
        <pc:docMk/>
      </pc:docMkLst>
      <pc:sldChg chg="modSp">
        <pc:chgData name="Colin Peterson" userId="S::copeterson@affirma.com::06b2b3a9-6c5f-4199-8546-9ee8c5a2a571" providerId="AD" clId="Web-{E64CD636-4BB8-7BF3-3262-65E074D3D978}" dt="2019-06-27T23:18:05.575" v="0" actId="1076"/>
        <pc:sldMkLst>
          <pc:docMk/>
          <pc:sldMk cId="2582825011" sldId="300"/>
        </pc:sldMkLst>
        <pc:spChg chg="mod">
          <ac:chgData name="Colin Peterson" userId="S::copeterson@affirma.com::06b2b3a9-6c5f-4199-8546-9ee8c5a2a571" providerId="AD" clId="Web-{E64CD636-4BB8-7BF3-3262-65E074D3D978}" dt="2019-06-27T23:18:05.575" v="0" actId="1076"/>
          <ac:spMkLst>
            <pc:docMk/>
            <pc:sldMk cId="2582825011" sldId="300"/>
            <ac:spMk id="33" creationId="{A2CD0AFB-BBEB-434B-985F-3ACF7BE514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normAutofit fontScale="90000"/>
          </a:bodyPr>
          <a:lstStyle>
            <a:lvl1pPr>
              <a:defRPr b="0">
                <a:solidFill>
                  <a:schemeClr val="bg1"/>
                </a:solidFill>
                <a:latin typeface="Montserrat"/>
              </a:defRPr>
            </a:lvl1pPr>
          </a:lstStyle>
          <a:p>
            <a:r>
              <a:rPr lang="en-US" dirty="0"/>
              <a:t>HYDAC Case Study</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1051367"/>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0" y="1380343"/>
            <a:ext cx="7343480" cy="4127925"/>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HYDAC, a manufacturer of hydraulic and engineering systems, needed to improve their existing intranet. Their intranet had several logistical complications and design issues. HYDAC wanted to institute a redesign that allowed for a more comfortable and intuitive navigation and user experience.
</a:t>
            </a:r>
            <a:endParaRPr lang="en-US" sz="1100" dirty="0">
              <a:latin typeface="Open Sans"/>
              <a:ea typeface="Open Sans"/>
              <a:cs typeface="Open Sans"/>
            </a:endParaRPr>
          </a:p>
          <a:p>
            <a:pPr>
              <a:lnSpc>
                <a:spcPct val="150000"/>
              </a:lnSpc>
            </a:pPr>
            <a:r>
              <a:rPr lang="en-US" sz="1100" b="0" i="0" kern="1200" dirty="0">
                <a:effectLst/>
                <a:latin typeface="Open Sans"/>
                <a:ea typeface="+mn-ea"/>
                <a:cs typeface="+mn-cs"/>
              </a:rPr>
              <a:t>The existing intranet had several pain points. The process for creating new pages was time consuming and often required custom development. The design between different pages also lacked consistency in colors and layouts.
</a:t>
            </a:r>
            <a:r>
              <a:rPr lang="en-US" sz="1100" dirty="0">
                <a:latin typeface="Open Sans"/>
              </a:rPr>
              <a:t> Affirma created a new site layout and architecture that centered around simple, intuitive navigation and design. A root site was created, that then branched into department sites and team sites. Each department site or team site would then branch into further department and team subsites. Different permission settings were created to allow for members to either read, contribute to, or operate the different portal sites. Only portal members could contribute to the site, and only portal owners had full permissions to make changes to sites. A consistent site theme was created, giving each site the same fonts, colors, and headers and footers. The unified theme gave HYDAC’s intranet a greater sense of teamwork and professionalism. Affirma implemented a global navigation header which allowed users greater control over the sites navigation. The intranet was also created to be fully responsive with mobile devices.</a:t>
            </a:r>
            <a:endParaRPr lang="en-US" sz="1100" b="0" i="0" kern="1200" dirty="0">
              <a:effectLst/>
              <a:latin typeface="Open Sans"/>
              <a:ea typeface="Open Sans"/>
              <a:cs typeface="Open San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2" y="994299"/>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0" y="2156783"/>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17573" y="5946855"/>
            <a:ext cx="7239000" cy="1076449"/>
          </a:xfrm>
          <a:prstGeom prst="rect">
            <a:avLst/>
          </a:prstGeom>
          <a:noFill/>
        </p:spPr>
        <p:txBody>
          <a:bodyPr wrap="square" rtlCol="0">
            <a:spAutoFit/>
          </a:bodyPr>
          <a:lstStyle/>
          <a:p>
            <a:pPr>
              <a:lnSpc>
                <a:spcPct val="150000"/>
              </a:lnSpc>
            </a:pPr>
            <a:r>
              <a:rPr lang="en-US" sz="1100" b="0" i="0" kern="1200" dirty="0">
                <a:solidFill>
                  <a:schemeClr val="tx1"/>
                </a:solidFill>
                <a:effectLst/>
                <a:latin typeface="Open Sans"/>
                <a:ea typeface="+mn-ea"/>
                <a:cs typeface="+mn-cs"/>
              </a:rPr>
              <a:t>HYDAC completed their consultation satisfied with their newly designed intranet. The new intranet facilitates greater communication and unity among HYDAC team members, and allows for improved collaboration. Portal members can easily navigate the site architecture as well as post and share new material</a:t>
            </a:r>
            <a:r>
              <a:rPr lang="en-US" sz="1100" dirty="0">
                <a:latin typeface="Open Sans"/>
              </a:rPr>
              <a:t>. </a:t>
            </a:r>
            <a:r>
              <a:rPr lang="en-US" sz="1100" b="0" i="0" kern="1200" dirty="0">
                <a:solidFill>
                  <a:schemeClr val="tx1"/>
                </a:solidFill>
                <a:effectLst/>
                <a:latin typeface="Open Sans"/>
                <a:ea typeface="+mn-ea"/>
                <a:cs typeface="+mn-cs"/>
              </a:rPr>
              <a:t>
</a:t>
            </a: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0" y="559754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pic>
        <p:nvPicPr>
          <p:cNvPr id="3" name="Pictur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Value>Creative</Value>
    </BusinessUnit>
    <Solutions xmlns="f0ee8362-fa7e-4bc9-ab88-7dcfb17cb19b">
      <Value>UX/ UI Design</Value>
      <Value>Websites</Value>
    </Solutions>
    <Industries xmlns="f0ee8362-fa7e-4bc9-ab88-7dcfb17cb19b">
      <Value>Manufacturing</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49CCC8-612B-402D-859B-04D3896BB290}">
  <ds:schemaRefs>
    <ds:schemaRef ds:uri="http://schemas.microsoft.com/sharepoint/v3/contenttype/forms"/>
  </ds:schemaRefs>
</ds:datastoreItem>
</file>

<file path=customXml/itemProps2.xml><?xml version="1.0" encoding="utf-8"?>
<ds:datastoreItem xmlns:ds="http://schemas.openxmlformats.org/officeDocument/2006/customXml" ds:itemID="{FA86DB55-5A14-4042-8926-58EB94517008}">
  <ds:schemaRefs>
    <ds:schemaRef ds:uri="http://schemas.microsoft.com/office/2006/metadata/customXsn"/>
  </ds:schemaRefs>
</ds:datastoreItem>
</file>

<file path=customXml/itemProps3.xml><?xml version="1.0" encoding="utf-8"?>
<ds:datastoreItem xmlns:ds="http://schemas.openxmlformats.org/officeDocument/2006/customXml" ds:itemID="{A8ED8EB6-BDEC-4280-B14C-328CD22D6AA6}">
  <ds:schemaRefs>
    <ds:schemaRef ds:uri="http://purl.org/dc/elements/1.1/"/>
    <ds:schemaRef ds:uri="http://schemas.microsoft.com/office/2006/documentManagement/types"/>
    <ds:schemaRef ds:uri="54243e05-8da7-404c-85e0-0480aaa26276"/>
    <ds:schemaRef ds:uri="http://purl.org/dc/dcmitype/"/>
    <ds:schemaRef ds:uri="http://schemas.microsoft.com/office/infopath/2007/PartnerControls"/>
    <ds:schemaRef ds:uri="http://schemas.openxmlformats.org/package/2006/metadata/core-properties"/>
    <ds:schemaRef ds:uri="357972b2-b7ed-48bc-bbb4-0804bacba9d2"/>
    <ds:schemaRef ds:uri="http://www.w3.org/XML/1998/namespace"/>
    <ds:schemaRef ds:uri="7b4220d0-7dfa-4105-8a9f-61778b1dcc88"/>
    <ds:schemaRef ds:uri="http://schemas.microsoft.com/office/2006/metadata/properties"/>
    <ds:schemaRef ds:uri="http://purl.org/dc/terms/"/>
    <ds:schemaRef ds:uri="f205c2cf-faee-43e7-95df-8aa62e5feae0"/>
  </ds:schemaRefs>
</ds:datastoreItem>
</file>

<file path=customXml/itemProps4.xml><?xml version="1.0" encoding="utf-8"?>
<ds:datastoreItem xmlns:ds="http://schemas.openxmlformats.org/officeDocument/2006/customXml" ds:itemID="{42BEADEE-68C9-49F4-B8CB-2CF61A0A11D3}"/>
</file>

<file path=docProps/app.xml><?xml version="1.0" encoding="utf-8"?>
<Properties xmlns="http://schemas.openxmlformats.org/officeDocument/2006/extended-properties" xmlns:vt="http://schemas.openxmlformats.org/officeDocument/2006/docPropsVTypes">
  <TotalTime>4904</TotalTime>
  <Words>302</Words>
  <Application>Microsoft Office PowerPoint</Application>
  <PresentationFormat>Widescreen</PresentationFormat>
  <Paragraphs>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HYDAC 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Makenna Bayne</cp:lastModifiedBy>
  <cp:revision>577</cp:revision>
  <dcterms:created xsi:type="dcterms:W3CDTF">2017-10-09T12:47:23Z</dcterms:created>
  <dcterms:modified xsi:type="dcterms:W3CDTF">2024-06-03T16:03:33Z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55;#Manufacturing|99fc8efc-4fec-46af-b730-04691660d970</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19800</vt:r8>
  </property>
  <property fmtid="{D5CDD505-2E9C-101B-9397-08002B2CF9AE}" pid="11" name="xd_Signature">
    <vt:bool>false</vt:bool>
  </property>
  <property fmtid="{D5CDD505-2E9C-101B-9397-08002B2CF9AE}" pid="12" name="SO">
    <vt:lpwstr>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