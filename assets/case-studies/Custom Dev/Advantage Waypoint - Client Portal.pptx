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100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4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29286-5434-4253-8CBC-E96CC08C93E9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33295-9F72-4A48-AFDD-E237D4CA2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227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54050" y="1162050"/>
            <a:ext cx="5573713" cy="3136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925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49941" y="2938387"/>
            <a:ext cx="7988613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7811AEA-2AE5-42BF-A8EF-FDD77DC7083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39" y="2209472"/>
            <a:ext cx="1942773" cy="5043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965F55-11BA-49A6-947C-F5315306624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35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62FE56-11BB-4F56-957C-E2741DC5B8BB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490"/>
          <a:stretch/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C680771-E145-494A-AF5F-BDE0DE15568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938387"/>
            <a:ext cx="11430000" cy="537931"/>
          </a:xfrm>
        </p:spPr>
        <p:txBody>
          <a:bodyPr wrap="none" anchor="t" anchorCtr="0">
            <a:noAutofit/>
          </a:bodyPr>
          <a:lstStyle>
            <a:lvl1pPr algn="l">
              <a:defRPr sz="2745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49941" y="3727850"/>
            <a:ext cx="7988613" cy="1656131"/>
          </a:xfrm>
        </p:spPr>
        <p:txBody>
          <a:bodyPr>
            <a:normAutofit/>
          </a:bodyPr>
          <a:lstStyle>
            <a:lvl1pPr marL="0" indent="0" algn="l">
              <a:buNone/>
              <a:defRPr sz="2353">
                <a:solidFill>
                  <a:schemeClr val="bg1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9A37D553-568D-400E-8105-C6A0369E6C0E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61B8082-4CA1-4814-AD91-104B2863304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8973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4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AC98557-C9EF-46C0-ACD8-4FD2354926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6D09536-1AF1-4DD3-92FB-A7B35D9A0501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AC7F00A-F86F-4137-BF70-C36BF607941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883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7FDDA0-9A72-4EF9-A2D2-0E17F0F1CF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E89F687-D33C-4157-BC5C-7A3EB7EF9B3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700" y="266700"/>
            <a:ext cx="10515211" cy="4572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1143000"/>
            <a:ext cx="10515211" cy="4350456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0573D4D-542D-4CD6-B996-638DF11F089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0937B85-B95A-4743-A758-7FD5A4CDD66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617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5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https://s-media-cache-ak0.pinimg.com/originals/56/3f/a2/563fa26398dc80e6c5b03695b4b05951.jpg">
            <a:extLst>
              <a:ext uri="{FF2B5EF4-FFF2-40B4-BE49-F238E27FC236}">
                <a16:creationId xmlns:a16="http://schemas.microsoft.com/office/drawing/2014/main" id="{2E825CFE-0636-45FA-8A13-E6196B14C82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143000"/>
            <a:ext cx="12192000" cy="9404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FAE75BB-1AD1-46D5-8E07-38E7D1FB92C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77FD86C-955C-4982-BEFE-5762EA9C7CB8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4AEF935-9427-4AC1-8E61-AE96D9F348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316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2_Section Header">
    <p:bg>
      <p:bgPr>
        <a:solidFill>
          <a:srgbClr val="0096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198E95B-5C91-4D5C-A2D1-6735F60790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20949" b="7428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369CD0C-8BF2-4E3E-8C85-09B075B0434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E59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>
                <a:latin typeface="Segoe UI" panose="020B0502040204020203" pitchFamily="34" charset="0"/>
              </a:rPr>
              <a:t>		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4724400"/>
            <a:ext cx="10515210" cy="1524000"/>
          </a:xfrm>
        </p:spPr>
        <p:txBody>
          <a:bodyPr/>
          <a:lstStyle>
            <a:lvl1pPr marL="0" indent="0">
              <a:buNone/>
              <a:defRPr sz="2353">
                <a:solidFill>
                  <a:schemeClr val="bg1"/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A883DBFB-3FA5-4CBB-87A2-A0EE7286DB8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3657600"/>
            <a:ext cx="10668000" cy="914400"/>
          </a:xfrm>
        </p:spPr>
        <p:txBody>
          <a:bodyPr tIns="91440" bIns="91440"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D36EFAE-173A-431F-8B79-18B410985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72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0573"/>
          <a:stretch/>
        </p:blipFill>
        <p:spPr>
          <a:xfrm>
            <a:off x="-2390669" y="-1"/>
            <a:ext cx="14582669" cy="6858000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D0CA77D2-0134-4FD7-B61F-E27B264424AF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331035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rgbClr val="004E59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714EBA0-C440-4D49-AAB8-E1ECDF6B67E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43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3_Section Header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-1" y="3"/>
            <a:ext cx="12192000" cy="68580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2171" y="4590160"/>
            <a:ext cx="10515210" cy="1498923"/>
          </a:xfrm>
        </p:spPr>
        <p:txBody>
          <a:bodyPr/>
          <a:lstStyle>
            <a:lvl1pPr marL="0" indent="0">
              <a:buNone/>
              <a:defRPr sz="2353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  <a:lvl2pPr marL="448267" indent="0">
              <a:buNone/>
              <a:defRPr sz="1961">
                <a:solidFill>
                  <a:schemeClr val="tx1">
                    <a:tint val="75000"/>
                  </a:schemeClr>
                </a:solidFill>
              </a:defRPr>
            </a:lvl2pPr>
            <a:lvl3pPr marL="896533" indent="0">
              <a:buNone/>
              <a:defRPr sz="1765">
                <a:solidFill>
                  <a:schemeClr val="tx1">
                    <a:tint val="75000"/>
                  </a:schemeClr>
                </a:solidFill>
              </a:defRPr>
            </a:lvl3pPr>
            <a:lvl4pPr marL="13448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4pPr>
            <a:lvl5pPr marL="17930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5pPr>
            <a:lvl6pPr marL="2241334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6pPr>
            <a:lvl7pPr marL="2689600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7pPr>
            <a:lvl8pPr marL="3137867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8pPr>
            <a:lvl9pPr marL="3586133" indent="0">
              <a:buNone/>
              <a:defRPr sz="156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DB169E5-2763-4AE0-9E07-919F601C858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70" y="2980723"/>
            <a:ext cx="11205363" cy="896552"/>
          </a:xfrm>
        </p:spPr>
        <p:txBody>
          <a:bodyPr anchor="t" anchorCtr="0">
            <a:noAutofit/>
          </a:bodyPr>
          <a:lstStyle>
            <a:lvl1pPr algn="l">
              <a:defRPr sz="5295">
                <a:solidFill>
                  <a:schemeClr val="bg1"/>
                </a:solidFill>
                <a:latin typeface="+mj-lt"/>
                <a:cs typeface="Segoe UI Semilight" panose="020B04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EC61EA-4242-4C46-82F7-F70F2018C81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60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183348B-E3CE-495D-9E6F-5BC8B9B91EB6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4985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68597C1-BFD1-456F-A7DD-6D653FABA579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6580"/>
          </a:solidFill>
          <a:ln>
            <a:solidFill>
              <a:srgbClr val="02637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r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noFill/>
        </p:spPr>
        <p:txBody>
          <a:bodyPr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6555EA-DF61-4D1D-A390-A2A781A275E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590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19200"/>
            <a:ext cx="11430000" cy="4350456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E12F85F-7CF0-4A30-919B-4BDE9F2A4E82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A8DF217-1EAD-4B4A-A2F2-041F388DEC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986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5334000" cy="441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8BCC246-8B30-49B4-8E14-743B9E4BCA2B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1000" y="1219200"/>
            <a:ext cx="5334000" cy="322792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414025-9975-41E8-9FC5-0DF320B942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99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762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FD58CA81-525C-431F-B6D8-76CF7D43B1E8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563948A-318B-4390-8E4D-036A81F512A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2209800" y="28194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2AD0E7F6-4B25-41E6-A3A0-23177BB0630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209800" y="25146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8B1E0DD-9C3B-4861-B9C7-658DE1B3A2CA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2220383" y="4267200"/>
            <a:ext cx="9601200" cy="6096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3A6FE795-7232-4C2C-8253-3E63F346E6F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220383" y="38100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BA996FAC-27FD-4D72-8742-3B3D6FBFA472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2220384" y="5410200"/>
            <a:ext cx="9639298" cy="636793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000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FA9DA342-ABBC-4773-9620-733BFF8A707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220384" y="5105400"/>
            <a:ext cx="1752408" cy="2286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1167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14">
            <a:extLst>
              <a:ext uri="{FF2B5EF4-FFF2-40B4-BE49-F238E27FC236}">
                <a16:creationId xmlns:a16="http://schemas.microsoft.com/office/drawing/2014/main" id="{2AF7EB96-A3DC-4327-A2E2-7EB91E2FCB1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8600" y="3810000"/>
            <a:ext cx="1524000" cy="1524000"/>
          </a:xfrm>
        </p:spPr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61F3262B-E782-4905-B1B0-ADB41E7F3494}"/>
              </a:ext>
            </a:extLst>
          </p:cNvPr>
          <p:cNvCxnSpPr/>
          <p:nvPr userDrawn="1"/>
        </p:nvCxnSpPr>
        <p:spPr>
          <a:xfrm flipV="1">
            <a:off x="2159689" y="3581401"/>
            <a:ext cx="7872622" cy="6654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389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8F97E55-68B0-4E78-8819-96463181F0E0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6200" tIns="76200" rIns="76200" bIns="7620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9800" y="1676400"/>
            <a:ext cx="9601200" cy="46482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buNone/>
              <a:defRPr sz="1167">
                <a:latin typeface="+mn-lt"/>
              </a:defRPr>
            </a:lvl2pPr>
            <a:lvl3pPr marL="896533" indent="0">
              <a:buNone/>
              <a:defRPr sz="1167">
                <a:latin typeface="+mn-lt"/>
              </a:defRPr>
            </a:lvl3pPr>
            <a:lvl4pPr marL="1344800" indent="0">
              <a:buNone/>
              <a:defRPr sz="1167">
                <a:latin typeface="+mn-lt"/>
              </a:defRPr>
            </a:lvl4pPr>
            <a:lvl5pPr marL="1793067" indent="0">
              <a:buNone/>
              <a:defRPr sz="1167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323E50D-8D40-490B-95D6-4F270CC054D0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1026E56-FB1E-43F7-9EDA-3E69635CD0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09800" y="1219200"/>
            <a:ext cx="9715499" cy="381000"/>
          </a:xfrm>
        </p:spPr>
        <p:txBody>
          <a:bodyPr tIns="91440" bIns="91440">
            <a:noAutofit/>
          </a:bodyPr>
          <a:lstStyle>
            <a:lvl1pPr marL="0" indent="0">
              <a:buNone/>
              <a:defRPr sz="2000">
                <a:latin typeface="+mj-lt"/>
              </a:defRPr>
            </a:lvl1pPr>
            <a:lvl2pPr marL="448266" indent="0">
              <a:buNone/>
              <a:defRPr sz="2000">
                <a:latin typeface="+mj-lt"/>
              </a:defRPr>
            </a:lvl2pPr>
            <a:lvl3pPr marL="896533" indent="0">
              <a:buNone/>
              <a:defRPr sz="2000">
                <a:latin typeface="+mj-lt"/>
              </a:defRPr>
            </a:lvl3pPr>
            <a:lvl4pPr marL="1344800" indent="0">
              <a:buNone/>
              <a:defRPr sz="2000">
                <a:latin typeface="+mj-lt"/>
              </a:defRPr>
            </a:lvl4pPr>
            <a:lvl5pPr marL="1793067" indent="0">
              <a:buNone/>
              <a:defRPr sz="2000">
                <a:latin typeface="+mj-lt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A4AA2593-D531-4835-B3BF-CF108C3D1C1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81000" y="1219200"/>
            <a:ext cx="1524000" cy="1524000"/>
          </a:xfrm>
        </p:spPr>
        <p:txBody>
          <a:bodyPr tIns="91440" bIns="91440"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05D7476-B275-42B6-8D7C-A4A0C2F78E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36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6C42687E-5D48-4427-A1A4-E1DB902F671A}" type="datetime1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" y="4"/>
            <a:ext cx="9980838" cy="818148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0997080" cy="533400"/>
          </a:xfrm>
        </p:spPr>
        <p:txBody>
          <a:bodyPr tIns="91440" bIns="91440">
            <a:noAutofit/>
          </a:bodyPr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5999" y="1219200"/>
            <a:ext cx="0" cy="495300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914400" y="3578424"/>
            <a:ext cx="10668000" cy="0"/>
          </a:xfrm>
          <a:prstGeom prst="line">
            <a:avLst/>
          </a:prstGeom>
          <a:ln>
            <a:solidFill>
              <a:schemeClr val="tx1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80999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C2313EE-4E04-435C-9E05-266AC0400A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3AE54BA5-9B86-4728-A69D-A321E939845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477000" y="12192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920F2E92-1F2E-4441-B0DE-CFEB5FE92A2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1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72231F7B-8ACB-4A68-883B-D5361B594F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87583" y="3810001"/>
            <a:ext cx="5334000" cy="2016474"/>
          </a:xfrm>
        </p:spPr>
        <p:txBody>
          <a:bodyPr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1pPr>
            <a:lvl2pPr marL="4482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 u="none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8247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C933DAD-64FD-4C29-9D9B-272B0C756FD1}"/>
              </a:ext>
            </a:extLst>
          </p:cNvPr>
          <p:cNvSpPr/>
          <p:nvPr userDrawn="1"/>
        </p:nvSpPr>
        <p:spPr>
          <a:xfrm>
            <a:off x="2" y="0"/>
            <a:ext cx="12192000" cy="990600"/>
          </a:xfrm>
          <a:prstGeom prst="rect">
            <a:avLst/>
          </a:prstGeom>
          <a:solidFill>
            <a:srgbClr val="004E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lIns="91440" tIns="91440" r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77000" y="1219199"/>
            <a:ext cx="5334000" cy="4953000"/>
          </a:xfrm>
        </p:spPr>
        <p:txBody>
          <a:bodyPr tIns="91440" bIns="91440">
            <a:no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1pPr>
            <a:lvl2pPr marL="448266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2pPr>
            <a:lvl3pPr marL="896533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3pPr>
            <a:lvl4pPr marL="1344800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4pPr>
            <a:lvl5pPr marL="1793067" indent="0">
              <a:lnSpc>
                <a:spcPct val="120000"/>
              </a:lnSpc>
              <a:spcBef>
                <a:spcPts val="1000"/>
              </a:spcBef>
              <a:buNone/>
              <a:defRPr sz="1167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E1AF6C09-4DCA-4DC4-A5FE-F84AE98380A7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8F32470-D5C9-4EB9-BF19-627B706D99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866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01256AD-643F-4750-86FB-FD02C1741CFB}"/>
              </a:ext>
            </a:extLst>
          </p:cNvPr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rgbClr val="004E59"/>
          </a:solidFill>
          <a:ln>
            <a:solidFill>
              <a:srgbClr val="004E5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endParaRPr lang="en-US" sz="1765">
              <a:solidFill>
                <a:schemeClr val="bg1"/>
              </a:solidFill>
              <a:latin typeface="Segoe UI" panose="020B0502040204020203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</p:spPr>
        <p:txBody>
          <a:bodyPr tIns="91440" bIns="91440"/>
          <a:lstStyle>
            <a:lvl1pPr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77000" y="1681035"/>
            <a:ext cx="5334000" cy="823397"/>
          </a:xfrm>
        </p:spPr>
        <p:txBody>
          <a:bodyPr anchor="b"/>
          <a:lstStyle>
            <a:lvl1pPr marL="0" indent="0">
              <a:buNone/>
              <a:defRPr sz="2353" b="1">
                <a:latin typeface="+mj-lt"/>
              </a:defRPr>
            </a:lvl1pPr>
            <a:lvl2pPr marL="448267" indent="0">
              <a:buNone/>
              <a:defRPr sz="1961" b="1"/>
            </a:lvl2pPr>
            <a:lvl3pPr marL="896533" indent="0">
              <a:buNone/>
              <a:defRPr sz="1765" b="1"/>
            </a:lvl3pPr>
            <a:lvl4pPr marL="1344800" indent="0">
              <a:buNone/>
              <a:defRPr sz="1569" b="1"/>
            </a:lvl4pPr>
            <a:lvl5pPr marL="1793067" indent="0">
              <a:buNone/>
              <a:defRPr sz="1569" b="1"/>
            </a:lvl5pPr>
            <a:lvl6pPr marL="2241334" indent="0">
              <a:buNone/>
              <a:defRPr sz="1569" b="1"/>
            </a:lvl6pPr>
            <a:lvl7pPr marL="2689600" indent="0">
              <a:buNone/>
              <a:defRPr sz="1569" b="1"/>
            </a:lvl7pPr>
            <a:lvl8pPr marL="3137867" indent="0">
              <a:buNone/>
              <a:defRPr sz="1569" b="1"/>
            </a:lvl8pPr>
            <a:lvl9pPr marL="3586133" indent="0">
              <a:buNone/>
              <a:defRPr sz="1569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77000" y="2504431"/>
            <a:ext cx="5334000" cy="368582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Segoe UI" panose="020B0502040204020203" pitchFamily="34" charset="0"/>
              </a:defRPr>
            </a:lvl1pPr>
            <a:lvl2pPr marL="448266" indent="0">
              <a:buNone/>
              <a:defRPr>
                <a:latin typeface="Segoe UI" panose="020B0502040204020203" pitchFamily="34" charset="0"/>
              </a:defRPr>
            </a:lvl2pPr>
            <a:lvl3pPr marL="896533" indent="0">
              <a:buNone/>
              <a:defRPr>
                <a:latin typeface="Segoe UI" panose="020B0502040204020203" pitchFamily="34" charset="0"/>
              </a:defRPr>
            </a:lvl3pPr>
            <a:lvl4pPr marL="1344800" indent="0">
              <a:buNone/>
              <a:defRPr>
                <a:latin typeface="Segoe UI" panose="020B0502040204020203" pitchFamily="34" charset="0"/>
              </a:defRPr>
            </a:lvl4pPr>
            <a:lvl5pPr marL="1793067" indent="0">
              <a:buNone/>
              <a:defRPr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572221B2-3AFA-4960-9DD6-6A9D9A6EDB99}" type="datetime1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4C4B624-09C9-4734-9996-D8363B05C6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67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3F3C9BBB-41E8-42B2-8C21-C49692D1945F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699787-C03F-45A9-825C-0DE0DCF4B9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77"/>
          <a:stretch/>
        </p:blipFill>
        <p:spPr>
          <a:xfrm>
            <a:off x="10820400" y="6400800"/>
            <a:ext cx="709913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593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14273" y="2689656"/>
            <a:ext cx="3259815" cy="537931"/>
          </a:xfrm>
        </p:spPr>
        <p:txBody>
          <a:bodyPr wrap="none" anchor="t" anchorCtr="0">
            <a:noAutofit/>
          </a:bodyPr>
          <a:lstStyle>
            <a:lvl1pPr algn="r">
              <a:defRPr sz="3530">
                <a:solidFill>
                  <a:srgbClr val="E45A1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4273" y="3317243"/>
            <a:ext cx="3259815" cy="1656131"/>
          </a:xfrm>
        </p:spPr>
        <p:txBody>
          <a:bodyPr>
            <a:normAutofit/>
          </a:bodyPr>
          <a:lstStyle>
            <a:lvl1pPr marL="0" indent="0" algn="r">
              <a:buNone/>
              <a:defRPr sz="1765">
                <a:solidFill>
                  <a:srgbClr val="E45A1E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48267" indent="0" algn="ctr">
              <a:buNone/>
              <a:defRPr sz="1961"/>
            </a:lvl2pPr>
            <a:lvl3pPr marL="896533" indent="0" algn="ctr">
              <a:buNone/>
              <a:defRPr sz="1765"/>
            </a:lvl3pPr>
            <a:lvl4pPr marL="1344800" indent="0" algn="ctr">
              <a:buNone/>
              <a:defRPr sz="1569"/>
            </a:lvl4pPr>
            <a:lvl5pPr marL="1793067" indent="0" algn="ctr">
              <a:buNone/>
              <a:defRPr sz="1569"/>
            </a:lvl5pPr>
            <a:lvl6pPr marL="2241334" indent="0" algn="ctr">
              <a:buNone/>
              <a:defRPr sz="1569"/>
            </a:lvl6pPr>
            <a:lvl7pPr marL="2689600" indent="0" algn="ctr">
              <a:buNone/>
              <a:defRPr sz="1569"/>
            </a:lvl7pPr>
            <a:lvl8pPr marL="3137867" indent="0" algn="ctr">
              <a:buNone/>
              <a:defRPr sz="1569"/>
            </a:lvl8pPr>
            <a:lvl9pPr marL="3586133" indent="0" algn="ctr">
              <a:buNone/>
              <a:defRPr sz="1569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1290162-C535-4307-80D4-03496EB6711A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096002" y="1"/>
            <a:ext cx="6095999" cy="6857999"/>
          </a:xfrm>
          <a:prstGeom prst="rect">
            <a:avLst/>
          </a:prstGeom>
          <a:solidFill>
            <a:srgbClr val="004E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92">
              <a:latin typeface="Segoe UI" panose="020B0502040204020203" pitchFamily="34" charset="0"/>
            </a:endParaRPr>
          </a:p>
        </p:txBody>
      </p:sp>
      <p:pic>
        <p:nvPicPr>
          <p:cNvPr id="8" name="Picture 7" descr="affirmastudioslogo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66624" y="2689656"/>
            <a:ext cx="2204778" cy="562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8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004E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C1DD31B9-2631-4CC9-A76C-335AC7976A20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1D8278-5719-41B5-BA0B-62F901BD5A8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5859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Blank">
    <p:bg>
      <p:bgPr>
        <a:solidFill>
          <a:srgbClr val="E45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7340056F-69E8-43D2-8850-3AE2DB19C458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DDC3FBF-8EF6-411E-AA4F-268641FD25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347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0777366-3F31-4969-B82A-176E96A5EBDF}" type="datetime1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982C415-13F0-4D24-97F3-4AB707C098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0400" y="6400800"/>
            <a:ext cx="704426" cy="18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02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470" y="457615"/>
            <a:ext cx="3932568" cy="1600096"/>
          </a:xfrm>
        </p:spPr>
        <p:txBody>
          <a:bodyPr anchor="b"/>
          <a:lstStyle>
            <a:lvl1pPr>
              <a:defRPr sz="313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937" y="986833"/>
            <a:ext cx="6171746" cy="4873445"/>
          </a:xfrm>
        </p:spPr>
        <p:txBody>
          <a:bodyPr/>
          <a:lstStyle>
            <a:lvl1pPr marL="0" indent="0">
              <a:buNone/>
              <a:defRPr sz="3137">
                <a:latin typeface="Segoe UI" panose="020B0502040204020203" pitchFamily="34" charset="0"/>
              </a:defRPr>
            </a:lvl1pPr>
            <a:lvl2pPr marL="448267" indent="0">
              <a:buNone/>
              <a:defRPr sz="2745"/>
            </a:lvl2pPr>
            <a:lvl3pPr marL="896533" indent="0">
              <a:buNone/>
              <a:defRPr sz="2353"/>
            </a:lvl3pPr>
            <a:lvl4pPr marL="1344800" indent="0">
              <a:buNone/>
              <a:defRPr sz="1961"/>
            </a:lvl4pPr>
            <a:lvl5pPr marL="1793067" indent="0">
              <a:buNone/>
              <a:defRPr sz="1961"/>
            </a:lvl5pPr>
            <a:lvl6pPr marL="2241334" indent="0">
              <a:buNone/>
              <a:defRPr sz="1961"/>
            </a:lvl6pPr>
            <a:lvl7pPr marL="2689600" indent="0">
              <a:buNone/>
              <a:defRPr sz="1961"/>
            </a:lvl7pPr>
            <a:lvl8pPr marL="3137867" indent="0">
              <a:buNone/>
              <a:defRPr sz="1961"/>
            </a:lvl8pPr>
            <a:lvl9pPr marL="3586133" indent="0">
              <a:buNone/>
              <a:defRPr sz="1961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470" y="2057712"/>
            <a:ext cx="3932568" cy="3811903"/>
          </a:xfrm>
        </p:spPr>
        <p:txBody>
          <a:bodyPr/>
          <a:lstStyle>
            <a:lvl1pPr marL="0" indent="0">
              <a:buNone/>
              <a:defRPr sz="1569">
                <a:latin typeface="Segoe UI" panose="020B0502040204020203" pitchFamily="34" charset="0"/>
              </a:defRPr>
            </a:lvl1pPr>
            <a:lvl2pPr marL="448267" indent="0">
              <a:buNone/>
              <a:defRPr sz="1372"/>
            </a:lvl2pPr>
            <a:lvl3pPr marL="896533" indent="0">
              <a:buNone/>
              <a:defRPr sz="1177"/>
            </a:lvl3pPr>
            <a:lvl4pPr marL="1344800" indent="0">
              <a:buNone/>
              <a:defRPr sz="981"/>
            </a:lvl4pPr>
            <a:lvl5pPr marL="1793067" indent="0">
              <a:buNone/>
              <a:defRPr sz="981"/>
            </a:lvl5pPr>
            <a:lvl6pPr marL="2241334" indent="0">
              <a:buNone/>
              <a:defRPr sz="981"/>
            </a:lvl6pPr>
            <a:lvl7pPr marL="2689600" indent="0">
              <a:buNone/>
              <a:defRPr sz="981"/>
            </a:lvl7pPr>
            <a:lvl8pPr marL="3137867" indent="0">
              <a:buNone/>
              <a:defRPr sz="981"/>
            </a:lvl8pPr>
            <a:lvl9pPr marL="3586133" indent="0">
              <a:buNone/>
              <a:defRPr sz="98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076389CA-A0A6-4936-AD8F-F74DDC7DA827}" type="datetime1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70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1000" y="1432830"/>
            <a:ext cx="11430000" cy="4350456"/>
          </a:xfrm>
        </p:spPr>
        <p:txBody>
          <a:bodyPr vert="horz" lIns="91440" tIns="91440" rIns="91440" bIns="91440" rtlCol="0">
            <a:noAutofit/>
          </a:bodyPr>
          <a:lstStyle>
            <a:lvl1pPr>
              <a:defRPr lang="en-US" dirty="0" smtClean="0">
                <a:latin typeface="Segoe UI" panose="020B0502040204020203" pitchFamily="34" charset="0"/>
              </a:defRPr>
            </a:lvl1pPr>
            <a:lvl2pPr>
              <a:defRPr lang="en-US" dirty="0" smtClean="0">
                <a:latin typeface="Segoe UI" panose="020B0502040204020203" pitchFamily="34" charset="0"/>
              </a:defRPr>
            </a:lvl2pPr>
            <a:lvl3pPr>
              <a:defRPr lang="en-US" dirty="0" smtClean="0">
                <a:latin typeface="Segoe UI" panose="020B0502040204020203" pitchFamily="34" charset="0"/>
              </a:defRPr>
            </a:lvl3pPr>
            <a:lvl4pPr>
              <a:defRPr lang="en-US" dirty="0" smtClean="0">
                <a:latin typeface="Segoe UI" panose="020B0502040204020203" pitchFamily="34" charset="0"/>
              </a:defRPr>
            </a:lvl4pPr>
            <a:lvl5pPr>
              <a:defRPr lang="en-US" dirty="0">
                <a:latin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6"/>
          </p:nvPr>
        </p:nvSpPr>
        <p:spPr>
          <a:xfrm>
            <a:off x="381000" y="1021080"/>
            <a:ext cx="11487856" cy="228535"/>
          </a:xfrm>
        </p:spPr>
        <p:txBody>
          <a:bodyPr lIns="9144" tIns="0" rIns="0" bIns="0">
            <a:spAutoFit/>
          </a:bodyPr>
          <a:lstStyle>
            <a:lvl1pPr marL="0" indent="0">
              <a:buNone/>
              <a:defRPr sz="1650" spc="-14" baseline="0">
                <a:solidFill>
                  <a:schemeClr val="accent2"/>
                </a:solidFill>
                <a:latin typeface="Segoe UI" panose="020B0502040204020203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33816" y="6270900"/>
            <a:ext cx="10739714" cy="4283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8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658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28600"/>
            <a:ext cx="11430000" cy="5334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0999" y="1143000"/>
            <a:ext cx="11430000" cy="4572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1" y="6356806"/>
            <a:ext cx="2743459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C5497B86-BE9F-4A6C-B3EC-9D1D50E4A245}" type="datetime1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408" y="6356806"/>
            <a:ext cx="4115189" cy="3642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77600" y="6356805"/>
            <a:ext cx="533400" cy="30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77">
                <a:solidFill>
                  <a:schemeClr val="tx1">
                    <a:tint val="75000"/>
                  </a:schemeClr>
                </a:solidFill>
                <a:latin typeface="Segoe UI" panose="020B0502040204020203" pitchFamily="34" charset="0"/>
              </a:defRPr>
            </a:lvl1pPr>
          </a:lstStyle>
          <a:p>
            <a:fld id="{49A40DB5-B054-4B52-B27D-446721D6CC2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29972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896533" rtl="0" eaLnBrk="1" latinLnBrk="0" hangingPunct="1">
        <a:lnSpc>
          <a:spcPct val="90000"/>
        </a:lnSpc>
        <a:spcBef>
          <a:spcPct val="0"/>
        </a:spcBef>
        <a:buNone/>
        <a:defRPr sz="33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4134" indent="-224134" algn="l" defTabSz="896533" rtl="0" eaLnBrk="1" latinLnBrk="0" hangingPunct="1">
        <a:lnSpc>
          <a:spcPct val="90000"/>
        </a:lnSpc>
        <a:spcBef>
          <a:spcPts val="981"/>
        </a:spcBef>
        <a:buFont typeface="Arial" panose="020B0604020202020204" pitchFamily="34" charset="0"/>
        <a:buChar char="•"/>
        <a:defRPr sz="1961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1pPr>
      <a:lvl2pPr marL="6724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2pPr>
      <a:lvl3pPr marL="11206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569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3pPr>
      <a:lvl4pPr marL="15689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4pPr>
      <a:lvl5pPr marL="20172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372" kern="1200">
          <a:solidFill>
            <a:schemeClr val="tx1"/>
          </a:solidFill>
          <a:latin typeface="Segoe UI" panose="020B0502040204020203" pitchFamily="34" charset="0"/>
          <a:ea typeface="+mn-ea"/>
          <a:cs typeface="+mn-cs"/>
        </a:defRPr>
      </a:lvl5pPr>
      <a:lvl6pPr marL="2465466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913733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362000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810267" indent="-224134" algn="l" defTabSz="896533" rtl="0" eaLnBrk="1" latinLnBrk="0" hangingPunct="1">
        <a:lnSpc>
          <a:spcPct val="90000"/>
        </a:lnSpc>
        <a:spcBef>
          <a:spcPts val="490"/>
        </a:spcBef>
        <a:buFont typeface="Arial" panose="020B0604020202020204" pitchFamily="34" charset="0"/>
        <a:buChar char="•"/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1pPr>
      <a:lvl2pPr marL="4482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2pPr>
      <a:lvl3pPr marL="8965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3pPr>
      <a:lvl4pPr marL="13448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4pPr>
      <a:lvl5pPr marL="17930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5pPr>
      <a:lvl6pPr marL="2241334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6pPr>
      <a:lvl7pPr marL="2689600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7pPr>
      <a:lvl8pPr marL="3137867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8pPr>
      <a:lvl9pPr marL="3586133" algn="l" defTabSz="896533" rtl="0" eaLnBrk="1" latinLnBrk="0" hangingPunct="1">
        <a:defRPr sz="176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2">
          <p15:clr>
            <a:srgbClr val="F26B43"/>
          </p15:clr>
        </p15:guide>
        <p15:guide id="2" pos="46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374" y="1335395"/>
            <a:ext cx="4211953" cy="4964308"/>
          </a:xfrm>
          <a:prstGeom prst="rect">
            <a:avLst/>
          </a:prstGeom>
          <a:effectLst>
            <a:outerShdw blurRad="63500" dist="76200" dir="8100000" algn="tr" rotWithShape="0">
              <a:prstClr val="black">
                <a:alpha val="40000"/>
              </a:prstClr>
            </a:outerShdw>
          </a:effectLst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285AF83A-D974-4639-88FE-936CF1293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Advantage Waypoint - Client Portal</a:t>
            </a:r>
          </a:p>
        </p:txBody>
      </p:sp>
      <p:sp>
        <p:nvSpPr>
          <p:cNvPr id="26" name="Text Placeholder 23">
            <a:extLst>
              <a:ext uri="{FF2B5EF4-FFF2-40B4-BE49-F238E27FC236}">
                <a16:creationId xmlns:a16="http://schemas.microsoft.com/office/drawing/2014/main" id="{C1DC696A-48AA-42C6-AD60-2B2D2060071A}"/>
              </a:ext>
            </a:extLst>
          </p:cNvPr>
          <p:cNvSpPr txBox="1">
            <a:spLocks/>
          </p:cNvSpPr>
          <p:nvPr/>
        </p:nvSpPr>
        <p:spPr>
          <a:xfrm>
            <a:off x="381000" y="2529189"/>
            <a:ext cx="5715000" cy="322792"/>
          </a:xfrm>
          <a:prstGeom prst="rect">
            <a:avLst/>
          </a:prstGeom>
        </p:spPr>
        <p:txBody>
          <a:bodyPr vert="horz" lIns="76200" tIns="76200" rIns="76200" bIns="76200" rtlCol="0">
            <a:noAutofit/>
          </a:bodyPr>
          <a:lstStyle>
            <a:lvl1pPr marL="0" indent="0" algn="l" defTabSz="1075883" rtl="0" eaLnBrk="1" latinLnBrk="0" hangingPunct="1">
              <a:lnSpc>
                <a:spcPct val="90000"/>
              </a:lnSpc>
              <a:spcBef>
                <a:spcPts val="1177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537941" indent="0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2pPr>
            <a:lvl3pPr marL="1075883" indent="0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3pPr>
            <a:lvl4pPr marL="1613824" indent="0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4pPr>
            <a:lvl5pPr marL="2151766" indent="0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5pPr>
            <a:lvl6pPr marL="2958678" indent="-268971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Char char="•"/>
              <a:defRPr sz="2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496620" indent="-268971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Char char="•"/>
              <a:defRPr sz="2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034561" indent="-268971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Char char="•"/>
              <a:defRPr sz="2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572503" indent="-268971" algn="l" defTabSz="1075883" rtl="0" eaLnBrk="1" latinLnBrk="0" hangingPunct="1">
              <a:lnSpc>
                <a:spcPct val="90000"/>
              </a:lnSpc>
              <a:spcBef>
                <a:spcPts val="588"/>
              </a:spcBef>
              <a:buFont typeface="Arial" panose="020B0604020202020204" pitchFamily="34" charset="0"/>
              <a:buChar char="•"/>
              <a:defRPr sz="211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2BFCC15-AD33-46E3-99E2-2CAFEE2D533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372" y="1187919"/>
            <a:ext cx="3832271" cy="4384947"/>
          </a:xfrm>
          <a:prstGeom prst="rect">
            <a:avLst/>
          </a:prstGeom>
          <a:effectLst>
            <a:outerShdw blurRad="63500" dist="76200" dir="8100000" algn="tr" rotWithShape="0">
              <a:prstClr val="black">
                <a:alpha val="40000"/>
              </a:prst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3AE36EE-0F16-454D-BA71-0616ACA0877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295" y="1731481"/>
            <a:ext cx="3552706" cy="4707464"/>
          </a:xfrm>
          <a:prstGeom prst="rect">
            <a:avLst/>
          </a:prstGeom>
          <a:effectLst>
            <a:outerShdw blurRad="63500" dist="76200" dir="8100000" algn="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7209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ustom Design">
  <a:themeElements>
    <a:clrScheme name="Affir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35A5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ffirma_QBR-CI_FY18 Q2_Prep(Updated)" id="{60F98659-98E9-4C4D-9310-9510EF3F70E3}" vid="{65065986-2AC3-4681-8D2A-70BCEC6AD53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Custom Development</Value>
    </BusinessUnit>
    <Solutions xmlns="f0ee8362-fa7e-4bc9-ab88-7dcfb17cb19b">
      <Value>Customer / Partner Portal</Value>
    </Solutions>
    <Industries xmlns="f0ee8362-fa7e-4bc9-ab88-7dcfb17cb19b">
      <Value>Retail</Value>
    </Industries>
    <Notes0 xmlns="f0ee8362-fa7e-4bc9-ab88-7dcfb17cb19b" xsi:nil="true"/>
    <Named_x0020_Account xmlns="f0ee8362-fa7e-4bc9-ab88-7dcfb17cb19b" xsi:nil="true"/>
    <PlatTech xmlns="f0ee8362-fa7e-4bc9-ab88-7dcfb17cb19b" xsi:nil="true"/>
    <ApprovedByClient xmlns="f0ee8362-fa7e-4bc9-ab88-7dcfb17cb19b">false</ApprovedByClient>
    <ProjectCompletionDate xmlns="f0ee8362-fa7e-4bc9-ab88-7dcfb17cb19b" xsi:nil="true"/>
  </documentManagement>
</p:properties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A0E902FF-0DED-463B-97DE-748583FEA38A}"/>
</file>

<file path=customXml/itemProps2.xml><?xml version="1.0" encoding="utf-8"?>
<ds:datastoreItem xmlns:ds="http://schemas.openxmlformats.org/officeDocument/2006/customXml" ds:itemID="{90EB6A57-19D8-4312-AFC8-D298A82EBFE4}"/>
</file>

<file path=customXml/itemProps3.xml><?xml version="1.0" encoding="utf-8"?>
<ds:datastoreItem xmlns:ds="http://schemas.openxmlformats.org/officeDocument/2006/customXml" ds:itemID="{9A3D5BC1-3B2B-454E-B110-3DCF3C3E8F4C}"/>
</file>

<file path=customXml/itemProps4.xml><?xml version="1.0" encoding="utf-8"?>
<ds:datastoreItem xmlns:ds="http://schemas.openxmlformats.org/officeDocument/2006/customXml" ds:itemID="{09B4EA95-58F9-4AA7-9831-132D8720606D}"/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</Words>
  <Application>Microsoft Office PowerPoint</Application>
  <PresentationFormat>Widescreen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Segoe UI</vt:lpstr>
      <vt:lpstr>Segoe UI Light</vt:lpstr>
      <vt:lpstr>Segoe UI Semilight</vt:lpstr>
      <vt:lpstr>Custom Design</vt:lpstr>
      <vt:lpstr>Advantage Waypoint - Client Portal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 Waypoint - Client Portal</dc:title>
  <dc:creator>Brendan Murphy</dc:creator>
  <cp:lastModifiedBy>Brendan Murphy</cp:lastModifiedBy>
  <cp:revision>3</cp:revision>
  <dcterms:created xsi:type="dcterms:W3CDTF">2024-03-22T17:35:31Z</dcterms:created>
  <dcterms:modified xsi:type="dcterms:W3CDTF">2024-03-22T17:45:53Z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