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5" r:id="rId5"/>
  </p:sldMasterIdLst>
  <p:notesMasterIdLst>
    <p:notesMasterId r:id="rId7"/>
  </p:notesMasterIdLst>
  <p:sldIdLst>
    <p:sldId id="398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vin Dieser" userId="b8ec51aa-853b-4fdc-a2f5-465f8affde60" providerId="ADAL" clId="{BA3FE5B1-4E32-49F9-9698-A79214C1FD2F}"/>
    <pc:docChg chg="modSld">
      <pc:chgData name="Kelvin Dieser" userId="b8ec51aa-853b-4fdc-a2f5-465f8affde60" providerId="ADAL" clId="{BA3FE5B1-4E32-49F9-9698-A79214C1FD2F}" dt="2021-04-06T22:52:56.596" v="160" actId="20577"/>
      <pc:docMkLst>
        <pc:docMk/>
      </pc:docMkLst>
      <pc:sldChg chg="modSp mod">
        <pc:chgData name="Kelvin Dieser" userId="b8ec51aa-853b-4fdc-a2f5-465f8affde60" providerId="ADAL" clId="{BA3FE5B1-4E32-49F9-9698-A79214C1FD2F}" dt="2021-04-06T22:52:56.596" v="160" actId="20577"/>
        <pc:sldMkLst>
          <pc:docMk/>
          <pc:sldMk cId="4259934452" sldId="3980"/>
        </pc:sldMkLst>
        <pc:spChg chg="mod">
          <ac:chgData name="Kelvin Dieser" userId="b8ec51aa-853b-4fdc-a2f5-465f8affde60" providerId="ADAL" clId="{BA3FE5B1-4E32-49F9-9698-A79214C1FD2F}" dt="2021-04-06T22:52:56.596" v="160" actId="20577"/>
          <ac:spMkLst>
            <pc:docMk/>
            <pc:sldMk cId="4259934452" sldId="3980"/>
            <ac:spMk id="3" creationId="{5EC28422-225F-4425-B69C-CB0DB527ED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E8116-BDAF-4FF1-B6BA-5EE6DF13E3F0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E06FB-8BED-4C0A-9D0B-CC9950180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2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A526457-AFF9-4C64-ACA9-57BFCF79B20E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68A5FB-A35F-4120-A0D4-DDE534D458D5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471800EB-F6BF-4776-B506-3056304E5AE7}"/>
              </a:ext>
            </a:extLst>
          </p:cNvPr>
          <p:cNvSpPr txBox="1">
            <a:spLocks/>
          </p:cNvSpPr>
          <p:nvPr userDrawn="1"/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76200" tIns="38100" rIns="76200" bIns="38100" rtlCol="0" anchor="ctr"/>
          <a:lstStyle>
            <a:defPPr>
              <a:defRPr lang="en-US"/>
            </a:defPPr>
            <a:lvl1pPr marL="0" algn="r" defTabSz="1172261" rtl="0" eaLnBrk="1" latinLnBrk="0" hangingPunct="1">
              <a:defRPr sz="1412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40DB5-B054-4B52-B27D-446721D6CC27}" type="slidenum">
              <a:rPr lang="en-US" sz="1177" smtClean="0"/>
              <a:pPr/>
              <a:t>‹#›</a:t>
            </a:fld>
            <a:endParaRPr lang="en-US" sz="1177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F3BEF6-9E38-45B1-97EE-47997846C2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0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Image result for kia motors HQ">
            <a:extLst>
              <a:ext uri="{FF2B5EF4-FFF2-40B4-BE49-F238E27FC236}">
                <a16:creationId xmlns:a16="http://schemas.microsoft.com/office/drawing/2014/main" id="{7F3ACFE8-90CC-4B43-AE07-40731FF60D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3" r="10905" b="2450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820B2A3-6DEC-48BD-904B-6CFD85288AA6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35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0BFFF1F-8D9F-49EF-AB66-392D21916FF4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6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B06CE19-0D13-4877-89E5-DE0488747EB0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6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FD84ECB-CD7C-4B53-868B-8B9C84EFE3E5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0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BB33170-991C-4F2E-8341-1F4D29A9C1A4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75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4CDD809-FD8E-4297-82D9-21DF4F1C1BFB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043" y="2679540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5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DB3C964-2E03-4AFA-B90C-619A2255423F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98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C31BCD0-E589-45D2-973A-7DB1D9846ACB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40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8019775-0498-4EA6-A019-48733BDE3441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8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BDB60B-B357-4CF5-85CE-EDF13D76A701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3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E0ECDFF-B3DE-4852-A472-7B80AB90681A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11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28390BE-79F7-4F03-A216-A237DED0C038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62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43497A-B2A6-4FF7-9D34-C7602AF58866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691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B2FD54A-1D4F-4ED5-8EFC-78966C01232B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8209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C09FD23-289C-431D-80FA-52BDFEE9BFF4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04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F126EF0-0169-403B-A728-98DFF1367DE5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073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368E58-9057-4451-887B-934AD11B5C57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329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0367488-5C47-468F-8192-2A578E30B425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50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954E7E3-33DD-4F8E-8CB0-79CABD017A7B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12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DF71C59-5961-44CF-B659-EC93B8A3CED4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057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9B20E83-FE03-477A-BEBC-E4A9F2F442F3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832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9BE240-3924-430B-8E7A-A11BECDAE8EC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1978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2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9197508-CBFC-4248-802D-EAF8190AB001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481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2FA3FD33-582B-4739-81AB-7E498F57A237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795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5789276-2CCF-4D14-B002-24348CB75938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741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5D1036A-FF8F-4EC6-9DB2-E8A7590EE491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578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2E3DA75-6B42-449E-8B96-383340867AFD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916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36DD581-5535-4FA4-9DD7-032F84BD44E6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5471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0B12CC5-8CF3-4C02-90D1-13A2787490CD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170" y="2532447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261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6CE5003-F661-4923-BED5-FA9925678A17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29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9883259-9F5A-44B5-9F2D-FA9D882E5379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4568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DB07EB8-E693-4823-8174-5B8D5C071429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770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C147A20-95D7-4D85-868B-9857B6B6D8E2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774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B626437-F0F2-4221-8D5B-5050E1FCA5AE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220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F5DFF69-97C1-4513-A1D8-CCB5329FE615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958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CB17B97-B7C2-40E9-B698-244929F86388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788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DC77D4F-9BCE-4675-899D-2862C9531331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55880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712FAF3-4F04-4A45-A0F9-F72A980494A0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201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85FD7E0-A805-420A-875D-7270E2A068F4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77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C2BDBCE-CC25-4CBE-934F-9C7C872AC0CD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0182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CEB7861-64A3-41FA-ABEA-C185FC05FA35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937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B47BD2F-A296-43C1-84F8-791E05C73DA2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1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F4BE7A-AA3C-42B8-8F91-3C085726ECDB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096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A79E5FC-C2FF-4261-A4D9-221BEA5754A2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377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1138EFA-D900-4331-9A7A-F162229CDD6C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774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12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8"/>
            <a:ext cx="11653523" cy="1718473"/>
          </a:xfrm>
        </p:spPr>
        <p:txBody>
          <a:bodyPr>
            <a:spAutoFit/>
          </a:bodyPr>
          <a:lstStyle>
            <a:lvl3pPr>
              <a:defRPr sz="2353"/>
            </a:lvl3pPr>
            <a:lvl4pPr>
              <a:defRPr sz="1961"/>
            </a:lvl4pPr>
            <a:lvl5pPr>
              <a:defRPr sz="196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07CF5-B5B9-4BCB-A9E2-376A440B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56805"/>
            <a:ext cx="533400" cy="3048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02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88430">
              <a:defRPr/>
            </a:pPr>
            <a:fld id="{69FA6C94-5F86-45CB-8648-60333F08ECEB}" type="slidenum">
              <a:rPr lang="en-US" smtClean="0"/>
              <a:pPr defTabSz="1088430"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>
          <a:xfrm>
            <a:off x="468313" y="1199017"/>
            <a:ext cx="11366500" cy="27424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D886EF-F323-4F4F-9AC3-21D9DF810CB6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283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0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39062AE9-38A0-4182-BCD1-E0AE29AB0D6F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56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36909568-B71B-41E5-8D66-18A0DC2840C5}" type="datetime1">
              <a:rPr lang="en-US" smtClean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68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</p:sldLayoutIdLs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644">
            <a:extLst>
              <a:ext uri="{FF2B5EF4-FFF2-40B4-BE49-F238E27FC236}">
                <a16:creationId xmlns:a16="http://schemas.microsoft.com/office/drawing/2014/main" id="{5EC28422-225F-4425-B69C-CB0DB527ED14}"/>
              </a:ext>
            </a:extLst>
          </p:cNvPr>
          <p:cNvSpPr txBox="1">
            <a:spLocks/>
          </p:cNvSpPr>
          <p:nvPr/>
        </p:nvSpPr>
        <p:spPr bwMode="auto">
          <a:xfrm>
            <a:off x="194061" y="162910"/>
            <a:ext cx="11644389" cy="672963"/>
          </a:xfrm>
          <a:prstGeom prst="rect">
            <a:avLst/>
          </a:prstGeom>
          <a:noFill/>
        </p:spPr>
        <p:txBody>
          <a:bodyPr vert="horz" wrap="square" lIns="195067" tIns="121917" rIns="195067" bIns="121917" rtlCol="0" anchor="t" anchorCtr="0">
            <a:noAutofit/>
          </a:bodyPr>
          <a:lstStyle>
            <a:lvl1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5398" kern="1200" spc="-133" baseline="0">
                <a:ln w="3175">
                  <a:noFill/>
                </a:ln>
                <a:solidFill>
                  <a:srgbClr val="FFFFFF"/>
                </a:solidFill>
                <a:latin typeface="Segoe UI Light"/>
                <a:ea typeface="ＭＳ Ｐゴシック" charset="0"/>
                <a:cs typeface="Segoe UI Light"/>
              </a:defRPr>
            </a:lvl1pPr>
            <a:lvl2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2pPr>
            <a:lvl3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3pPr>
            <a:lvl4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4pPr>
            <a:lvl5pPr algn="l" defTabSz="913231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5pPr>
            <a:lvl6pPr marL="448059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6pPr>
            <a:lvl7pPr marL="896117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7pPr>
            <a:lvl8pPr marL="1344176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8pPr>
            <a:lvl9pPr marL="1792235" algn="l" defTabSz="913231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92">
                <a:solidFill>
                  <a:schemeClr val="tx2"/>
                </a:solidFill>
                <a:latin typeface="Segoe UI Light" charset="0"/>
                <a:ea typeface="ＭＳ Ｐゴシック" charset="0"/>
                <a:cs typeface="Segoe UI" charset="0"/>
              </a:defRPr>
            </a:lvl9pPr>
          </a:lstStyle>
          <a:p>
            <a:pPr defTabSz="760995"/>
            <a:r>
              <a:rPr lang="en-US" sz="3333" spc="-111" dirty="0"/>
              <a:t>Hermanson: Hybrid SCCM to Intune </a:t>
            </a:r>
            <a:r>
              <a:rPr lang="en-US" sz="3333" spc="-111"/>
              <a:t>Standalone Reconfiguration</a:t>
            </a:r>
            <a:endParaRPr lang="en-US" sz="3333" spc="-11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C9C9C6-CC50-419A-8343-E3A51F3A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6845"/>
            <a:fld id="{49A40DB5-B054-4B52-B27D-446721D6CC27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976845"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A040530-6396-A94D-ADA6-95DAC217279C}"/>
              </a:ext>
            </a:extLst>
          </p:cNvPr>
          <p:cNvSpPr txBox="1">
            <a:spLocks/>
          </p:cNvSpPr>
          <p:nvPr/>
        </p:nvSpPr>
        <p:spPr>
          <a:xfrm>
            <a:off x="194061" y="1285272"/>
            <a:ext cx="7055870" cy="5376333"/>
          </a:xfrm>
          <a:prstGeom prst="rect">
            <a:avLst/>
          </a:prstGeom>
        </p:spPr>
        <p:txBody>
          <a:bodyPr vert="horz" lIns="76200" tIns="38100" rIns="76200" bIns="38100" rtlCol="0" anchor="t" anchorCtr="0">
            <a:noAutofit/>
          </a:bodyPr>
          <a:lstStyle>
            <a:defPPr>
              <a:defRPr lang="en-US"/>
            </a:defPPr>
            <a:lvl1pPr marL="0" algn="ctr" defTabSz="1172261" rtl="0" eaLnBrk="1" latinLnBrk="0" hangingPunct="1">
              <a:defRPr sz="1412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76845"/>
            <a:r>
              <a:rPr lang="en-US" sz="2667" b="1" dirty="0">
                <a:solidFill>
                  <a:srgbClr val="0096A9"/>
                </a:solidFill>
              </a:rPr>
              <a:t>Business Need</a:t>
            </a:r>
          </a:p>
          <a:p>
            <a:pPr algn="l" defTabSz="976845"/>
            <a:r>
              <a:rPr lang="en-US" sz="1167" b="1" dirty="0">
                <a:solidFill>
                  <a:srgbClr val="0096A9"/>
                </a:solidFill>
              </a:rPr>
              <a:t>  </a:t>
            </a:r>
            <a:endParaRPr lang="en-US" sz="2500" b="1" dirty="0">
              <a:solidFill>
                <a:srgbClr val="0096A9"/>
              </a:solidFill>
            </a:endParaRP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Assess Active Directory &amp; Identity Requirements</a:t>
            </a: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Azure AD P2 Sync / Migration </a:t>
            </a: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Migrate Users to Single Domain Forest</a:t>
            </a: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Manage MacBook / iPad / iPhone</a:t>
            </a: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AutoPilot Pilot (100 Dell Laptops)</a:t>
            </a:r>
            <a:br>
              <a:rPr lang="en-US" sz="667" dirty="0">
                <a:solidFill>
                  <a:prstClr val="black"/>
                </a:solidFill>
                <a:latin typeface="Segoe UI"/>
              </a:rPr>
            </a:br>
            <a:endParaRPr lang="en-US" sz="667" dirty="0">
              <a:solidFill>
                <a:prstClr val="black"/>
              </a:solidFill>
              <a:latin typeface="Segoe UI"/>
            </a:endParaRPr>
          </a:p>
          <a:p>
            <a:pPr algn="l" defTabSz="976845">
              <a:lnSpc>
                <a:spcPct val="170000"/>
              </a:lnSpc>
            </a:pPr>
            <a:r>
              <a:rPr lang="en-US" sz="2667" b="1" dirty="0">
                <a:solidFill>
                  <a:srgbClr val="0096A9"/>
                </a:solidFill>
              </a:rPr>
              <a:t>What We Did</a:t>
            </a:r>
          </a:p>
          <a:p>
            <a:pPr algn="l" defTabSz="976845">
              <a:lnSpc>
                <a:spcPct val="170000"/>
              </a:lnSpc>
            </a:pPr>
            <a:r>
              <a:rPr lang="en-US" sz="500" b="1" dirty="0">
                <a:solidFill>
                  <a:srgbClr val="0096A9"/>
                </a:solidFill>
              </a:rPr>
              <a:t>  </a:t>
            </a:r>
            <a:endParaRPr lang="en-US" sz="833" b="1" dirty="0">
              <a:solidFill>
                <a:srgbClr val="0096A9"/>
              </a:solidFill>
            </a:endParaRP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Active Directory and Identity Assessment</a:t>
            </a: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Disconnect Hybrid SCCM / Intune Co-management </a:t>
            </a: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Deployment and configuration of Intune Standalone </a:t>
            </a: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Device migration and management for 1000+ Devices</a:t>
            </a: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Intune AutoPilot deployment </a:t>
            </a:r>
          </a:p>
          <a:p>
            <a:pPr algn="l" defTabSz="976845">
              <a:lnSpc>
                <a:spcPct val="170000"/>
              </a:lnSpc>
            </a:pPr>
            <a:r>
              <a:rPr lang="en-US" sz="2667" b="1" dirty="0">
                <a:solidFill>
                  <a:srgbClr val="0096A9"/>
                </a:solidFill>
              </a:rPr>
              <a:t>Results</a:t>
            </a:r>
            <a:endParaRPr lang="en-US" sz="1500" b="1" dirty="0">
              <a:solidFill>
                <a:srgbClr val="0096A9"/>
              </a:solidFill>
            </a:endParaRP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Simplified iOS deployment / management </a:t>
            </a: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Improvements to Active Directory Infrastructure</a:t>
            </a:r>
          </a:p>
          <a:p>
            <a:pPr marL="774161" lvl="1" indent="-285739" defTabSz="97684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Segoe UI"/>
              </a:rPr>
              <a:t>Improved Security </a:t>
            </a:r>
          </a:p>
          <a:p>
            <a:pPr marL="488422" lvl="1" defTabSz="976845">
              <a:lnSpc>
                <a:spcPct val="170000"/>
              </a:lnSpc>
            </a:pPr>
            <a:endParaRPr lang="en-US" sz="667" dirty="0">
              <a:solidFill>
                <a:prstClr val="black"/>
              </a:solidFill>
              <a:latin typeface="Segoe UI"/>
            </a:endParaRPr>
          </a:p>
          <a:p>
            <a:pPr defTabSz="976845"/>
            <a:endParaRPr lang="en-US" sz="1177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E2D540-8A31-A24C-AF55-B0555A178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158" y="1926167"/>
            <a:ext cx="5300426" cy="1228425"/>
          </a:xfrm>
          <a:prstGeom prst="rect">
            <a:avLst/>
          </a:prstGeom>
        </p:spPr>
      </p:pic>
      <p:pic>
        <p:nvPicPr>
          <p:cNvPr id="16386" name="Picture 2" descr="Image result for Intune logo png">
            <a:extLst>
              <a:ext uri="{FF2B5EF4-FFF2-40B4-BE49-F238E27FC236}">
                <a16:creationId xmlns:a16="http://schemas.microsoft.com/office/drawing/2014/main" id="{C5134195-1ADE-4CD1-95CD-5529105F9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404" y="3154592"/>
            <a:ext cx="2704042" cy="1051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 result for SCCM logo png">
            <a:extLst>
              <a:ext uri="{FF2B5EF4-FFF2-40B4-BE49-F238E27FC236}">
                <a16:creationId xmlns:a16="http://schemas.microsoft.com/office/drawing/2014/main" id="{5B9C278A-C7D6-40A0-8AA7-68EF95A9B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5796" y="4383017"/>
            <a:ext cx="2168038" cy="1256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9344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1_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Infrastructure</Value>
    </BusinessUnit>
    <Solutions xmlns="f0ee8362-fa7e-4bc9-ab88-7dcfb17cb19b">
      <Value>Configurations</Value>
    </Solutions>
    <Industries xmlns="f0ee8362-fa7e-4bc9-ab88-7dcfb17cb19b">
      <Value>Engineering</Value>
    </Industries>
    <Notes0 xmlns="f0ee8362-fa7e-4bc9-ab88-7dcfb17cb19b" xsi:nil="true"/>
    <Named_x0020_Account xmlns="f0ee8362-fa7e-4bc9-ab88-7dcfb17cb19b" xsi:nil="true"/>
    <PlatTech xmlns="f0ee8362-fa7e-4bc9-ab88-7dcfb17cb19b">
      <Value>Other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0B03ABF9-4A29-4700-93FA-A668CE805C98}"/>
</file>

<file path=customXml/itemProps2.xml><?xml version="1.0" encoding="utf-8"?>
<ds:datastoreItem xmlns:ds="http://schemas.openxmlformats.org/officeDocument/2006/customXml" ds:itemID="{723B1632-A683-4E65-86E2-61994F1C48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83E7D0-EA92-4A7D-AB5F-E6F001713850}">
  <ds:schemaRefs>
    <ds:schemaRef ds:uri="http://purl.org/dc/elements/1.1/"/>
    <ds:schemaRef ds:uri="http://schemas.microsoft.com/office/infopath/2007/PartnerControls"/>
    <ds:schemaRef ds:uri="54243e05-8da7-404c-85e0-0480aaa26276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357972b2-b7ed-48bc-bbb4-0804bacba9d2"/>
    <ds:schemaRef ds:uri="7b4220d0-7dfa-4105-8a9f-61778b1dcc88"/>
    <ds:schemaRef ds:uri="http://schemas.microsoft.com/office/2006/metadata/properties"/>
  </ds:schemaRefs>
</ds:datastoreItem>
</file>

<file path=customXml/itemProps4.xml><?xml version="1.0" encoding="utf-8"?>
<ds:datastoreItem xmlns:ds="http://schemas.openxmlformats.org/officeDocument/2006/customXml" ds:itemID="{E84FB34B-C4C6-414F-9F85-4FA5CE53B6A3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Segoe UI</vt:lpstr>
      <vt:lpstr>Segoe UI Light</vt:lpstr>
      <vt:lpstr>Segoe UI Semilight</vt:lpstr>
      <vt:lpstr>Custom Design</vt:lpstr>
      <vt:lpstr>1_Custom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InTune/JAMF Case Studies and Setup</dc:title>
  <dc:creator>Maria Mejia-Henao</dc:creator>
  <cp:lastModifiedBy>Kelvin Dieser</cp:lastModifiedBy>
  <cp:revision>2</cp:revision>
  <dcterms:created xsi:type="dcterms:W3CDTF">2020-04-13T17:15:21Z</dcterms:created>
  <dcterms:modified xsi:type="dcterms:W3CDTF">2021-04-06T22:52:58Z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Business Unit">
    <vt:lpwstr/>
  </property>
  <property fmtid="{D5CDD505-2E9C-101B-9397-08002B2CF9AE}" pid="8" name="Industry">
    <vt:lpwstr>55;#Manufacturing|99fc8efc-4fec-46af-b730-04691660d970</vt:lpwstr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Service_x0020_Offering">
    <vt:lpwstr/>
  </property>
  <property fmtid="{D5CDD505-2E9C-101B-9397-08002B2CF9AE}" pid="12" name="Business_x0020_Unit">
    <vt:lpwstr/>
  </property>
  <property fmtid="{D5CDD505-2E9C-101B-9397-08002B2CF9AE}" pid="13" name="_ExtendedDescription">
    <vt:lpwstr/>
  </property>
  <property fmtid="{D5CDD505-2E9C-101B-9397-08002B2CF9AE}" pid="14" name="Service Offering">
    <vt:lpwstr/>
  </property>
  <property fmtid="{D5CDD505-2E9C-101B-9397-08002B2CF9AE}" pid="15" name="Category">
    <vt:lpwstr>6;#Case Study|8faa0ad1-25f0-4f56-8e38-f60e20c455d6</vt:lpwstr>
  </property>
  <property fmtid="{D5CDD505-2E9C-101B-9397-08002B2CF9AE}" pid="16" name="Order">
    <vt:r8>49100</vt:r8>
  </property>
  <property fmtid="{D5CDD505-2E9C-101B-9397-08002B2CF9AE}" pid="17" name="SO">
    <vt:lpwstr>15;#;#25;#</vt:lpwstr>
  </property>
  <property fmtid="{D5CDD505-2E9C-101B-9397-08002B2CF9AE}" pid="18" name="TriggerFlowInfo">
    <vt:lpwstr/>
  </property>
</Properties>
</file>