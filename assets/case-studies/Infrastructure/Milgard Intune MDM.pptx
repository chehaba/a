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85" r:id="rId5"/>
  </p:sldMasterIdLst>
  <p:notesMasterIdLst>
    <p:notesMasterId r:id="rId7"/>
  </p:notesMasterIdLst>
  <p:sldIdLst>
    <p:sldId id="3984"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871131-D702-4C14-9A1A-9CA24E259236}" v="1" dt="2021-04-06T23:04:47.8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7" d="100"/>
          <a:sy n="67" d="100"/>
        </p:scale>
        <p:origin x="64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 Id="rId14" Type="http://schemas.openxmlformats.org/officeDocument/2006/relationships/customXml" Target="../customXml/item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lvin Dieser" userId="b8ec51aa-853b-4fdc-a2f5-465f8affde60" providerId="ADAL" clId="{0E871131-D702-4C14-9A1A-9CA24E259236}"/>
    <pc:docChg chg="addSld delSld modSld">
      <pc:chgData name="Kelvin Dieser" userId="b8ec51aa-853b-4fdc-a2f5-465f8affde60" providerId="ADAL" clId="{0E871131-D702-4C14-9A1A-9CA24E259236}" dt="2021-04-06T23:04:49.817" v="1" actId="47"/>
      <pc:docMkLst>
        <pc:docMk/>
      </pc:docMkLst>
      <pc:sldChg chg="del">
        <pc:chgData name="Kelvin Dieser" userId="b8ec51aa-853b-4fdc-a2f5-465f8affde60" providerId="ADAL" clId="{0E871131-D702-4C14-9A1A-9CA24E259236}" dt="2021-04-06T23:04:49.817" v="1" actId="47"/>
        <pc:sldMkLst>
          <pc:docMk/>
          <pc:sldMk cId="2009463298" sldId="3983"/>
        </pc:sldMkLst>
      </pc:sldChg>
      <pc:sldChg chg="add">
        <pc:chgData name="Kelvin Dieser" userId="b8ec51aa-853b-4fdc-a2f5-465f8affde60" providerId="ADAL" clId="{0E871131-D702-4C14-9A1A-9CA24E259236}" dt="2021-04-06T23:04:47.824" v="0"/>
        <pc:sldMkLst>
          <pc:docMk/>
          <pc:sldMk cId="4089423046" sldId="398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DE8116-BDAF-4FF1-B6BA-5EE6DF13E3F0}" type="datetimeFigureOut">
              <a:rPr lang="en-US" smtClean="0"/>
              <a:t>4/6/2021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EE06FB-8BED-4C0A-9D0B-CC9950180FAC}" type="slidenum">
              <a:rPr lang="en-US" smtClean="0"/>
              <a:t>‹#›</a:t>
            </a:fld>
            <a:endParaRPr lang="en-US"/>
          </a:p>
        </p:txBody>
      </p:sp>
    </p:spTree>
    <p:extLst>
      <p:ext uri="{BB962C8B-B14F-4D97-AF65-F5344CB8AC3E}">
        <p14:creationId xmlns:p14="http://schemas.microsoft.com/office/powerpoint/2010/main" val="28837214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49941" y="2938387"/>
            <a:ext cx="7988613"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A526457-AFF9-4C64-ACA9-57BFCF79B20E}" type="datetime1">
              <a:rPr lang="en-US" smtClean="0"/>
              <a:t>4/6/2021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9939" y="2209472"/>
            <a:ext cx="1942773" cy="504381"/>
          </a:xfrm>
          <a:prstGeom prst="rect">
            <a:avLst/>
          </a:prstGeom>
        </p:spPr>
      </p:pic>
      <p:pic>
        <p:nvPicPr>
          <p:cNvPr id="10" name="Picture 9">
            <a:extLst>
              <a:ext uri="{FF2B5EF4-FFF2-40B4-BE49-F238E27FC236}">
                <a16:creationId xmlns:a16="http://schemas.microsoft.com/office/drawing/2014/main" id="{E0965F55-11BA-49A6-947C-F5315306624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
        <p:nvSpPr>
          <p:cNvPr id="11" name="Rectangle 10">
            <a:extLst>
              <a:ext uri="{FF2B5EF4-FFF2-40B4-BE49-F238E27FC236}">
                <a16:creationId xmlns:a16="http://schemas.microsoft.com/office/drawing/2014/main" id="{E668A5FB-A35F-4120-A0D4-DDE534D458D5}"/>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13" name="Slide Number Placeholder 4">
            <a:extLst>
              <a:ext uri="{FF2B5EF4-FFF2-40B4-BE49-F238E27FC236}">
                <a16:creationId xmlns:a16="http://schemas.microsoft.com/office/drawing/2014/main" id="{471800EB-F6BF-4776-B506-3056304E5AE7}"/>
              </a:ext>
            </a:extLst>
          </p:cNvPr>
          <p:cNvSpPr txBox="1">
            <a:spLocks/>
          </p:cNvSpPr>
          <p:nvPr userDrawn="1"/>
        </p:nvSpPr>
        <p:spPr>
          <a:xfrm>
            <a:off x="11277600" y="6356805"/>
            <a:ext cx="533400" cy="304800"/>
          </a:xfrm>
          <a:prstGeom prst="rect">
            <a:avLst/>
          </a:prstGeom>
        </p:spPr>
        <p:txBody>
          <a:bodyPr vert="horz" lIns="76200" tIns="38100" rIns="76200" bIns="38100" rtlCol="0" anchor="ctr"/>
          <a:lstStyle>
            <a:defPPr>
              <a:defRPr lang="en-US"/>
            </a:defPPr>
            <a:lvl1pPr marL="0" algn="r" defTabSz="1172261" rtl="0" eaLnBrk="1" latinLnBrk="0" hangingPunct="1">
              <a:defRPr sz="1412" kern="1200">
                <a:solidFill>
                  <a:schemeClr val="tx1">
                    <a:tint val="75000"/>
                  </a:schemeClr>
                </a:solidFill>
                <a:latin typeface="Segoe UI" panose="020B0502040204020203" pitchFamily="34" charset="0"/>
                <a:ea typeface="+mn-ea"/>
                <a:cs typeface="+mn-cs"/>
              </a:defRPr>
            </a:lvl1pPr>
            <a:lvl2pPr marL="586130" algn="l" defTabSz="1172261" rtl="0" eaLnBrk="1" latinLnBrk="0" hangingPunct="1">
              <a:defRPr sz="2308" kern="1200">
                <a:solidFill>
                  <a:schemeClr val="tx1"/>
                </a:solidFill>
                <a:latin typeface="+mn-lt"/>
                <a:ea typeface="+mn-ea"/>
                <a:cs typeface="+mn-cs"/>
              </a:defRPr>
            </a:lvl2pPr>
            <a:lvl3pPr marL="1172261" algn="l" defTabSz="1172261" rtl="0" eaLnBrk="1" latinLnBrk="0" hangingPunct="1">
              <a:defRPr sz="2308" kern="1200">
                <a:solidFill>
                  <a:schemeClr val="tx1"/>
                </a:solidFill>
                <a:latin typeface="+mn-lt"/>
                <a:ea typeface="+mn-ea"/>
                <a:cs typeface="+mn-cs"/>
              </a:defRPr>
            </a:lvl3pPr>
            <a:lvl4pPr marL="1758391" algn="l" defTabSz="1172261" rtl="0" eaLnBrk="1" latinLnBrk="0" hangingPunct="1">
              <a:defRPr sz="2308" kern="1200">
                <a:solidFill>
                  <a:schemeClr val="tx1"/>
                </a:solidFill>
                <a:latin typeface="+mn-lt"/>
                <a:ea typeface="+mn-ea"/>
                <a:cs typeface="+mn-cs"/>
              </a:defRPr>
            </a:lvl4pPr>
            <a:lvl5pPr marL="2344522" algn="l" defTabSz="1172261" rtl="0" eaLnBrk="1" latinLnBrk="0" hangingPunct="1">
              <a:defRPr sz="2308" kern="1200">
                <a:solidFill>
                  <a:schemeClr val="tx1"/>
                </a:solidFill>
                <a:latin typeface="+mn-lt"/>
                <a:ea typeface="+mn-ea"/>
                <a:cs typeface="+mn-cs"/>
              </a:defRPr>
            </a:lvl5pPr>
            <a:lvl6pPr marL="2930652" algn="l" defTabSz="1172261" rtl="0" eaLnBrk="1" latinLnBrk="0" hangingPunct="1">
              <a:defRPr sz="2308" kern="1200">
                <a:solidFill>
                  <a:schemeClr val="tx1"/>
                </a:solidFill>
                <a:latin typeface="+mn-lt"/>
                <a:ea typeface="+mn-ea"/>
                <a:cs typeface="+mn-cs"/>
              </a:defRPr>
            </a:lvl6pPr>
            <a:lvl7pPr marL="3516782" algn="l" defTabSz="1172261" rtl="0" eaLnBrk="1" latinLnBrk="0" hangingPunct="1">
              <a:defRPr sz="2308" kern="1200">
                <a:solidFill>
                  <a:schemeClr val="tx1"/>
                </a:solidFill>
                <a:latin typeface="+mn-lt"/>
                <a:ea typeface="+mn-ea"/>
                <a:cs typeface="+mn-cs"/>
              </a:defRPr>
            </a:lvl7pPr>
            <a:lvl8pPr marL="4102913" algn="l" defTabSz="1172261" rtl="0" eaLnBrk="1" latinLnBrk="0" hangingPunct="1">
              <a:defRPr sz="2308" kern="1200">
                <a:solidFill>
                  <a:schemeClr val="tx1"/>
                </a:solidFill>
                <a:latin typeface="+mn-lt"/>
                <a:ea typeface="+mn-ea"/>
                <a:cs typeface="+mn-cs"/>
              </a:defRPr>
            </a:lvl8pPr>
            <a:lvl9pPr marL="4689043" algn="l" defTabSz="1172261" rtl="0" eaLnBrk="1" latinLnBrk="0" hangingPunct="1">
              <a:defRPr sz="2308" kern="1200">
                <a:solidFill>
                  <a:schemeClr val="tx1"/>
                </a:solidFill>
                <a:latin typeface="+mn-lt"/>
                <a:ea typeface="+mn-ea"/>
                <a:cs typeface="+mn-cs"/>
              </a:defRPr>
            </a:lvl9pPr>
          </a:lstStyle>
          <a:p>
            <a:fld id="{49A40DB5-B054-4B52-B27D-446721D6CC27}" type="slidenum">
              <a:rPr lang="en-US" sz="1177" smtClean="0"/>
              <a:pPr/>
              <a:t>‹#›</a:t>
            </a:fld>
            <a:endParaRPr lang="en-US" sz="1177" dirty="0"/>
          </a:p>
        </p:txBody>
      </p:sp>
      <p:pic>
        <p:nvPicPr>
          <p:cNvPr id="14" name="Picture 13">
            <a:extLst>
              <a:ext uri="{FF2B5EF4-FFF2-40B4-BE49-F238E27FC236}">
                <a16:creationId xmlns:a16="http://schemas.microsoft.com/office/drawing/2014/main" id="{2DF3BEF6-9E38-45B1-97EE-47997846C2EF}"/>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535209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15364" name="Picture 4" descr="Image result for kia motors HQ">
            <a:extLst>
              <a:ext uri="{FF2B5EF4-FFF2-40B4-BE49-F238E27FC236}">
                <a16:creationId xmlns:a16="http://schemas.microsoft.com/office/drawing/2014/main" id="{7F3ACFE8-90CC-4B43-AE07-40731FF60D54}"/>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7643" r="10905" b="24509"/>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FC680771-E145-494A-AF5F-BDE0DE155687}"/>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2" name="Title 1"/>
          <p:cNvSpPr>
            <a:spLocks noGrp="1"/>
          </p:cNvSpPr>
          <p:nvPr>
            <p:ph type="ctrTitle"/>
          </p:nvPr>
        </p:nvSpPr>
        <p:spPr>
          <a:xfrm>
            <a:off x="381000" y="2938387"/>
            <a:ext cx="11430000"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9820B2A3-6DEC-48BD-904B-6CFD85288AA6}" type="datetime1">
              <a:rPr lang="en-US" smtClean="0"/>
              <a:t>4/6/2021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1" name="Picture 10">
            <a:extLst>
              <a:ext uri="{FF2B5EF4-FFF2-40B4-BE49-F238E27FC236}">
                <a16:creationId xmlns:a16="http://schemas.microsoft.com/office/drawing/2014/main" id="{861B8082-4CA1-4814-AD91-104B2863304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472935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4_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C98557-C9EF-46C0-ACD8-4FD2354926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30BFFF1F-8D9F-49EF-AB66-392D21916FF4}" type="datetime1">
              <a:rPr lang="en-US" smtClean="0"/>
              <a:t>4/6/2021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DAC7F00A-F86F-4137-BF70-C36BF607941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904065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7FDDA0-9A72-4EF9-A2D2-0E17F0F1CF8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BE89F687-D33C-4157-BC5C-7A3EB7EF9B39}"/>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2" name="Title 1"/>
          <p:cNvSpPr>
            <a:spLocks noGrp="1"/>
          </p:cNvSpPr>
          <p:nvPr>
            <p:ph type="title"/>
          </p:nvPr>
        </p:nvSpPr>
        <p:spPr>
          <a:xfrm>
            <a:off x="266700" y="266700"/>
            <a:ext cx="10515211" cy="457200"/>
          </a:xfrm>
        </p:spPr>
        <p:txBody>
          <a:bodyPr/>
          <a:lstStyle>
            <a:lvl1pPr>
              <a:defRPr>
                <a:solidFill>
                  <a:schemeClr val="bg1"/>
                </a:solidFill>
                <a:latin typeface="Segoe UI" panose="020B0502040204020203" pitchFamily="34" charset="0"/>
              </a:defRPr>
            </a:lvl1pPr>
          </a:lstStyle>
          <a:p>
            <a:r>
              <a:rPr lang="en-US"/>
              <a:t>Click to edit Master title style</a:t>
            </a:r>
          </a:p>
        </p:txBody>
      </p:sp>
      <p:sp>
        <p:nvSpPr>
          <p:cNvPr id="3" name="Content Placeholder 2"/>
          <p:cNvSpPr>
            <a:spLocks noGrp="1"/>
          </p:cNvSpPr>
          <p:nvPr>
            <p:ph idx="1"/>
          </p:nvPr>
        </p:nvSpPr>
        <p:spPr>
          <a:xfrm>
            <a:off x="266700" y="1143000"/>
            <a:ext cx="10515211" cy="4350456"/>
          </a:xfrm>
        </p:spPr>
        <p:txBody>
          <a:bodyPr/>
          <a:lstStyle>
            <a:lvl1pPr>
              <a:defRPr>
                <a:solidFill>
                  <a:schemeClr val="bg1"/>
                </a:solidFill>
                <a:latin typeface="Segoe UI" panose="020B0502040204020203" pitchFamily="34" charset="0"/>
              </a:defRPr>
            </a:lvl1pPr>
            <a:lvl2pPr>
              <a:defRPr>
                <a:solidFill>
                  <a:schemeClr val="bg1"/>
                </a:solidFill>
                <a:latin typeface="Segoe UI" panose="020B0502040204020203" pitchFamily="34" charset="0"/>
              </a:defRPr>
            </a:lvl2pPr>
            <a:lvl3pPr>
              <a:defRPr>
                <a:solidFill>
                  <a:schemeClr val="bg1"/>
                </a:solidFill>
                <a:latin typeface="Segoe UI" panose="020B0502040204020203" pitchFamily="34" charset="0"/>
              </a:defRPr>
            </a:lvl3pPr>
            <a:lvl4pPr>
              <a:defRPr>
                <a:solidFill>
                  <a:schemeClr val="bg1"/>
                </a:solidFill>
                <a:latin typeface="Segoe UI" panose="020B0502040204020203" pitchFamily="34" charset="0"/>
              </a:defRPr>
            </a:lvl4pPr>
            <a:lvl5pPr>
              <a:defRPr>
                <a:solidFill>
                  <a:schemeClr val="bg1"/>
                </a:solidFill>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0B06CE19-0D13-4877-89E5-DE0488747EB0}" type="datetime1">
              <a:rPr lang="en-US" smtClean="0"/>
              <a:t>4/6/2021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0" name="Picture 9">
            <a:extLst>
              <a:ext uri="{FF2B5EF4-FFF2-40B4-BE49-F238E27FC236}">
                <a16:creationId xmlns:a16="http://schemas.microsoft.com/office/drawing/2014/main" id="{20937B85-B95A-4743-A758-7FD5A4CDD66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836461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5_Section Header">
    <p:spTree>
      <p:nvGrpSpPr>
        <p:cNvPr id="1" name=""/>
        <p:cNvGrpSpPr/>
        <p:nvPr/>
      </p:nvGrpSpPr>
      <p:grpSpPr>
        <a:xfrm>
          <a:off x="0" y="0"/>
          <a:ext cx="0" cy="0"/>
          <a:chOff x="0" y="0"/>
          <a:chExt cx="0" cy="0"/>
        </a:xfrm>
      </p:grpSpPr>
      <p:pic>
        <p:nvPicPr>
          <p:cNvPr id="10" name="Picture 2" descr="https://s-media-cache-ak0.pinimg.com/originals/56/3f/a2/563fa26398dc80e6c5b03695b4b05951.jpg">
            <a:extLst>
              <a:ext uri="{FF2B5EF4-FFF2-40B4-BE49-F238E27FC236}">
                <a16:creationId xmlns:a16="http://schemas.microsoft.com/office/drawing/2014/main" id="{2E825CFE-0636-45FA-8A13-E6196B14C82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143000"/>
            <a:ext cx="12192000" cy="94041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BFD84ECB-CD7C-4B53-868B-8B9C84EFE3E5}" type="datetime1">
              <a:rPr lang="en-US" smtClean="0"/>
              <a:t>4/6/2021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F4AEF935-9427-4AC1-8E61-AE96D9F3487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7739025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rgbClr val="0096A9"/>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8E95B-5C91-4D5C-A2D1-6735F6079072}"/>
              </a:ext>
            </a:extLst>
          </p:cNvPr>
          <p:cNvPicPr>
            <a:picLocks noChangeAspect="1"/>
          </p:cNvPicPr>
          <p:nvPr userDrawn="1"/>
        </p:nvPicPr>
        <p:blipFill rotWithShape="1">
          <a:blip r:embed="rId2"/>
          <a:srcRect t="20949" b="7428"/>
          <a:stretch/>
        </p:blipFill>
        <p:spPr>
          <a:xfrm>
            <a:off x="0" y="0"/>
            <a:ext cx="12192000" cy="6858000"/>
          </a:xfrm>
          <a:prstGeom prst="rect">
            <a:avLst/>
          </a:prstGeom>
        </p:spPr>
      </p:pic>
      <p:sp>
        <p:nvSpPr>
          <p:cNvPr id="9" name="Rectangle 8">
            <a:extLst>
              <a:ext uri="{FF2B5EF4-FFF2-40B4-BE49-F238E27FC236}">
                <a16:creationId xmlns:a16="http://schemas.microsoft.com/office/drawing/2014/main" id="{A369CD0C-8BF2-4E3E-8C85-09B075B0434B}"/>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3" name="Text Placeholder 2"/>
          <p:cNvSpPr>
            <a:spLocks noGrp="1"/>
          </p:cNvSpPr>
          <p:nvPr>
            <p:ph type="body" idx="1"/>
          </p:nvPr>
        </p:nvSpPr>
        <p:spPr>
          <a:xfrm>
            <a:off x="762000" y="4724400"/>
            <a:ext cx="10515210" cy="1524000"/>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9BB33170-991C-4F2E-8341-1F4D29A9C1A4}" type="datetime1">
              <a:rPr lang="en-US" smtClean="0"/>
              <a:t>4/6/2021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762000" y="3657600"/>
            <a:ext cx="10668000" cy="914400"/>
          </a:xfrm>
        </p:spPr>
        <p:txBody>
          <a:bodyPr tIns="91440" bIns="91440"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6D36EFAE-173A-431F-8B79-18B410985F9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435759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p:cNvPicPr>
          <p:nvPr/>
        </p:nvPicPr>
        <p:blipFill rotWithShape="1">
          <a:blip r:embed="rId2">
            <a:extLst>
              <a:ext uri="{28A0092B-C50C-407E-A947-70E740481C1C}">
                <a14:useLocalDpi xmlns:a14="http://schemas.microsoft.com/office/drawing/2010/main" val="0"/>
              </a:ext>
            </a:extLst>
          </a:blip>
          <a:srcRect r="10573"/>
          <a:stretch/>
        </p:blipFill>
        <p:spPr>
          <a:xfrm>
            <a:off x="0" y="-1"/>
            <a:ext cx="12192000" cy="6858001"/>
          </a:xfrm>
          <a:prstGeom prst="rect">
            <a:avLst/>
          </a:prstGeom>
        </p:spPr>
      </p:pic>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B4CDD809-FD8E-4297-82D9-21DF4F1C1BFB}" type="datetime1">
              <a:rPr lang="en-US" smtClean="0"/>
              <a:t>4/6/2021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1432043" y="2679540"/>
            <a:ext cx="11205363" cy="896552"/>
          </a:xfrm>
        </p:spPr>
        <p:txBody>
          <a:bodyPr anchor="t" anchorCtr="0">
            <a:noAutofit/>
          </a:bodyPr>
          <a:lstStyle>
            <a:lvl1pPr algn="l">
              <a:defRPr sz="5295">
                <a:solidFill>
                  <a:srgbClr val="004E59"/>
                </a:solidFill>
                <a:latin typeface="+mj-lt"/>
                <a:cs typeface="Segoe UI Semilight" panose="020B0402040204020203" pitchFamily="34" charset="0"/>
              </a:defRPr>
            </a:lvl1pPr>
          </a:lstStyle>
          <a:p>
            <a:r>
              <a:rPr lang="en-US"/>
              <a:t>Click to edit Master title style</a:t>
            </a:r>
          </a:p>
        </p:txBody>
      </p:sp>
      <p:pic>
        <p:nvPicPr>
          <p:cNvPr id="8" name="Picture 7">
            <a:extLst>
              <a:ext uri="{FF2B5EF4-FFF2-40B4-BE49-F238E27FC236}">
                <a16:creationId xmlns:a16="http://schemas.microsoft.com/office/drawing/2014/main" id="{2714EBA0-C440-4D49-AAB8-E1ECDF6B67E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132553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004E59"/>
        </a:solidFill>
        <a:effectLst/>
      </p:bgPr>
    </p:bg>
    <p:spTree>
      <p:nvGrpSpPr>
        <p:cNvPr id="1" name=""/>
        <p:cNvGrpSpPr/>
        <p:nvPr/>
      </p:nvGrpSpPr>
      <p:grpSpPr>
        <a:xfrm>
          <a:off x="0" y="0"/>
          <a:ext cx="0" cy="0"/>
          <a:chOff x="0" y="0"/>
          <a:chExt cx="0" cy="0"/>
        </a:xfrm>
      </p:grpSpPr>
      <p:sp>
        <p:nvSpPr>
          <p:cNvPr id="9" name="Rectangle 8"/>
          <p:cNvSpPr/>
          <p:nvPr/>
        </p:nvSpPr>
        <p:spPr>
          <a:xfrm>
            <a:off x="-1" y="3"/>
            <a:ext cx="12192000" cy="68580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65" dirty="0">
              <a:solidFill>
                <a:schemeClr val="bg1"/>
              </a:solidFill>
              <a:latin typeface="Segoe UI" panose="020B0502040204020203" pitchFamily="34" charset="0"/>
            </a:endParaRP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DB3C964-2E03-4AFA-B90C-619A2255423F}" type="datetime1">
              <a:rPr lang="en-US" smtClean="0"/>
              <a:t>4/6/2021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980723"/>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0" name="Picture 9">
            <a:extLst>
              <a:ext uri="{FF2B5EF4-FFF2-40B4-BE49-F238E27FC236}">
                <a16:creationId xmlns:a16="http://schemas.microsoft.com/office/drawing/2014/main" id="{E4EC61EA-4242-4C46-82F7-F70F2018C8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295982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AC31BCD0-E589-45D2-973A-7DB1D9846ACB}" type="datetime1">
              <a:rPr lang="en-US" smtClean="0"/>
              <a:t>4/6/2021</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436940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98019775-0498-4EA6-A019-48733BDE3441}" type="datetime1">
              <a:rPr lang="en-US" smtClean="0"/>
              <a:t>4/6/2021</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6580"/>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149981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219200"/>
            <a:ext cx="11430000" cy="4350456"/>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F7BDB60B-B357-4CF5-85CE-EDF13D76A701}" type="datetime1">
              <a:rPr lang="en-US" smtClean="0"/>
              <a:t>4/6/2021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8" name="Picture 7">
            <a:extLst>
              <a:ext uri="{FF2B5EF4-FFF2-40B4-BE49-F238E27FC236}">
                <a16:creationId xmlns:a16="http://schemas.microsoft.com/office/drawing/2014/main" id="{FA8DF217-1EAD-4B4A-A2F2-041F388DEC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979732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676400"/>
            <a:ext cx="5334000" cy="441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1E0ECDFF-B3DE-4852-A472-7B80AB90681A}" type="datetime1">
              <a:rPr lang="en-US" smtClean="0"/>
              <a:t>4/6/2021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381000" y="1219200"/>
            <a:ext cx="5334000" cy="322792"/>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pic>
        <p:nvPicPr>
          <p:cNvPr id="12" name="Picture 11">
            <a:extLst>
              <a:ext uri="{FF2B5EF4-FFF2-40B4-BE49-F238E27FC236}">
                <a16:creationId xmlns:a16="http://schemas.microsoft.com/office/drawing/2014/main" id="{34414025-9975-41E8-9FC5-0DF320B9428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2902118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762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28390BE-79F7-4F03-A216-A237DED0C038}" type="datetime1">
              <a:rPr lang="en-US" smtClean="0"/>
              <a:t>4/6/2021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3" name="Content Placeholder 2">
            <a:extLst>
              <a:ext uri="{FF2B5EF4-FFF2-40B4-BE49-F238E27FC236}">
                <a16:creationId xmlns:a16="http://schemas.microsoft.com/office/drawing/2014/main" id="{F563948A-318B-4390-8E4D-036A81F512A6}"/>
              </a:ext>
            </a:extLst>
          </p:cNvPr>
          <p:cNvSpPr>
            <a:spLocks noGrp="1"/>
          </p:cNvSpPr>
          <p:nvPr>
            <p:ph idx="14"/>
          </p:nvPr>
        </p:nvSpPr>
        <p:spPr>
          <a:xfrm>
            <a:off x="2209800" y="28194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4" name="Text Placeholder 10">
            <a:extLst>
              <a:ext uri="{FF2B5EF4-FFF2-40B4-BE49-F238E27FC236}">
                <a16:creationId xmlns:a16="http://schemas.microsoft.com/office/drawing/2014/main" id="{2AD0E7F6-4B25-41E6-A3A0-23177BB06301}"/>
              </a:ext>
            </a:extLst>
          </p:cNvPr>
          <p:cNvSpPr>
            <a:spLocks noGrp="1"/>
          </p:cNvSpPr>
          <p:nvPr>
            <p:ph type="body" sz="quarter" idx="15"/>
          </p:nvPr>
        </p:nvSpPr>
        <p:spPr>
          <a:xfrm>
            <a:off x="2209800" y="25146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dirty="0"/>
          </a:p>
        </p:txBody>
      </p:sp>
      <p:sp>
        <p:nvSpPr>
          <p:cNvPr id="16" name="Content Placeholder 2">
            <a:extLst>
              <a:ext uri="{FF2B5EF4-FFF2-40B4-BE49-F238E27FC236}">
                <a16:creationId xmlns:a16="http://schemas.microsoft.com/office/drawing/2014/main" id="{C8B1E0DD-9C3B-4861-B9C7-658DE1B3A2CA}"/>
              </a:ext>
            </a:extLst>
          </p:cNvPr>
          <p:cNvSpPr>
            <a:spLocks noGrp="1"/>
          </p:cNvSpPr>
          <p:nvPr>
            <p:ph idx="17"/>
          </p:nvPr>
        </p:nvSpPr>
        <p:spPr>
          <a:xfrm>
            <a:off x="2220383" y="4267200"/>
            <a:ext cx="9601200" cy="60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7" name="Text Placeholder 10">
            <a:extLst>
              <a:ext uri="{FF2B5EF4-FFF2-40B4-BE49-F238E27FC236}">
                <a16:creationId xmlns:a16="http://schemas.microsoft.com/office/drawing/2014/main" id="{3A6FE795-7232-4C2C-8253-3E63F346E6F1}"/>
              </a:ext>
            </a:extLst>
          </p:cNvPr>
          <p:cNvSpPr>
            <a:spLocks noGrp="1"/>
          </p:cNvSpPr>
          <p:nvPr>
            <p:ph type="body" sz="quarter" idx="18"/>
          </p:nvPr>
        </p:nvSpPr>
        <p:spPr>
          <a:xfrm>
            <a:off x="2220383" y="38100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8" name="Content Placeholder 2">
            <a:extLst>
              <a:ext uri="{FF2B5EF4-FFF2-40B4-BE49-F238E27FC236}">
                <a16:creationId xmlns:a16="http://schemas.microsoft.com/office/drawing/2014/main" id="{BA996FAC-27FD-4D72-8742-3B3D6FBFA472}"/>
              </a:ext>
            </a:extLst>
          </p:cNvPr>
          <p:cNvSpPr>
            <a:spLocks noGrp="1"/>
          </p:cNvSpPr>
          <p:nvPr>
            <p:ph idx="19"/>
          </p:nvPr>
        </p:nvSpPr>
        <p:spPr>
          <a:xfrm>
            <a:off x="2220384" y="54102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9" name="Text Placeholder 10">
            <a:extLst>
              <a:ext uri="{FF2B5EF4-FFF2-40B4-BE49-F238E27FC236}">
                <a16:creationId xmlns:a16="http://schemas.microsoft.com/office/drawing/2014/main" id="{FA9DA342-ABBC-4773-9620-733BFF8A707A}"/>
              </a:ext>
            </a:extLst>
          </p:cNvPr>
          <p:cNvSpPr>
            <a:spLocks noGrp="1"/>
          </p:cNvSpPr>
          <p:nvPr>
            <p:ph type="body" sz="quarter" idx="20"/>
          </p:nvPr>
        </p:nvSpPr>
        <p:spPr>
          <a:xfrm>
            <a:off x="2220384" y="51054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20" name="Picture Placeholder 14">
            <a:extLst>
              <a:ext uri="{FF2B5EF4-FFF2-40B4-BE49-F238E27FC236}">
                <a16:creationId xmlns:a16="http://schemas.microsoft.com/office/drawing/2014/main" id="{2AF7EB96-A3DC-4327-A2E2-7EB91E2FCB14}"/>
              </a:ext>
            </a:extLst>
          </p:cNvPr>
          <p:cNvSpPr>
            <a:spLocks noGrp="1"/>
          </p:cNvSpPr>
          <p:nvPr>
            <p:ph type="pic" sz="quarter" idx="21"/>
          </p:nvPr>
        </p:nvSpPr>
        <p:spPr>
          <a:xfrm>
            <a:off x="228600" y="3810000"/>
            <a:ext cx="1524000" cy="1524000"/>
          </a:xfrm>
        </p:spPr>
        <p:txBody>
          <a:bodyPr/>
          <a:lstStyle>
            <a:lvl1pPr>
              <a:defRPr>
                <a:latin typeface="Segoe UI" panose="020B0502040204020203" pitchFamily="34" charset="0"/>
              </a:defRPr>
            </a:lvl1pPr>
          </a:lstStyle>
          <a:p>
            <a:endParaRPr lang="en-US" dirty="0"/>
          </a:p>
        </p:txBody>
      </p:sp>
      <p:cxnSp>
        <p:nvCxnSpPr>
          <p:cNvPr id="21" name="Straight Connector 20">
            <a:extLst>
              <a:ext uri="{FF2B5EF4-FFF2-40B4-BE49-F238E27FC236}">
                <a16:creationId xmlns:a16="http://schemas.microsoft.com/office/drawing/2014/main" id="{61F3262B-E782-4905-B1B0-ADB41E7F3494}"/>
              </a:ext>
            </a:extLst>
          </p:cNvPr>
          <p:cNvCxnSpPr/>
          <p:nvPr userDrawn="1"/>
        </p:nvCxnSpPr>
        <p:spPr>
          <a:xfrm flipV="1">
            <a:off x="2159689" y="3581401"/>
            <a:ext cx="7872622" cy="66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8091628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46482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C443497A-B2A6-4FF7-9D34-C7602AF58866}" type="datetime1">
              <a:rPr lang="en-US" smtClean="0"/>
              <a:t>4/6/2021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dirty="0"/>
          </a:p>
        </p:txBody>
      </p: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6166912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DB2FD54A-1D4F-4ED5-8EFC-78966C01232B}" type="datetime1">
              <a:rPr lang="en-US" smtClean="0"/>
              <a:t>4/6/2021</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0997080" cy="533400"/>
          </a:xfrm>
        </p:spPr>
        <p:txBody>
          <a:bodyPr tIns="91440" bIns="91440">
            <a:noAutofit/>
          </a:bodyPr>
          <a:lstStyle>
            <a:lvl1pPr>
              <a:defRPr>
                <a:solidFill>
                  <a:schemeClr val="bg1"/>
                </a:solidFill>
                <a:latin typeface="+mj-lt"/>
              </a:defRPr>
            </a:lvl1pPr>
          </a:lstStyle>
          <a:p>
            <a:r>
              <a:rPr lang="en-US"/>
              <a:t>Click to edit Master title style</a:t>
            </a:r>
          </a:p>
        </p:txBody>
      </p:sp>
      <p:cxnSp>
        <p:nvCxnSpPr>
          <p:cNvPr id="9" name="Straight Connector 8"/>
          <p:cNvCxnSpPr/>
          <p:nvPr/>
        </p:nvCxnSpPr>
        <p:spPr>
          <a:xfrm>
            <a:off x="6095999" y="1219200"/>
            <a:ext cx="0" cy="49530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914400" y="3578424"/>
            <a:ext cx="1066800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3"/>
          </p:nvPr>
        </p:nvSpPr>
        <p:spPr>
          <a:xfrm>
            <a:off x="380999"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22" name="Picture 21">
            <a:extLst>
              <a:ext uri="{FF2B5EF4-FFF2-40B4-BE49-F238E27FC236}">
                <a16:creationId xmlns:a16="http://schemas.microsoft.com/office/drawing/2014/main" id="{AC2313EE-4E04-435C-9E05-266AC0400A12}"/>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
        <p:nvSpPr>
          <p:cNvPr id="23" name="Text Placeholder 7">
            <a:extLst>
              <a:ext uri="{FF2B5EF4-FFF2-40B4-BE49-F238E27FC236}">
                <a16:creationId xmlns:a16="http://schemas.microsoft.com/office/drawing/2014/main" id="{3AE54BA5-9B86-4728-A69D-A321E9398458}"/>
              </a:ext>
            </a:extLst>
          </p:cNvPr>
          <p:cNvSpPr>
            <a:spLocks noGrp="1"/>
          </p:cNvSpPr>
          <p:nvPr>
            <p:ph type="body" sz="quarter" idx="14"/>
          </p:nvPr>
        </p:nvSpPr>
        <p:spPr>
          <a:xfrm>
            <a:off x="6477000"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920F2E92-1F2E-4441-B0DE-CFEB5FE92A2F}"/>
              </a:ext>
            </a:extLst>
          </p:cNvPr>
          <p:cNvSpPr>
            <a:spLocks noGrp="1"/>
          </p:cNvSpPr>
          <p:nvPr>
            <p:ph type="body" sz="quarter" idx="15"/>
          </p:nvPr>
        </p:nvSpPr>
        <p:spPr>
          <a:xfrm>
            <a:off x="391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7">
            <a:extLst>
              <a:ext uri="{FF2B5EF4-FFF2-40B4-BE49-F238E27FC236}">
                <a16:creationId xmlns:a16="http://schemas.microsoft.com/office/drawing/2014/main" id="{72231F7B-8ACB-4A68-883B-D5361B594F34}"/>
              </a:ext>
            </a:extLst>
          </p:cNvPr>
          <p:cNvSpPr>
            <a:spLocks noGrp="1"/>
          </p:cNvSpPr>
          <p:nvPr>
            <p:ph type="body" sz="quarter" idx="16"/>
          </p:nvPr>
        </p:nvSpPr>
        <p:spPr>
          <a:xfrm>
            <a:off x="6487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282093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C933DAD-64FD-4C29-9D9B-272B0C756FD1}"/>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lIns="91440" tIns="91440" r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sz="half" idx="1"/>
          </p:nvPr>
        </p:nvSpPr>
        <p:spPr>
          <a:xfrm>
            <a:off x="381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77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EC09FD23-289C-431D-80FA-52BDFEE9BFF4}" type="datetime1">
              <a:rPr lang="en-US" smtClean="0"/>
              <a:t>4/6/2021</a:t>
            </a:fld>
            <a:endParaRPr lang="en-US" dirty="0"/>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9" name="Picture 8">
            <a:extLst>
              <a:ext uri="{FF2B5EF4-FFF2-40B4-BE49-F238E27FC236}">
                <a16:creationId xmlns:a16="http://schemas.microsoft.com/office/drawing/2014/main" id="{18F32470-D5C9-4EB9-BF19-627B706D995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5752045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01256AD-643F-4750-86FB-FD02C1741CFB}"/>
              </a:ext>
            </a:extLst>
          </p:cNvPr>
          <p:cNvSpPr/>
          <p:nvPr userDrawn="1"/>
        </p:nvSpPr>
        <p:spPr>
          <a:xfrm>
            <a:off x="0" y="0"/>
            <a:ext cx="12192000" cy="990600"/>
          </a:xfrm>
          <a:prstGeom prst="rect">
            <a:avLst/>
          </a:prstGeom>
          <a:solidFill>
            <a:srgbClr val="004E59"/>
          </a:solidFill>
          <a:ln>
            <a:solidFill>
              <a:srgbClr val="004E59"/>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Text Placeholder 2"/>
          <p:cNvSpPr>
            <a:spLocks noGrp="1"/>
          </p:cNvSpPr>
          <p:nvPr>
            <p:ph type="body" idx="1"/>
          </p:nvPr>
        </p:nvSpPr>
        <p:spPr>
          <a:xfrm>
            <a:off x="380999"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4" name="Content Placeholder 3"/>
          <p:cNvSpPr>
            <a:spLocks noGrp="1"/>
          </p:cNvSpPr>
          <p:nvPr>
            <p:ph sz="half" idx="2"/>
          </p:nvPr>
        </p:nvSpPr>
        <p:spPr>
          <a:xfrm>
            <a:off x="380999"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77000"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6" name="Content Placeholder 5"/>
          <p:cNvSpPr>
            <a:spLocks noGrp="1"/>
          </p:cNvSpPr>
          <p:nvPr>
            <p:ph sz="quarter" idx="4"/>
          </p:nvPr>
        </p:nvSpPr>
        <p:spPr>
          <a:xfrm>
            <a:off x="6477000"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Segoe UI" panose="020B0502040204020203" pitchFamily="34" charset="0"/>
              </a:defRPr>
            </a:lvl1pPr>
          </a:lstStyle>
          <a:p>
            <a:fld id="{1F126EF0-0169-403B-A728-98DFF1367DE5}" type="datetime1">
              <a:rPr lang="en-US" smtClean="0"/>
              <a:t>4/6/2021</a:t>
            </a:fld>
            <a:endParaRPr lang="en-US" dirty="0"/>
          </a:p>
        </p:txBody>
      </p:sp>
      <p:sp>
        <p:nvSpPr>
          <p:cNvPr id="8" name="Footer Placeholder 7"/>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9" name="Slide Number Placeholder 8"/>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1" name="Picture 10">
            <a:extLst>
              <a:ext uri="{FF2B5EF4-FFF2-40B4-BE49-F238E27FC236}">
                <a16:creationId xmlns:a16="http://schemas.microsoft.com/office/drawing/2014/main" id="{C4C4B624-09C9-4734-9996-D8363B05C62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5636073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BD368E58-9057-4451-887B-934AD11B5C57}" type="datetime1">
              <a:rPr lang="en-US" smtClean="0"/>
              <a:t>4/6/2021</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a:extLst>
              <a:ext uri="{FF2B5EF4-FFF2-40B4-BE49-F238E27FC236}">
                <a16:creationId xmlns:a16="http://schemas.microsoft.com/office/drawing/2014/main" id="{27699787-C03F-45A9-825C-0DE0DCF4B9E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4008329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14273" y="2689656"/>
            <a:ext cx="3259815" cy="537931"/>
          </a:xfrm>
        </p:spPr>
        <p:txBody>
          <a:bodyPr wrap="none" anchor="t" anchorCtr="0">
            <a:noAutofit/>
          </a:bodyPr>
          <a:lstStyle>
            <a:lvl1pPr algn="r">
              <a:defRPr sz="3530">
                <a:solidFill>
                  <a:srgbClr val="E45A1E"/>
                </a:solidFill>
              </a:defRPr>
            </a:lvl1pPr>
          </a:lstStyle>
          <a:p>
            <a:r>
              <a:rPr lang="en-US"/>
              <a:t>Click to edit Master title style</a:t>
            </a:r>
          </a:p>
        </p:txBody>
      </p:sp>
      <p:sp>
        <p:nvSpPr>
          <p:cNvPr id="3" name="Subtitle 2"/>
          <p:cNvSpPr>
            <a:spLocks noGrp="1"/>
          </p:cNvSpPr>
          <p:nvPr>
            <p:ph type="subTitle" idx="1"/>
          </p:nvPr>
        </p:nvSpPr>
        <p:spPr>
          <a:xfrm>
            <a:off x="1414273" y="3317243"/>
            <a:ext cx="3259815" cy="1656131"/>
          </a:xfrm>
        </p:spPr>
        <p:txBody>
          <a:bodyPr>
            <a:normAutofit/>
          </a:bodyPr>
          <a:lstStyle>
            <a:lvl1pPr marL="0" indent="0" algn="r">
              <a:buNone/>
              <a:defRPr sz="1765">
                <a:solidFill>
                  <a:srgbClr val="E45A1E"/>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0367488-5C47-468F-8192-2A578E30B425}" type="datetime1">
              <a:rPr lang="en-US" smtClean="0"/>
              <a:t>4/6/2021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7" name="Rectangle 6"/>
          <p:cNvSpPr/>
          <p:nvPr/>
        </p:nvSpPr>
        <p:spPr>
          <a:xfrm>
            <a:off x="6096002" y="1"/>
            <a:ext cx="6095999" cy="6857999"/>
          </a:xfrm>
          <a:prstGeom prst="rect">
            <a:avLst/>
          </a:prstGeom>
          <a:solidFill>
            <a:srgbClr val="004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92" dirty="0">
              <a:latin typeface="Segoe UI" panose="020B0502040204020203" pitchFamily="34" charset="0"/>
            </a:endParaRPr>
          </a:p>
        </p:txBody>
      </p:sp>
      <p:pic>
        <p:nvPicPr>
          <p:cNvPr id="8" name="Picture 7" descr="affirmastudioslogo.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866624" y="2689656"/>
            <a:ext cx="2204778" cy="562410"/>
          </a:xfrm>
          <a:prstGeom prst="rect">
            <a:avLst/>
          </a:prstGeom>
        </p:spPr>
      </p:pic>
    </p:spTree>
    <p:extLst>
      <p:ext uri="{BB962C8B-B14F-4D97-AF65-F5344CB8AC3E}">
        <p14:creationId xmlns:p14="http://schemas.microsoft.com/office/powerpoint/2010/main" val="18360508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004E59"/>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E954E7E3-33DD-4F8E-8CB0-79CABD017A7B}" type="datetime1">
              <a:rPr lang="en-US" smtClean="0"/>
              <a:t>4/6/2021</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6" name="Picture 5">
            <a:extLst>
              <a:ext uri="{FF2B5EF4-FFF2-40B4-BE49-F238E27FC236}">
                <a16:creationId xmlns:a16="http://schemas.microsoft.com/office/drawing/2014/main" id="{171D8278-5719-41B5-BA0B-62F901BD5A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427012783"/>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E45A1E"/>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CDF71C59-5961-44CF-B659-EC93B8A3CED4}" type="datetime1">
              <a:rPr lang="en-US" smtClean="0"/>
              <a:t>4/6/2021</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a:extLst>
              <a:ext uri="{FF2B5EF4-FFF2-40B4-BE49-F238E27FC236}">
                <a16:creationId xmlns:a16="http://schemas.microsoft.com/office/drawing/2014/main" id="{2DDC3FBF-8EF6-411E-AA4F-268641FD25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1909057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333333"/>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19B20E83-FE03-477A-BEBC-E4A9F2F442F3}" type="datetime1">
              <a:rPr lang="en-US" smtClean="0"/>
              <a:t>4/6/2021</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6" name="Picture 5">
            <a:extLst>
              <a:ext uri="{FF2B5EF4-FFF2-40B4-BE49-F238E27FC236}">
                <a16:creationId xmlns:a16="http://schemas.microsoft.com/office/drawing/2014/main" id="{5982C415-13F0-4D24-97F3-4AB707C0984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818832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470" y="457615"/>
            <a:ext cx="3932568" cy="1600096"/>
          </a:xfrm>
        </p:spPr>
        <p:txBody>
          <a:bodyPr anchor="b"/>
          <a:lstStyle>
            <a:lvl1pPr>
              <a:defRPr sz="3137"/>
            </a:lvl1pPr>
          </a:lstStyle>
          <a:p>
            <a:r>
              <a:rPr lang="en-US"/>
              <a:t>Click to edit Master title style</a:t>
            </a:r>
          </a:p>
        </p:txBody>
      </p:sp>
      <p:sp>
        <p:nvSpPr>
          <p:cNvPr id="3" name="Picture Placeholder 2"/>
          <p:cNvSpPr>
            <a:spLocks noGrp="1"/>
          </p:cNvSpPr>
          <p:nvPr>
            <p:ph type="pic" idx="1"/>
          </p:nvPr>
        </p:nvSpPr>
        <p:spPr>
          <a:xfrm>
            <a:off x="5183937" y="986833"/>
            <a:ext cx="6171746" cy="4873445"/>
          </a:xfrm>
        </p:spPr>
        <p:txBody>
          <a:bodyPr/>
          <a:lstStyle>
            <a:lvl1pPr marL="0" indent="0">
              <a:buNone/>
              <a:defRPr sz="3137">
                <a:latin typeface="Segoe UI" panose="020B0502040204020203" pitchFamily="34" charset="0"/>
              </a:defRPr>
            </a:lvl1pPr>
            <a:lvl2pPr marL="448267" indent="0">
              <a:buNone/>
              <a:defRPr sz="2745"/>
            </a:lvl2pPr>
            <a:lvl3pPr marL="896533" indent="0">
              <a:buNone/>
              <a:defRPr sz="2353"/>
            </a:lvl3pPr>
            <a:lvl4pPr marL="1344800" indent="0">
              <a:buNone/>
              <a:defRPr sz="1961"/>
            </a:lvl4pPr>
            <a:lvl5pPr marL="1793067" indent="0">
              <a:buNone/>
              <a:defRPr sz="1961"/>
            </a:lvl5pPr>
            <a:lvl6pPr marL="2241334" indent="0">
              <a:buNone/>
              <a:defRPr sz="1961"/>
            </a:lvl6pPr>
            <a:lvl7pPr marL="2689600" indent="0">
              <a:buNone/>
              <a:defRPr sz="1961"/>
            </a:lvl7pPr>
            <a:lvl8pPr marL="3137867" indent="0">
              <a:buNone/>
              <a:defRPr sz="1961"/>
            </a:lvl8pPr>
            <a:lvl9pPr marL="3586133" indent="0">
              <a:buNone/>
              <a:defRPr sz="1961"/>
            </a:lvl9pPr>
          </a:lstStyle>
          <a:p>
            <a:r>
              <a:rPr lang="en-US" dirty="0"/>
              <a:t>Click icon to add picture</a:t>
            </a:r>
          </a:p>
        </p:txBody>
      </p:sp>
      <p:sp>
        <p:nvSpPr>
          <p:cNvPr id="4" name="Text Placeholder 3"/>
          <p:cNvSpPr>
            <a:spLocks noGrp="1"/>
          </p:cNvSpPr>
          <p:nvPr>
            <p:ph type="body" sz="half" idx="2"/>
          </p:nvPr>
        </p:nvSpPr>
        <p:spPr>
          <a:xfrm>
            <a:off x="840470" y="2057712"/>
            <a:ext cx="3932568" cy="3811903"/>
          </a:xfrm>
        </p:spPr>
        <p:txBody>
          <a:bodyPr/>
          <a:lstStyle>
            <a:lvl1pPr marL="0" indent="0">
              <a:buNone/>
              <a:defRPr sz="1569">
                <a:latin typeface="Segoe UI" panose="020B0502040204020203" pitchFamily="34" charset="0"/>
              </a:defRPr>
            </a:lvl1pPr>
            <a:lvl2pPr marL="448267" indent="0">
              <a:buNone/>
              <a:defRPr sz="1372"/>
            </a:lvl2pPr>
            <a:lvl3pPr marL="896533" indent="0">
              <a:buNone/>
              <a:defRPr sz="1177"/>
            </a:lvl3pPr>
            <a:lvl4pPr marL="1344800" indent="0">
              <a:buNone/>
              <a:defRPr sz="981"/>
            </a:lvl4pPr>
            <a:lvl5pPr marL="1793067" indent="0">
              <a:buNone/>
              <a:defRPr sz="981"/>
            </a:lvl5pPr>
            <a:lvl6pPr marL="2241334" indent="0">
              <a:buNone/>
              <a:defRPr sz="981"/>
            </a:lvl6pPr>
            <a:lvl7pPr marL="2689600" indent="0">
              <a:buNone/>
              <a:defRPr sz="981"/>
            </a:lvl7pPr>
            <a:lvl8pPr marL="3137867" indent="0">
              <a:buNone/>
              <a:defRPr sz="981"/>
            </a:lvl8pPr>
            <a:lvl9pPr marL="3586133" indent="0">
              <a:buNone/>
              <a:defRPr sz="981"/>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679BE240-3924-430B-8E7A-A11BECDAE8EC}" type="datetime1">
              <a:rPr lang="en-US" smtClean="0"/>
              <a:t>4/6/2021</a:t>
            </a:fld>
            <a:endParaRPr lang="en-US" dirty="0"/>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Tree>
    <p:extLst>
      <p:ext uri="{BB962C8B-B14F-4D97-AF65-F5344CB8AC3E}">
        <p14:creationId xmlns:p14="http://schemas.microsoft.com/office/powerpoint/2010/main" val="5171978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Bas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432830"/>
            <a:ext cx="11430000" cy="4350456"/>
          </a:xfrm>
        </p:spPr>
        <p:txBody>
          <a:bodyPr vert="horz" lIns="91440" tIns="91440" rIns="91440" bIns="91440" rtlCol="0">
            <a:noAutofit/>
          </a:bodyPr>
          <a:lstStyle>
            <a:lvl1pPr>
              <a:defRPr lang="en-US" dirty="0" smtClean="0">
                <a:latin typeface="Segoe UI" panose="020B0502040204020203" pitchFamily="34" charset="0"/>
              </a:defRPr>
            </a:lvl1pPr>
            <a:lvl2pPr>
              <a:defRPr lang="en-US" dirty="0" smtClean="0">
                <a:latin typeface="Segoe UI" panose="020B0502040204020203" pitchFamily="34" charset="0"/>
              </a:defRPr>
            </a:lvl2pPr>
            <a:lvl3pPr>
              <a:defRPr lang="en-US" dirty="0" smtClean="0">
                <a:latin typeface="Segoe UI" panose="020B0502040204020203" pitchFamily="34" charset="0"/>
              </a:defRPr>
            </a:lvl3pPr>
            <a:lvl4pPr>
              <a:defRPr lang="en-US" dirty="0" smtClean="0">
                <a:latin typeface="Segoe UI" panose="020B0502040204020203" pitchFamily="34" charset="0"/>
              </a:defRPr>
            </a:lvl4pPr>
            <a:lvl5pPr>
              <a:defRPr lang="en-US" dirty="0">
                <a:latin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
          <p:cNvSpPr>
            <a:spLocks noGrp="1"/>
          </p:cNvSpPr>
          <p:nvPr>
            <p:ph type="body" sz="quarter" idx="16"/>
          </p:nvPr>
        </p:nvSpPr>
        <p:spPr>
          <a:xfrm>
            <a:off x="381000" y="1021080"/>
            <a:ext cx="11487856" cy="228535"/>
          </a:xfrm>
        </p:spPr>
        <p:txBody>
          <a:bodyPr lIns="9144" tIns="0" rIns="0" bIns="0">
            <a:spAutoFit/>
          </a:bodyPr>
          <a:lstStyle>
            <a:lvl1pPr marL="0" indent="0">
              <a:buNone/>
              <a:defRPr sz="1650" spc="-14" baseline="0">
                <a:solidFill>
                  <a:schemeClr val="accent2"/>
                </a:solidFill>
                <a:latin typeface="Segoe UI" panose="020B0502040204020203" pitchFamily="34" charset="0"/>
              </a:defRPr>
            </a:lvl1pPr>
          </a:lstStyle>
          <a:p>
            <a:pPr lvl="0"/>
            <a:r>
              <a:rPr lang="en-US"/>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9" name="Footer Placeholder 3"/>
          <p:cNvSpPr>
            <a:spLocks noGrp="1"/>
          </p:cNvSpPr>
          <p:nvPr>
            <p:ph type="ftr" sz="quarter" idx="3"/>
          </p:nvPr>
        </p:nvSpPr>
        <p:spPr>
          <a:xfrm>
            <a:off x="333816" y="6270900"/>
            <a:ext cx="10739714" cy="428383"/>
          </a:xfrm>
          <a:prstGeom prst="rect">
            <a:avLst/>
          </a:prstGeom>
        </p:spPr>
        <p:txBody>
          <a:bodyPr vert="horz" lIns="91440" tIns="45720" rIns="91440" bIns="45720" rtlCol="0" anchor="ctr"/>
          <a:lstStyle>
            <a:lvl1pPr algn="l">
              <a:defRPr sz="687">
                <a:solidFill>
                  <a:schemeClr val="tx1">
                    <a:tint val="75000"/>
                  </a:schemeClr>
                </a:solidFill>
                <a:latin typeface="Segoe UI" panose="020B0502040204020203" pitchFamily="34" charset="0"/>
              </a:defRPr>
            </a:lvl1pPr>
          </a:lstStyle>
          <a:p>
            <a:endParaRPr lang="en-US" dirty="0"/>
          </a:p>
        </p:txBody>
      </p:sp>
    </p:spTree>
    <p:extLst>
      <p:ext uri="{BB962C8B-B14F-4D97-AF65-F5344CB8AC3E}">
        <p14:creationId xmlns:p14="http://schemas.microsoft.com/office/powerpoint/2010/main" val="132521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9" name="Picture 8"/>
          <p:cNvPicPr>
            <a:picLocks/>
          </p:cNvPicPr>
          <p:nvPr/>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2" name="Title 1"/>
          <p:cNvSpPr>
            <a:spLocks noGrp="1"/>
          </p:cNvSpPr>
          <p:nvPr>
            <p:ph type="ctrTitle"/>
          </p:nvPr>
        </p:nvSpPr>
        <p:spPr>
          <a:xfrm>
            <a:off x="1349941" y="2938387"/>
            <a:ext cx="7988613"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59197508-CBFC-4248-802D-EAF8190AB001}" type="datetime1">
              <a:rPr lang="en-US" smtClean="0"/>
              <a:t>4/6/2021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9939" y="2209472"/>
            <a:ext cx="1942773" cy="504381"/>
          </a:xfrm>
          <a:prstGeom prst="rect">
            <a:avLst/>
          </a:prstGeom>
        </p:spPr>
      </p:pic>
      <p:pic>
        <p:nvPicPr>
          <p:cNvPr id="10" name="Picture 9">
            <a:extLst>
              <a:ext uri="{FF2B5EF4-FFF2-40B4-BE49-F238E27FC236}">
                <a16:creationId xmlns:a16="http://schemas.microsoft.com/office/drawing/2014/main" id="{E0965F55-11BA-49A6-947C-F53153066243}"/>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7293481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B62FE56-11BB-4F56-957C-E2741DC5B8BB}"/>
              </a:ext>
            </a:extLst>
          </p:cNvPr>
          <p:cNvPicPr>
            <a:picLocks/>
          </p:cNvPicPr>
          <p:nvPr userDrawn="1"/>
        </p:nvPicPr>
        <p:blipFill rotWithShape="1">
          <a:blip r:embed="rId2">
            <a:extLst>
              <a:ext uri="{28A0092B-C50C-407E-A947-70E740481C1C}">
                <a14:useLocalDpi xmlns:a14="http://schemas.microsoft.com/office/drawing/2010/main" val="0"/>
              </a:ext>
            </a:extLst>
          </a:blip>
          <a:srcRect r="25490"/>
          <a:stretch/>
        </p:blipFill>
        <p:spPr>
          <a:xfrm>
            <a:off x="1" y="0"/>
            <a:ext cx="12192000" cy="6858000"/>
          </a:xfrm>
          <a:prstGeom prst="rect">
            <a:avLst/>
          </a:prstGeom>
        </p:spPr>
      </p:pic>
      <p:sp>
        <p:nvSpPr>
          <p:cNvPr id="10" name="Rectangle 9">
            <a:extLst>
              <a:ext uri="{FF2B5EF4-FFF2-40B4-BE49-F238E27FC236}">
                <a16:creationId xmlns:a16="http://schemas.microsoft.com/office/drawing/2014/main" id="{FC680771-E145-494A-AF5F-BDE0DE155687}"/>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2" name="Title 1"/>
          <p:cNvSpPr>
            <a:spLocks noGrp="1"/>
          </p:cNvSpPr>
          <p:nvPr>
            <p:ph type="ctrTitle"/>
          </p:nvPr>
        </p:nvSpPr>
        <p:spPr>
          <a:xfrm>
            <a:off x="381000" y="2938387"/>
            <a:ext cx="11430000" cy="537931"/>
          </a:xfrm>
        </p:spPr>
        <p:txBody>
          <a:bodyPr wrap="none" anchor="t" anchorCtr="0">
            <a:noAutofit/>
          </a:bodyPr>
          <a:lstStyle>
            <a:lvl1pPr algn="l">
              <a:defRPr sz="2745">
                <a:solidFill>
                  <a:schemeClr val="bg1"/>
                </a:solidFill>
              </a:defRPr>
            </a:lvl1pPr>
          </a:lstStyle>
          <a:p>
            <a:r>
              <a:rPr lang="en-US"/>
              <a:t>Click to edit Master title style</a:t>
            </a:r>
          </a:p>
        </p:txBody>
      </p:sp>
      <p:sp>
        <p:nvSpPr>
          <p:cNvPr id="3" name="Subtitle 2"/>
          <p:cNvSpPr>
            <a:spLocks noGrp="1"/>
          </p:cNvSpPr>
          <p:nvPr>
            <p:ph type="subTitle" idx="1"/>
          </p:nvPr>
        </p:nvSpPr>
        <p:spPr>
          <a:xfrm>
            <a:off x="1349941" y="3727850"/>
            <a:ext cx="7988613" cy="1656131"/>
          </a:xfrm>
        </p:spPr>
        <p:txBody>
          <a:bodyPr>
            <a:normAutofit/>
          </a:bodyPr>
          <a:lstStyle>
            <a:lvl1pPr marL="0" indent="0" algn="l">
              <a:buNone/>
              <a:defRPr sz="2353">
                <a:solidFill>
                  <a:schemeClr val="bg1"/>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2FA3FD33-582B-4739-81AB-7E498F57A237}" type="datetime1">
              <a:rPr lang="en-US" smtClean="0"/>
              <a:t>4/6/2021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1" name="Picture 10">
            <a:extLst>
              <a:ext uri="{FF2B5EF4-FFF2-40B4-BE49-F238E27FC236}">
                <a16:creationId xmlns:a16="http://schemas.microsoft.com/office/drawing/2014/main" id="{861B8082-4CA1-4814-AD91-104B2863304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26167957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4_Section Header">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AC98557-C9EF-46C0-ACD8-4FD23549268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35789276-2CCF-4D14-B002-24348CB75938}" type="datetime1">
              <a:rPr lang="en-US" smtClean="0"/>
              <a:t>4/6/2021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DAC7F00A-F86F-4137-BF70-C36BF607941A}"/>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8259741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B7FDDA0-9A72-4EF9-A2D2-0E17F0F1CF8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10000"/>
          <a:stretch/>
        </p:blipFill>
        <p:spPr>
          <a:xfrm>
            <a:off x="0" y="0"/>
            <a:ext cx="12192000" cy="6858000"/>
          </a:xfrm>
          <a:prstGeom prst="rect">
            <a:avLst/>
          </a:prstGeom>
        </p:spPr>
      </p:pic>
      <p:sp>
        <p:nvSpPr>
          <p:cNvPr id="9" name="Rectangle 8">
            <a:extLst>
              <a:ext uri="{FF2B5EF4-FFF2-40B4-BE49-F238E27FC236}">
                <a16:creationId xmlns:a16="http://schemas.microsoft.com/office/drawing/2014/main" id="{BE89F687-D33C-4157-BC5C-7A3EB7EF9B39}"/>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2" name="Title 1"/>
          <p:cNvSpPr>
            <a:spLocks noGrp="1"/>
          </p:cNvSpPr>
          <p:nvPr>
            <p:ph type="title"/>
          </p:nvPr>
        </p:nvSpPr>
        <p:spPr>
          <a:xfrm>
            <a:off x="266700" y="266700"/>
            <a:ext cx="10515211" cy="457200"/>
          </a:xfrm>
        </p:spPr>
        <p:txBody>
          <a:bodyPr/>
          <a:lstStyle>
            <a:lvl1pPr>
              <a:defRPr>
                <a:solidFill>
                  <a:schemeClr val="bg1"/>
                </a:solidFill>
                <a:latin typeface="Segoe UI" panose="020B0502040204020203" pitchFamily="34" charset="0"/>
              </a:defRPr>
            </a:lvl1pPr>
          </a:lstStyle>
          <a:p>
            <a:r>
              <a:rPr lang="en-US"/>
              <a:t>Click to edit Master title style</a:t>
            </a:r>
          </a:p>
        </p:txBody>
      </p:sp>
      <p:sp>
        <p:nvSpPr>
          <p:cNvPr id="3" name="Content Placeholder 2"/>
          <p:cNvSpPr>
            <a:spLocks noGrp="1"/>
          </p:cNvSpPr>
          <p:nvPr>
            <p:ph idx="1"/>
          </p:nvPr>
        </p:nvSpPr>
        <p:spPr>
          <a:xfrm>
            <a:off x="266700" y="1143000"/>
            <a:ext cx="10515211" cy="4350456"/>
          </a:xfrm>
        </p:spPr>
        <p:txBody>
          <a:bodyPr/>
          <a:lstStyle>
            <a:lvl1pPr>
              <a:defRPr>
                <a:solidFill>
                  <a:schemeClr val="bg1"/>
                </a:solidFill>
                <a:latin typeface="Segoe UI" panose="020B0502040204020203" pitchFamily="34" charset="0"/>
              </a:defRPr>
            </a:lvl1pPr>
            <a:lvl2pPr>
              <a:defRPr>
                <a:solidFill>
                  <a:schemeClr val="bg1"/>
                </a:solidFill>
                <a:latin typeface="Segoe UI" panose="020B0502040204020203" pitchFamily="34" charset="0"/>
              </a:defRPr>
            </a:lvl2pPr>
            <a:lvl3pPr>
              <a:defRPr>
                <a:solidFill>
                  <a:schemeClr val="bg1"/>
                </a:solidFill>
                <a:latin typeface="Segoe UI" panose="020B0502040204020203" pitchFamily="34" charset="0"/>
              </a:defRPr>
            </a:lvl3pPr>
            <a:lvl4pPr>
              <a:defRPr>
                <a:solidFill>
                  <a:schemeClr val="bg1"/>
                </a:solidFill>
                <a:latin typeface="Segoe UI" panose="020B0502040204020203" pitchFamily="34" charset="0"/>
              </a:defRPr>
            </a:lvl4pPr>
            <a:lvl5pPr>
              <a:defRPr>
                <a:solidFill>
                  <a:schemeClr val="bg1"/>
                </a:solidFill>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65D1036A-FF8F-4EC6-9DB2-E8A7590EE491}" type="datetime1">
              <a:rPr lang="en-US" smtClean="0"/>
              <a:t>4/6/2021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0" name="Picture 9">
            <a:extLst>
              <a:ext uri="{FF2B5EF4-FFF2-40B4-BE49-F238E27FC236}">
                <a16:creationId xmlns:a16="http://schemas.microsoft.com/office/drawing/2014/main" id="{20937B85-B95A-4743-A758-7FD5A4CDD66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19657884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5_Section Header">
    <p:spTree>
      <p:nvGrpSpPr>
        <p:cNvPr id="1" name=""/>
        <p:cNvGrpSpPr/>
        <p:nvPr/>
      </p:nvGrpSpPr>
      <p:grpSpPr>
        <a:xfrm>
          <a:off x="0" y="0"/>
          <a:ext cx="0" cy="0"/>
          <a:chOff x="0" y="0"/>
          <a:chExt cx="0" cy="0"/>
        </a:xfrm>
      </p:grpSpPr>
      <p:pic>
        <p:nvPicPr>
          <p:cNvPr id="10" name="Picture 2" descr="https://s-media-cache-ak0.pinimg.com/originals/56/3f/a2/563fa26398dc80e6c5b03695b4b05951.jpg">
            <a:extLst>
              <a:ext uri="{FF2B5EF4-FFF2-40B4-BE49-F238E27FC236}">
                <a16:creationId xmlns:a16="http://schemas.microsoft.com/office/drawing/2014/main" id="{2E825CFE-0636-45FA-8A13-E6196B14C82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143000"/>
            <a:ext cx="12192000" cy="940412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1FAE75BB-1AD1-46D5-8E07-38E7D1FB92CC}"/>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92E3DA75-6B42-449E-8B96-383340867AFD}" type="datetime1">
              <a:rPr lang="en-US" smtClean="0"/>
              <a:t>4/6/2021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331035"/>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F4AEF935-9427-4AC1-8E61-AE96D9F34870}"/>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18224916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rgbClr val="0096A9"/>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198E95B-5C91-4D5C-A2D1-6735F6079072}"/>
              </a:ext>
            </a:extLst>
          </p:cNvPr>
          <p:cNvPicPr>
            <a:picLocks noChangeAspect="1"/>
          </p:cNvPicPr>
          <p:nvPr userDrawn="1"/>
        </p:nvPicPr>
        <p:blipFill rotWithShape="1">
          <a:blip r:embed="rId2"/>
          <a:srcRect t="20949" b="7428"/>
          <a:stretch/>
        </p:blipFill>
        <p:spPr>
          <a:xfrm>
            <a:off x="0" y="0"/>
            <a:ext cx="12192000" cy="6858000"/>
          </a:xfrm>
          <a:prstGeom prst="rect">
            <a:avLst/>
          </a:prstGeom>
        </p:spPr>
      </p:pic>
      <p:sp>
        <p:nvSpPr>
          <p:cNvPr id="9" name="Rectangle 8">
            <a:extLst>
              <a:ext uri="{FF2B5EF4-FFF2-40B4-BE49-F238E27FC236}">
                <a16:creationId xmlns:a16="http://schemas.microsoft.com/office/drawing/2014/main" id="{A369CD0C-8BF2-4E3E-8C85-09B075B0434B}"/>
              </a:ext>
            </a:extLst>
          </p:cNvPr>
          <p:cNvSpPr/>
          <p:nvPr userDrawn="1"/>
        </p:nvSpPr>
        <p:spPr>
          <a:xfrm>
            <a:off x="0" y="0"/>
            <a:ext cx="12192000" cy="6858000"/>
          </a:xfrm>
          <a:prstGeom prst="rect">
            <a:avLst/>
          </a:prstGeom>
          <a:solidFill>
            <a:srgbClr val="004E59">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00" dirty="0">
                <a:latin typeface="Segoe UI" panose="020B0502040204020203" pitchFamily="34" charset="0"/>
              </a:rPr>
              <a:t>		</a:t>
            </a:r>
          </a:p>
        </p:txBody>
      </p:sp>
      <p:sp>
        <p:nvSpPr>
          <p:cNvPr id="3" name="Text Placeholder 2"/>
          <p:cNvSpPr>
            <a:spLocks noGrp="1"/>
          </p:cNvSpPr>
          <p:nvPr>
            <p:ph type="body" idx="1"/>
          </p:nvPr>
        </p:nvSpPr>
        <p:spPr>
          <a:xfrm>
            <a:off x="762000" y="4724400"/>
            <a:ext cx="10515210" cy="1524000"/>
          </a:xfrm>
        </p:spPr>
        <p:txBody>
          <a:bodyPr/>
          <a:lstStyle>
            <a:lvl1pPr marL="0" indent="0">
              <a:buNone/>
              <a:defRPr sz="2353">
                <a:solidFill>
                  <a:schemeClr val="bg1"/>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36DD581-5535-4FA4-9DD7-032F84BD44E6}" type="datetime1">
              <a:rPr lang="en-US" smtClean="0"/>
              <a:t>4/6/2021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762000" y="3657600"/>
            <a:ext cx="10668000" cy="914400"/>
          </a:xfrm>
        </p:spPr>
        <p:txBody>
          <a:bodyPr tIns="91440" bIns="91440"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1" name="Picture 10">
            <a:extLst>
              <a:ext uri="{FF2B5EF4-FFF2-40B4-BE49-F238E27FC236}">
                <a16:creationId xmlns:a16="http://schemas.microsoft.com/office/drawing/2014/main" id="{6D36EFAE-173A-431F-8B79-18B410985F9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340754711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p:cNvPicPr>
          <p:nvPr/>
        </p:nvPicPr>
        <p:blipFill rotWithShape="1">
          <a:blip r:embed="rId2">
            <a:extLst>
              <a:ext uri="{28A0092B-C50C-407E-A947-70E740481C1C}">
                <a14:useLocalDpi xmlns:a14="http://schemas.microsoft.com/office/drawing/2010/main" val="0"/>
              </a:ext>
            </a:extLst>
          </a:blip>
          <a:srcRect r="10573"/>
          <a:stretch/>
        </p:blipFill>
        <p:spPr>
          <a:xfrm>
            <a:off x="0" y="-1"/>
            <a:ext cx="12192000" cy="6858001"/>
          </a:xfrm>
          <a:prstGeom prst="rect">
            <a:avLst/>
          </a:prstGeom>
        </p:spPr>
      </p:pic>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40B12CC5-8CF3-4C02-90D1-13A2787490CD}" type="datetime1">
              <a:rPr lang="en-US" smtClean="0"/>
              <a:t>4/6/2021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1594170" y="2532447"/>
            <a:ext cx="11205363" cy="896552"/>
          </a:xfrm>
        </p:spPr>
        <p:txBody>
          <a:bodyPr anchor="t" anchorCtr="0">
            <a:noAutofit/>
          </a:bodyPr>
          <a:lstStyle>
            <a:lvl1pPr algn="l">
              <a:defRPr sz="5295">
                <a:solidFill>
                  <a:srgbClr val="004E59"/>
                </a:solidFill>
                <a:latin typeface="+mj-lt"/>
                <a:cs typeface="Segoe UI Semilight" panose="020B0402040204020203" pitchFamily="34" charset="0"/>
              </a:defRPr>
            </a:lvl1pPr>
          </a:lstStyle>
          <a:p>
            <a:r>
              <a:rPr lang="en-US" dirty="0"/>
              <a:t>Click to edit Master title style</a:t>
            </a:r>
          </a:p>
        </p:txBody>
      </p:sp>
      <p:pic>
        <p:nvPicPr>
          <p:cNvPr id="8" name="Picture 7">
            <a:extLst>
              <a:ext uri="{FF2B5EF4-FFF2-40B4-BE49-F238E27FC236}">
                <a16:creationId xmlns:a16="http://schemas.microsoft.com/office/drawing/2014/main" id="{2714EBA0-C440-4D49-AAB8-E1ECDF6B67EB}"/>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93512617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004E59"/>
        </a:solidFill>
        <a:effectLst/>
      </p:bgPr>
    </p:bg>
    <p:spTree>
      <p:nvGrpSpPr>
        <p:cNvPr id="1" name=""/>
        <p:cNvGrpSpPr/>
        <p:nvPr/>
      </p:nvGrpSpPr>
      <p:grpSpPr>
        <a:xfrm>
          <a:off x="0" y="0"/>
          <a:ext cx="0" cy="0"/>
          <a:chOff x="0" y="0"/>
          <a:chExt cx="0" cy="0"/>
        </a:xfrm>
      </p:grpSpPr>
      <p:sp>
        <p:nvSpPr>
          <p:cNvPr id="9" name="Rectangle 8"/>
          <p:cNvSpPr/>
          <p:nvPr/>
        </p:nvSpPr>
        <p:spPr>
          <a:xfrm>
            <a:off x="-1" y="3"/>
            <a:ext cx="12192000" cy="68580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65" dirty="0">
              <a:solidFill>
                <a:schemeClr val="bg1"/>
              </a:solidFill>
              <a:latin typeface="Segoe UI" panose="020B0502040204020203" pitchFamily="34" charset="0"/>
            </a:endParaRPr>
          </a:p>
        </p:txBody>
      </p:sp>
      <p:sp>
        <p:nvSpPr>
          <p:cNvPr id="3" name="Text Placeholder 2"/>
          <p:cNvSpPr>
            <a:spLocks noGrp="1"/>
          </p:cNvSpPr>
          <p:nvPr>
            <p:ph type="body" idx="1"/>
          </p:nvPr>
        </p:nvSpPr>
        <p:spPr>
          <a:xfrm>
            <a:off x="832171" y="4590160"/>
            <a:ext cx="10515210" cy="1498923"/>
          </a:xfrm>
        </p:spPr>
        <p:txBody>
          <a:bodyPr/>
          <a:lstStyle>
            <a:lvl1pPr marL="0" indent="0">
              <a:buNone/>
              <a:defRPr sz="2353">
                <a:solidFill>
                  <a:schemeClr val="tx1">
                    <a:tint val="75000"/>
                  </a:schemeClr>
                </a:solidFill>
                <a:latin typeface="Segoe UI" panose="020B0502040204020203" pitchFamily="34" charset="0"/>
              </a:defRPr>
            </a:lvl1pPr>
            <a:lvl2pPr marL="448267" indent="0">
              <a:buNone/>
              <a:defRPr sz="1961">
                <a:solidFill>
                  <a:schemeClr val="tx1">
                    <a:tint val="75000"/>
                  </a:schemeClr>
                </a:solidFill>
              </a:defRPr>
            </a:lvl2pPr>
            <a:lvl3pPr marL="896533" indent="0">
              <a:buNone/>
              <a:defRPr sz="1765">
                <a:solidFill>
                  <a:schemeClr val="tx1">
                    <a:tint val="75000"/>
                  </a:schemeClr>
                </a:solidFill>
              </a:defRPr>
            </a:lvl3pPr>
            <a:lvl4pPr marL="1344800" indent="0">
              <a:buNone/>
              <a:defRPr sz="1569">
                <a:solidFill>
                  <a:schemeClr val="tx1">
                    <a:tint val="75000"/>
                  </a:schemeClr>
                </a:solidFill>
              </a:defRPr>
            </a:lvl4pPr>
            <a:lvl5pPr marL="1793067" indent="0">
              <a:buNone/>
              <a:defRPr sz="1569">
                <a:solidFill>
                  <a:schemeClr val="tx1">
                    <a:tint val="75000"/>
                  </a:schemeClr>
                </a:solidFill>
              </a:defRPr>
            </a:lvl5pPr>
            <a:lvl6pPr marL="2241334" indent="0">
              <a:buNone/>
              <a:defRPr sz="1569">
                <a:solidFill>
                  <a:schemeClr val="tx1">
                    <a:tint val="75000"/>
                  </a:schemeClr>
                </a:solidFill>
              </a:defRPr>
            </a:lvl6pPr>
            <a:lvl7pPr marL="2689600" indent="0">
              <a:buNone/>
              <a:defRPr sz="1569">
                <a:solidFill>
                  <a:schemeClr val="tx1">
                    <a:tint val="75000"/>
                  </a:schemeClr>
                </a:solidFill>
              </a:defRPr>
            </a:lvl7pPr>
            <a:lvl8pPr marL="3137867" indent="0">
              <a:buNone/>
              <a:defRPr sz="1569">
                <a:solidFill>
                  <a:schemeClr val="tx1">
                    <a:tint val="75000"/>
                  </a:schemeClr>
                </a:solidFill>
              </a:defRPr>
            </a:lvl8pPr>
            <a:lvl9pPr marL="3586133" indent="0">
              <a:buNone/>
              <a:defRPr sz="1569">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46CE5003-F661-4923-BED5-FA9925678A17}" type="datetime1">
              <a:rPr lang="en-US" smtClean="0"/>
              <a:t>4/6/2021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2" name="Title 1"/>
          <p:cNvSpPr>
            <a:spLocks noGrp="1"/>
          </p:cNvSpPr>
          <p:nvPr>
            <p:ph type="title"/>
          </p:nvPr>
        </p:nvSpPr>
        <p:spPr>
          <a:xfrm>
            <a:off x="832170" y="2980723"/>
            <a:ext cx="11205363" cy="896552"/>
          </a:xfrm>
        </p:spPr>
        <p:txBody>
          <a:bodyPr anchor="t" anchorCtr="0">
            <a:noAutofit/>
          </a:bodyPr>
          <a:lstStyle>
            <a:lvl1pPr algn="l">
              <a:defRPr sz="5295">
                <a:solidFill>
                  <a:schemeClr val="bg1"/>
                </a:solidFill>
                <a:latin typeface="+mj-lt"/>
                <a:cs typeface="Segoe UI Semilight" panose="020B0402040204020203" pitchFamily="34" charset="0"/>
              </a:defRPr>
            </a:lvl1pPr>
          </a:lstStyle>
          <a:p>
            <a:r>
              <a:rPr lang="en-US"/>
              <a:t>Click to edit Master title style</a:t>
            </a:r>
          </a:p>
        </p:txBody>
      </p:sp>
      <p:pic>
        <p:nvPicPr>
          <p:cNvPr id="10" name="Picture 9">
            <a:extLst>
              <a:ext uri="{FF2B5EF4-FFF2-40B4-BE49-F238E27FC236}">
                <a16:creationId xmlns:a16="http://schemas.microsoft.com/office/drawing/2014/main" id="{E4EC61EA-4242-4C46-82F7-F70F2018C8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9023295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59883259-9F5A-44B5-9F2D-FA9D882E5379}" type="datetime1">
              <a:rPr lang="en-US" smtClean="0"/>
              <a:t>4/6/2021</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userDrawn="1"/>
        </p:nvPicPr>
        <p:blipFill>
          <a:blip r:embed="rId2"/>
          <a:stretch>
            <a:fillRect/>
          </a:stretch>
        </p:blipFill>
        <p:spPr>
          <a:xfrm>
            <a:off x="3" y="4"/>
            <a:ext cx="9980838" cy="818148"/>
          </a:xfrm>
          <a:prstGeom prst="rect">
            <a:avLst/>
          </a:prstGeom>
        </p:spPr>
      </p:pic>
      <p:sp>
        <p:nvSpPr>
          <p:cNvPr id="12" name="Rectangle 11"/>
          <p:cNvSpPr/>
          <p:nvPr userDrawn="1"/>
        </p:nvSpPr>
        <p:spPr>
          <a:xfrm>
            <a:off x="2" y="0"/>
            <a:ext cx="12192000" cy="990600"/>
          </a:xfrm>
          <a:prstGeom prst="rect">
            <a:avLst/>
          </a:prstGeom>
          <a:solidFill>
            <a:srgbClr val="004E59"/>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64345684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6DB07EB8-E693-4823-8174-5B8D5C071429}" type="datetime1">
              <a:rPr lang="en-US" smtClean="0"/>
              <a:t>4/6/2021</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6580"/>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a:noFill/>
        </p:spPr>
        <p:txBody>
          <a:bodyPr>
            <a:noAutofit/>
          </a:bodyPr>
          <a:lstStyle>
            <a:lvl1pPr>
              <a:defRPr>
                <a:solidFill>
                  <a:schemeClr val="bg1"/>
                </a:solidFill>
                <a:latin typeface="+mj-lt"/>
              </a:defRPr>
            </a:lvl1pPr>
          </a:lstStyle>
          <a:p>
            <a:r>
              <a:rPr lang="en-US"/>
              <a:t>Click to edit Master title style</a:t>
            </a:r>
          </a:p>
        </p:txBody>
      </p:sp>
      <p:pic>
        <p:nvPicPr>
          <p:cNvPr id="9" name="Picture 8">
            <a:extLst>
              <a:ext uri="{FF2B5EF4-FFF2-40B4-BE49-F238E27FC236}">
                <a16:creationId xmlns:a16="http://schemas.microsoft.com/office/drawing/2014/main" id="{D16555EA-DF61-4D1D-A390-A2A781A275ED}"/>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78857704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219200"/>
            <a:ext cx="11430000" cy="4350456"/>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4C147A20-95D7-4D85-868B-9857B6B6D8E2}" type="datetime1">
              <a:rPr lang="en-US" smtClean="0"/>
              <a:t>4/6/2021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8" name="Picture 7">
            <a:extLst>
              <a:ext uri="{FF2B5EF4-FFF2-40B4-BE49-F238E27FC236}">
                <a16:creationId xmlns:a16="http://schemas.microsoft.com/office/drawing/2014/main" id="{FA8DF217-1EAD-4B4A-A2F2-041F388DEC8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1168774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381000" y="1676400"/>
            <a:ext cx="5334000" cy="441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1B626437-F0F2-4221-8D5B-5050E1FCA5AE}" type="datetime1">
              <a:rPr lang="en-US" smtClean="0"/>
              <a:t>4/6/2021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381000" y="1219200"/>
            <a:ext cx="5334000" cy="322792"/>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pic>
        <p:nvPicPr>
          <p:cNvPr id="12" name="Picture 11">
            <a:extLst>
              <a:ext uri="{FF2B5EF4-FFF2-40B4-BE49-F238E27FC236}">
                <a16:creationId xmlns:a16="http://schemas.microsoft.com/office/drawing/2014/main" id="{34414025-9975-41E8-9FC5-0DF320B9428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09372208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762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BF5DFF69-97C1-4513-A1D8-CCB5329FE615}" type="datetime1">
              <a:rPr lang="en-US" smtClean="0"/>
              <a:t>4/6/2021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3" name="Content Placeholder 2">
            <a:extLst>
              <a:ext uri="{FF2B5EF4-FFF2-40B4-BE49-F238E27FC236}">
                <a16:creationId xmlns:a16="http://schemas.microsoft.com/office/drawing/2014/main" id="{F563948A-318B-4390-8E4D-036A81F512A6}"/>
              </a:ext>
            </a:extLst>
          </p:cNvPr>
          <p:cNvSpPr>
            <a:spLocks noGrp="1"/>
          </p:cNvSpPr>
          <p:nvPr>
            <p:ph idx="14"/>
          </p:nvPr>
        </p:nvSpPr>
        <p:spPr>
          <a:xfrm>
            <a:off x="2209800" y="28194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4" name="Text Placeholder 10">
            <a:extLst>
              <a:ext uri="{FF2B5EF4-FFF2-40B4-BE49-F238E27FC236}">
                <a16:creationId xmlns:a16="http://schemas.microsoft.com/office/drawing/2014/main" id="{2AD0E7F6-4B25-41E6-A3A0-23177BB06301}"/>
              </a:ext>
            </a:extLst>
          </p:cNvPr>
          <p:cNvSpPr>
            <a:spLocks noGrp="1"/>
          </p:cNvSpPr>
          <p:nvPr>
            <p:ph type="body" sz="quarter" idx="15"/>
          </p:nvPr>
        </p:nvSpPr>
        <p:spPr>
          <a:xfrm>
            <a:off x="2209800" y="25146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dirty="0"/>
          </a:p>
        </p:txBody>
      </p:sp>
      <p:sp>
        <p:nvSpPr>
          <p:cNvPr id="16" name="Content Placeholder 2">
            <a:extLst>
              <a:ext uri="{FF2B5EF4-FFF2-40B4-BE49-F238E27FC236}">
                <a16:creationId xmlns:a16="http://schemas.microsoft.com/office/drawing/2014/main" id="{C8B1E0DD-9C3B-4861-B9C7-658DE1B3A2CA}"/>
              </a:ext>
            </a:extLst>
          </p:cNvPr>
          <p:cNvSpPr>
            <a:spLocks noGrp="1"/>
          </p:cNvSpPr>
          <p:nvPr>
            <p:ph idx="17"/>
          </p:nvPr>
        </p:nvSpPr>
        <p:spPr>
          <a:xfrm>
            <a:off x="2220383" y="4267200"/>
            <a:ext cx="9601200" cy="6096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7" name="Text Placeholder 10">
            <a:extLst>
              <a:ext uri="{FF2B5EF4-FFF2-40B4-BE49-F238E27FC236}">
                <a16:creationId xmlns:a16="http://schemas.microsoft.com/office/drawing/2014/main" id="{3A6FE795-7232-4C2C-8253-3E63F346E6F1}"/>
              </a:ext>
            </a:extLst>
          </p:cNvPr>
          <p:cNvSpPr>
            <a:spLocks noGrp="1"/>
          </p:cNvSpPr>
          <p:nvPr>
            <p:ph type="body" sz="quarter" idx="18"/>
          </p:nvPr>
        </p:nvSpPr>
        <p:spPr>
          <a:xfrm>
            <a:off x="2220383" y="38100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8" name="Content Placeholder 2">
            <a:extLst>
              <a:ext uri="{FF2B5EF4-FFF2-40B4-BE49-F238E27FC236}">
                <a16:creationId xmlns:a16="http://schemas.microsoft.com/office/drawing/2014/main" id="{BA996FAC-27FD-4D72-8742-3B3D6FBFA472}"/>
              </a:ext>
            </a:extLst>
          </p:cNvPr>
          <p:cNvSpPr>
            <a:spLocks noGrp="1"/>
          </p:cNvSpPr>
          <p:nvPr>
            <p:ph idx="19"/>
          </p:nvPr>
        </p:nvSpPr>
        <p:spPr>
          <a:xfrm>
            <a:off x="2220384" y="5410200"/>
            <a:ext cx="9639298" cy="636793"/>
          </a:xfrm>
        </p:spPr>
        <p:txBody>
          <a:bodyPr tIns="91440" bIns="91440">
            <a:noAutofit/>
          </a:bodyPr>
          <a:lstStyle>
            <a:lvl1pPr marL="0" indent="0">
              <a:lnSpc>
                <a:spcPct val="120000"/>
              </a:lnSpc>
              <a:spcBef>
                <a:spcPts val="1000"/>
              </a:spcBef>
              <a:buNone/>
              <a:defRPr sz="1000">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19" name="Text Placeholder 10">
            <a:extLst>
              <a:ext uri="{FF2B5EF4-FFF2-40B4-BE49-F238E27FC236}">
                <a16:creationId xmlns:a16="http://schemas.microsoft.com/office/drawing/2014/main" id="{FA9DA342-ABBC-4773-9620-733BFF8A707A}"/>
              </a:ext>
            </a:extLst>
          </p:cNvPr>
          <p:cNvSpPr>
            <a:spLocks noGrp="1"/>
          </p:cNvSpPr>
          <p:nvPr>
            <p:ph type="body" sz="quarter" idx="20"/>
          </p:nvPr>
        </p:nvSpPr>
        <p:spPr>
          <a:xfrm>
            <a:off x="2220384" y="5105400"/>
            <a:ext cx="1752408" cy="228600"/>
          </a:xfrm>
        </p:spPr>
        <p:txBody>
          <a:bodyPr tIns="91440" bIns="91440">
            <a:noAutofit/>
          </a:bodyPr>
          <a:lstStyle>
            <a:lvl1pPr marL="0" indent="0">
              <a:buNone/>
              <a:defRPr sz="1167">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20" name="Picture Placeholder 14">
            <a:extLst>
              <a:ext uri="{FF2B5EF4-FFF2-40B4-BE49-F238E27FC236}">
                <a16:creationId xmlns:a16="http://schemas.microsoft.com/office/drawing/2014/main" id="{2AF7EB96-A3DC-4327-A2E2-7EB91E2FCB14}"/>
              </a:ext>
            </a:extLst>
          </p:cNvPr>
          <p:cNvSpPr>
            <a:spLocks noGrp="1"/>
          </p:cNvSpPr>
          <p:nvPr>
            <p:ph type="pic" sz="quarter" idx="21"/>
          </p:nvPr>
        </p:nvSpPr>
        <p:spPr>
          <a:xfrm>
            <a:off x="228600" y="3810000"/>
            <a:ext cx="1524000" cy="1524000"/>
          </a:xfrm>
        </p:spPr>
        <p:txBody>
          <a:bodyPr/>
          <a:lstStyle>
            <a:lvl1pPr>
              <a:defRPr>
                <a:latin typeface="Segoe UI" panose="020B0502040204020203" pitchFamily="34" charset="0"/>
              </a:defRPr>
            </a:lvl1pPr>
          </a:lstStyle>
          <a:p>
            <a:endParaRPr lang="en-US" dirty="0"/>
          </a:p>
        </p:txBody>
      </p:sp>
      <p:cxnSp>
        <p:nvCxnSpPr>
          <p:cNvPr id="21" name="Straight Connector 20">
            <a:extLst>
              <a:ext uri="{FF2B5EF4-FFF2-40B4-BE49-F238E27FC236}">
                <a16:creationId xmlns:a16="http://schemas.microsoft.com/office/drawing/2014/main" id="{61F3262B-E782-4905-B1B0-ADB41E7F3494}"/>
              </a:ext>
            </a:extLst>
          </p:cNvPr>
          <p:cNvCxnSpPr/>
          <p:nvPr userDrawn="1"/>
        </p:nvCxnSpPr>
        <p:spPr>
          <a:xfrm flipV="1">
            <a:off x="2159689" y="3581401"/>
            <a:ext cx="7872622" cy="66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0309958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F97E55-68B0-4E78-8819-96463181F0E0}"/>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76200" tIns="76200" rIns="76200" bIns="7620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idx="1"/>
          </p:nvPr>
        </p:nvSpPr>
        <p:spPr>
          <a:xfrm>
            <a:off x="2209800" y="1676400"/>
            <a:ext cx="9601200" cy="46482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buNone/>
              <a:defRPr sz="1167">
                <a:latin typeface="+mn-lt"/>
              </a:defRPr>
            </a:lvl2pPr>
            <a:lvl3pPr marL="896533" indent="0">
              <a:buNone/>
              <a:defRPr sz="1167">
                <a:latin typeface="+mn-lt"/>
              </a:defRPr>
            </a:lvl3pPr>
            <a:lvl4pPr marL="1344800" indent="0">
              <a:buNone/>
              <a:defRPr sz="1167">
                <a:latin typeface="+mn-lt"/>
              </a:defRPr>
            </a:lvl4pPr>
            <a:lvl5pPr marL="1793067" indent="0">
              <a:buNone/>
              <a:defRPr sz="1167">
                <a:latin typeface="+mn-lt"/>
              </a:defRPr>
            </a:lvl5pPr>
          </a:lstStyle>
          <a:p>
            <a:pPr lvl="0"/>
            <a:r>
              <a:rPr lang="en-US"/>
              <a:t>Edit Master text styles</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8CB17B97-B7C2-40E9-B698-244929F86388}" type="datetime1">
              <a:rPr lang="en-US" smtClean="0"/>
              <a:t>4/6/2021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11" name="Text Placeholder 10">
            <a:extLst>
              <a:ext uri="{FF2B5EF4-FFF2-40B4-BE49-F238E27FC236}">
                <a16:creationId xmlns:a16="http://schemas.microsoft.com/office/drawing/2014/main" id="{E1026E56-FB1E-43F7-9EDA-3E69635CD04E}"/>
              </a:ext>
            </a:extLst>
          </p:cNvPr>
          <p:cNvSpPr>
            <a:spLocks noGrp="1"/>
          </p:cNvSpPr>
          <p:nvPr>
            <p:ph type="body" sz="quarter" idx="13"/>
          </p:nvPr>
        </p:nvSpPr>
        <p:spPr>
          <a:xfrm>
            <a:off x="2209800" y="1219200"/>
            <a:ext cx="9715499" cy="381000"/>
          </a:xfrm>
        </p:spPr>
        <p:txBody>
          <a:bodyPr tIns="91440" bIns="91440">
            <a:noAutofit/>
          </a:bodyPr>
          <a:lstStyle>
            <a:lvl1pPr marL="0" indent="0">
              <a:buNone/>
              <a:defRPr sz="2000">
                <a:latin typeface="+mj-lt"/>
              </a:defRPr>
            </a:lvl1pPr>
            <a:lvl2pPr marL="448266" indent="0">
              <a:buNone/>
              <a:defRPr sz="2000">
                <a:latin typeface="+mj-lt"/>
              </a:defRPr>
            </a:lvl2pPr>
            <a:lvl3pPr marL="896533" indent="0">
              <a:buNone/>
              <a:defRPr sz="2000">
                <a:latin typeface="+mj-lt"/>
              </a:defRPr>
            </a:lvl3pPr>
            <a:lvl4pPr marL="1344800" indent="0">
              <a:buNone/>
              <a:defRPr sz="2000">
                <a:latin typeface="+mj-lt"/>
              </a:defRPr>
            </a:lvl4pPr>
            <a:lvl5pPr marL="1793067" indent="0">
              <a:buNone/>
              <a:defRPr sz="2000">
                <a:latin typeface="+mj-lt"/>
              </a:defRPr>
            </a:lvl5pPr>
          </a:lstStyle>
          <a:p>
            <a:pPr lvl="0"/>
            <a:r>
              <a:rPr lang="en-US"/>
              <a:t>Edit Master text styles</a:t>
            </a:r>
          </a:p>
        </p:txBody>
      </p:sp>
      <p:sp>
        <p:nvSpPr>
          <p:cNvPr id="15" name="Picture Placeholder 14">
            <a:extLst>
              <a:ext uri="{FF2B5EF4-FFF2-40B4-BE49-F238E27FC236}">
                <a16:creationId xmlns:a16="http://schemas.microsoft.com/office/drawing/2014/main" id="{A4AA2593-D531-4835-B3BF-CF108C3D1C1E}"/>
              </a:ext>
            </a:extLst>
          </p:cNvPr>
          <p:cNvSpPr>
            <a:spLocks noGrp="1"/>
          </p:cNvSpPr>
          <p:nvPr>
            <p:ph type="pic" sz="quarter" idx="16"/>
          </p:nvPr>
        </p:nvSpPr>
        <p:spPr>
          <a:xfrm>
            <a:off x="381000" y="1219200"/>
            <a:ext cx="1524000" cy="1524000"/>
          </a:xfrm>
        </p:spPr>
        <p:txBody>
          <a:bodyPr tIns="91440" bIns="91440"/>
          <a:lstStyle>
            <a:lvl1pPr>
              <a:defRPr>
                <a:latin typeface="Segoe UI" panose="020B0502040204020203" pitchFamily="34" charset="0"/>
              </a:defRPr>
            </a:lvl1pPr>
          </a:lstStyle>
          <a:p>
            <a:endParaRPr lang="en-US" dirty="0"/>
          </a:p>
        </p:txBody>
      </p:sp>
      <p:pic>
        <p:nvPicPr>
          <p:cNvPr id="22" name="Picture 21">
            <a:extLst>
              <a:ext uri="{FF2B5EF4-FFF2-40B4-BE49-F238E27FC236}">
                <a16:creationId xmlns:a16="http://schemas.microsoft.com/office/drawing/2014/main" id="{305D7476-B275-42B6-8D7C-A4A0C2F78EA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35491788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latin typeface="Segoe UI" panose="020B0502040204020203" pitchFamily="34" charset="0"/>
              </a:defRPr>
            </a:lvl1pPr>
          </a:lstStyle>
          <a:p>
            <a:fld id="{9DC77D4F-9BCE-4675-899D-2862C9531331}" type="datetime1">
              <a:rPr lang="en-US" smtClean="0"/>
              <a:t>4/6/2021</a:t>
            </a:fld>
            <a:endParaRPr lang="en-US" dirty="0"/>
          </a:p>
        </p:txBody>
      </p:sp>
      <p:sp>
        <p:nvSpPr>
          <p:cNvPr id="4" name="Footer Placeholder 3"/>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5" name="Slide Number Placeholder 4"/>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p:cNvPicPr>
            <a:picLocks noChangeAspect="1"/>
          </p:cNvPicPr>
          <p:nvPr/>
        </p:nvPicPr>
        <p:blipFill>
          <a:blip r:embed="rId2"/>
          <a:stretch>
            <a:fillRect/>
          </a:stretch>
        </p:blipFill>
        <p:spPr>
          <a:xfrm>
            <a:off x="3" y="4"/>
            <a:ext cx="9980838" cy="818148"/>
          </a:xfrm>
          <a:prstGeom prst="rect">
            <a:avLst/>
          </a:prstGeom>
        </p:spPr>
      </p:pic>
      <p:sp>
        <p:nvSpPr>
          <p:cNvPr id="12" name="Rectangle 11"/>
          <p:cNvSpPr/>
          <p:nvPr/>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0997080" cy="533400"/>
          </a:xfrm>
        </p:spPr>
        <p:txBody>
          <a:bodyPr tIns="91440" bIns="91440">
            <a:noAutofit/>
          </a:bodyPr>
          <a:lstStyle>
            <a:lvl1pPr>
              <a:defRPr>
                <a:solidFill>
                  <a:schemeClr val="bg1"/>
                </a:solidFill>
                <a:latin typeface="+mj-lt"/>
              </a:defRPr>
            </a:lvl1pPr>
          </a:lstStyle>
          <a:p>
            <a:r>
              <a:rPr lang="en-US"/>
              <a:t>Click to edit Master title style</a:t>
            </a:r>
          </a:p>
        </p:txBody>
      </p:sp>
      <p:cxnSp>
        <p:nvCxnSpPr>
          <p:cNvPr id="9" name="Straight Connector 8"/>
          <p:cNvCxnSpPr/>
          <p:nvPr/>
        </p:nvCxnSpPr>
        <p:spPr>
          <a:xfrm>
            <a:off x="6095999" y="1219200"/>
            <a:ext cx="0" cy="49530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914400" y="3578424"/>
            <a:ext cx="10668000" cy="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 name="Text Placeholder 7"/>
          <p:cNvSpPr>
            <a:spLocks noGrp="1"/>
          </p:cNvSpPr>
          <p:nvPr>
            <p:ph type="body" sz="quarter" idx="13"/>
          </p:nvPr>
        </p:nvSpPr>
        <p:spPr>
          <a:xfrm>
            <a:off x="380999"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22" name="Picture 21">
            <a:extLst>
              <a:ext uri="{FF2B5EF4-FFF2-40B4-BE49-F238E27FC236}">
                <a16:creationId xmlns:a16="http://schemas.microsoft.com/office/drawing/2014/main" id="{AC2313EE-4E04-435C-9E05-266AC0400A12}"/>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
        <p:nvSpPr>
          <p:cNvPr id="23" name="Text Placeholder 7">
            <a:extLst>
              <a:ext uri="{FF2B5EF4-FFF2-40B4-BE49-F238E27FC236}">
                <a16:creationId xmlns:a16="http://schemas.microsoft.com/office/drawing/2014/main" id="{3AE54BA5-9B86-4728-A69D-A321E9398458}"/>
              </a:ext>
            </a:extLst>
          </p:cNvPr>
          <p:cNvSpPr>
            <a:spLocks noGrp="1"/>
          </p:cNvSpPr>
          <p:nvPr>
            <p:ph type="body" sz="quarter" idx="14"/>
          </p:nvPr>
        </p:nvSpPr>
        <p:spPr>
          <a:xfrm>
            <a:off x="6477000" y="12192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920F2E92-1F2E-4441-B0DE-CFEB5FE92A2F}"/>
              </a:ext>
            </a:extLst>
          </p:cNvPr>
          <p:cNvSpPr>
            <a:spLocks noGrp="1"/>
          </p:cNvSpPr>
          <p:nvPr>
            <p:ph type="body" sz="quarter" idx="15"/>
          </p:nvPr>
        </p:nvSpPr>
        <p:spPr>
          <a:xfrm>
            <a:off x="391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7">
            <a:extLst>
              <a:ext uri="{FF2B5EF4-FFF2-40B4-BE49-F238E27FC236}">
                <a16:creationId xmlns:a16="http://schemas.microsoft.com/office/drawing/2014/main" id="{72231F7B-8ACB-4A68-883B-D5361B594F34}"/>
              </a:ext>
            </a:extLst>
          </p:cNvPr>
          <p:cNvSpPr>
            <a:spLocks noGrp="1"/>
          </p:cNvSpPr>
          <p:nvPr>
            <p:ph type="body" sz="quarter" idx="16"/>
          </p:nvPr>
        </p:nvSpPr>
        <p:spPr>
          <a:xfrm>
            <a:off x="6487583" y="3810001"/>
            <a:ext cx="5334000" cy="2016474"/>
          </a:xfrm>
        </p:spPr>
        <p:txBody>
          <a:bodyPr>
            <a:noAutofit/>
          </a:bodyPr>
          <a:lstStyle>
            <a:lvl1pPr marL="0" indent="0">
              <a:lnSpc>
                <a:spcPct val="120000"/>
              </a:lnSpc>
              <a:spcBef>
                <a:spcPts val="1000"/>
              </a:spcBef>
              <a:buNone/>
              <a:defRPr sz="1167" u="none">
                <a:latin typeface="Segoe UI" panose="020B0502040204020203" pitchFamily="34" charset="0"/>
              </a:defRPr>
            </a:lvl1pPr>
            <a:lvl2pPr marL="448267" indent="0">
              <a:lnSpc>
                <a:spcPct val="120000"/>
              </a:lnSpc>
              <a:spcBef>
                <a:spcPts val="1000"/>
              </a:spcBef>
              <a:buNone/>
              <a:defRPr sz="1167" u="none">
                <a:latin typeface="Segoe UI" panose="020B0502040204020203" pitchFamily="34" charset="0"/>
              </a:defRPr>
            </a:lvl2pPr>
            <a:lvl3pPr marL="896533" indent="0">
              <a:lnSpc>
                <a:spcPct val="120000"/>
              </a:lnSpc>
              <a:spcBef>
                <a:spcPts val="1000"/>
              </a:spcBef>
              <a:buNone/>
              <a:defRPr sz="1167" u="none">
                <a:latin typeface="Segoe UI" panose="020B0502040204020203" pitchFamily="34" charset="0"/>
              </a:defRPr>
            </a:lvl3pPr>
            <a:lvl4pPr marL="1344800" indent="0">
              <a:lnSpc>
                <a:spcPct val="120000"/>
              </a:lnSpc>
              <a:spcBef>
                <a:spcPts val="1000"/>
              </a:spcBef>
              <a:buNone/>
              <a:defRPr sz="1167" u="none">
                <a:latin typeface="Segoe UI" panose="020B0502040204020203" pitchFamily="34" charset="0"/>
              </a:defRPr>
            </a:lvl4pPr>
            <a:lvl5pPr marL="1793067" indent="0">
              <a:lnSpc>
                <a:spcPct val="120000"/>
              </a:lnSpc>
              <a:spcBef>
                <a:spcPts val="1000"/>
              </a:spcBef>
              <a:buNone/>
              <a:defRPr sz="1167" u="none">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7558801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C933DAD-64FD-4C29-9D9B-272B0C756FD1}"/>
              </a:ext>
            </a:extLst>
          </p:cNvPr>
          <p:cNvSpPr/>
          <p:nvPr userDrawn="1"/>
        </p:nvSpPr>
        <p:spPr>
          <a:xfrm>
            <a:off x="2" y="0"/>
            <a:ext cx="12192000" cy="990600"/>
          </a:xfrm>
          <a:prstGeom prst="rect">
            <a:avLst/>
          </a:prstGeom>
          <a:solidFill>
            <a:srgbClr val="004E59"/>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lIns="91440" tIns="91440" rIns="91440" bIns="91440"/>
          <a:lstStyle>
            <a:lvl1pPr>
              <a:defRPr>
                <a:solidFill>
                  <a:schemeClr val="bg1"/>
                </a:solidFill>
                <a:latin typeface="+mj-lt"/>
              </a:defRPr>
            </a:lvl1pPr>
          </a:lstStyle>
          <a:p>
            <a:r>
              <a:rPr lang="en-US"/>
              <a:t>Click to edit Master title style</a:t>
            </a:r>
          </a:p>
        </p:txBody>
      </p:sp>
      <p:sp>
        <p:nvSpPr>
          <p:cNvPr id="3" name="Content Placeholder 2"/>
          <p:cNvSpPr>
            <a:spLocks noGrp="1"/>
          </p:cNvSpPr>
          <p:nvPr>
            <p:ph sz="half" idx="1"/>
          </p:nvPr>
        </p:nvSpPr>
        <p:spPr>
          <a:xfrm>
            <a:off x="381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77000" y="1219199"/>
            <a:ext cx="5334000" cy="4953000"/>
          </a:xfrm>
        </p:spPr>
        <p:txBody>
          <a:bodyPr tIns="91440" bIns="91440">
            <a:noAutofit/>
          </a:bodyPr>
          <a:lstStyle>
            <a:lvl1pPr marL="0" indent="0">
              <a:lnSpc>
                <a:spcPct val="120000"/>
              </a:lnSpc>
              <a:spcBef>
                <a:spcPts val="1000"/>
              </a:spcBef>
              <a:buNone/>
              <a:defRPr sz="1167">
                <a:latin typeface="Segoe UI" panose="020B0502040204020203" pitchFamily="34" charset="0"/>
              </a:defRPr>
            </a:lvl1pPr>
            <a:lvl2pPr marL="448266" indent="0">
              <a:lnSpc>
                <a:spcPct val="120000"/>
              </a:lnSpc>
              <a:spcBef>
                <a:spcPts val="1000"/>
              </a:spcBef>
              <a:buNone/>
              <a:defRPr sz="1167">
                <a:latin typeface="Segoe UI" panose="020B0502040204020203" pitchFamily="34" charset="0"/>
              </a:defRPr>
            </a:lvl2pPr>
            <a:lvl3pPr marL="896533" indent="0">
              <a:lnSpc>
                <a:spcPct val="120000"/>
              </a:lnSpc>
              <a:spcBef>
                <a:spcPts val="1000"/>
              </a:spcBef>
              <a:buNone/>
              <a:defRPr sz="1167">
                <a:latin typeface="Segoe UI" panose="020B0502040204020203" pitchFamily="34" charset="0"/>
              </a:defRPr>
            </a:lvl3pPr>
            <a:lvl4pPr marL="1344800" indent="0">
              <a:lnSpc>
                <a:spcPct val="120000"/>
              </a:lnSpc>
              <a:spcBef>
                <a:spcPts val="1000"/>
              </a:spcBef>
              <a:buNone/>
              <a:defRPr sz="1167">
                <a:latin typeface="Segoe UI" panose="020B0502040204020203" pitchFamily="34" charset="0"/>
              </a:defRPr>
            </a:lvl4pPr>
            <a:lvl5pPr marL="1793067" indent="0">
              <a:lnSpc>
                <a:spcPct val="120000"/>
              </a:lnSpc>
              <a:spcBef>
                <a:spcPts val="1000"/>
              </a:spcBef>
              <a:buNone/>
              <a:defRPr sz="1167">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D712FAF3-4F04-4A45-A0F9-F72A980494A0}" type="datetime1">
              <a:rPr lang="en-US" smtClean="0"/>
              <a:t>4/6/2021</a:t>
            </a:fld>
            <a:endParaRPr lang="en-US" dirty="0"/>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9" name="Picture 8">
            <a:extLst>
              <a:ext uri="{FF2B5EF4-FFF2-40B4-BE49-F238E27FC236}">
                <a16:creationId xmlns:a16="http://schemas.microsoft.com/office/drawing/2014/main" id="{18F32470-D5C9-4EB9-BF19-627B706D995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276022011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01256AD-643F-4750-86FB-FD02C1741CFB}"/>
              </a:ext>
            </a:extLst>
          </p:cNvPr>
          <p:cNvSpPr/>
          <p:nvPr userDrawn="1"/>
        </p:nvSpPr>
        <p:spPr>
          <a:xfrm>
            <a:off x="0" y="0"/>
            <a:ext cx="12192000" cy="990600"/>
          </a:xfrm>
          <a:prstGeom prst="rect">
            <a:avLst/>
          </a:prstGeom>
          <a:solidFill>
            <a:srgbClr val="004E59"/>
          </a:solidFill>
          <a:ln>
            <a:solidFill>
              <a:srgbClr val="004E59"/>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US" sz="1765" dirty="0">
              <a:solidFill>
                <a:schemeClr val="bg1"/>
              </a:solidFill>
              <a:latin typeface="Segoe UI" panose="020B0502040204020203" pitchFamily="34" charset="0"/>
            </a:endParaRPr>
          </a:p>
        </p:txBody>
      </p:sp>
      <p:sp>
        <p:nvSpPr>
          <p:cNvPr id="2" name="Title 1"/>
          <p:cNvSpPr>
            <a:spLocks noGrp="1"/>
          </p:cNvSpPr>
          <p:nvPr>
            <p:ph type="title"/>
          </p:nvPr>
        </p:nvSpPr>
        <p:spPr>
          <a:xfrm>
            <a:off x="381000" y="228600"/>
            <a:ext cx="11430000" cy="533400"/>
          </a:xfrm>
        </p:spPr>
        <p:txBody>
          <a:bodyPr tIns="91440" bIns="91440"/>
          <a:lstStyle>
            <a:lvl1pPr>
              <a:defRPr>
                <a:solidFill>
                  <a:schemeClr val="bg1"/>
                </a:solidFill>
                <a:latin typeface="+mj-lt"/>
              </a:defRPr>
            </a:lvl1pPr>
          </a:lstStyle>
          <a:p>
            <a:r>
              <a:rPr lang="en-US"/>
              <a:t>Click to edit Master title style</a:t>
            </a:r>
          </a:p>
        </p:txBody>
      </p:sp>
      <p:sp>
        <p:nvSpPr>
          <p:cNvPr id="3" name="Text Placeholder 2"/>
          <p:cNvSpPr>
            <a:spLocks noGrp="1"/>
          </p:cNvSpPr>
          <p:nvPr>
            <p:ph type="body" idx="1"/>
          </p:nvPr>
        </p:nvSpPr>
        <p:spPr>
          <a:xfrm>
            <a:off x="380999"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4" name="Content Placeholder 3"/>
          <p:cNvSpPr>
            <a:spLocks noGrp="1"/>
          </p:cNvSpPr>
          <p:nvPr>
            <p:ph sz="half" idx="2"/>
          </p:nvPr>
        </p:nvSpPr>
        <p:spPr>
          <a:xfrm>
            <a:off x="380999"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77000" y="1681035"/>
            <a:ext cx="5334000" cy="823397"/>
          </a:xfrm>
        </p:spPr>
        <p:txBody>
          <a:bodyPr anchor="b"/>
          <a:lstStyle>
            <a:lvl1pPr marL="0" indent="0">
              <a:buNone/>
              <a:defRPr sz="2353" b="1">
                <a:latin typeface="+mj-lt"/>
              </a:defRPr>
            </a:lvl1pPr>
            <a:lvl2pPr marL="448267" indent="0">
              <a:buNone/>
              <a:defRPr sz="1961" b="1"/>
            </a:lvl2pPr>
            <a:lvl3pPr marL="896533" indent="0">
              <a:buNone/>
              <a:defRPr sz="1765" b="1"/>
            </a:lvl3pPr>
            <a:lvl4pPr marL="1344800" indent="0">
              <a:buNone/>
              <a:defRPr sz="1569" b="1"/>
            </a:lvl4pPr>
            <a:lvl5pPr marL="1793067" indent="0">
              <a:buNone/>
              <a:defRPr sz="1569" b="1"/>
            </a:lvl5pPr>
            <a:lvl6pPr marL="2241334" indent="0">
              <a:buNone/>
              <a:defRPr sz="1569" b="1"/>
            </a:lvl6pPr>
            <a:lvl7pPr marL="2689600" indent="0">
              <a:buNone/>
              <a:defRPr sz="1569" b="1"/>
            </a:lvl7pPr>
            <a:lvl8pPr marL="3137867" indent="0">
              <a:buNone/>
              <a:defRPr sz="1569" b="1"/>
            </a:lvl8pPr>
            <a:lvl9pPr marL="3586133" indent="0">
              <a:buNone/>
              <a:defRPr sz="1569" b="1"/>
            </a:lvl9pPr>
          </a:lstStyle>
          <a:p>
            <a:pPr lvl="0"/>
            <a:r>
              <a:rPr lang="en-US"/>
              <a:t>Edit Master text styles</a:t>
            </a:r>
          </a:p>
        </p:txBody>
      </p:sp>
      <p:sp>
        <p:nvSpPr>
          <p:cNvPr id="6" name="Content Placeholder 5"/>
          <p:cNvSpPr>
            <a:spLocks noGrp="1"/>
          </p:cNvSpPr>
          <p:nvPr>
            <p:ph sz="quarter" idx="4"/>
          </p:nvPr>
        </p:nvSpPr>
        <p:spPr>
          <a:xfrm>
            <a:off x="6477000" y="2504431"/>
            <a:ext cx="5334000" cy="3685825"/>
          </a:xfrm>
        </p:spPr>
        <p:txBody>
          <a:bodyPr>
            <a:noAutofit/>
          </a:bodyPr>
          <a:lstStyle>
            <a:lvl1pPr marL="0" indent="0">
              <a:buNone/>
              <a:defRPr>
                <a:latin typeface="Segoe UI" panose="020B0502040204020203" pitchFamily="34" charset="0"/>
              </a:defRPr>
            </a:lvl1pPr>
            <a:lvl2pPr marL="448266" indent="0">
              <a:buNone/>
              <a:defRPr>
                <a:latin typeface="Segoe UI" panose="020B0502040204020203" pitchFamily="34" charset="0"/>
              </a:defRPr>
            </a:lvl2pPr>
            <a:lvl3pPr marL="896533" indent="0">
              <a:buNone/>
              <a:defRPr>
                <a:latin typeface="Segoe UI" panose="020B0502040204020203" pitchFamily="34" charset="0"/>
              </a:defRPr>
            </a:lvl3pPr>
            <a:lvl4pPr marL="1344800" indent="0">
              <a:buNone/>
              <a:defRPr>
                <a:latin typeface="Segoe UI" panose="020B0502040204020203" pitchFamily="34" charset="0"/>
              </a:defRPr>
            </a:lvl4pPr>
            <a:lvl5pPr marL="1793067" indent="0">
              <a:buNone/>
              <a:defRPr>
                <a:latin typeface="Segoe UI" panose="020B0502040204020203"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atin typeface="Segoe UI" panose="020B0502040204020203" pitchFamily="34" charset="0"/>
              </a:defRPr>
            </a:lvl1pPr>
          </a:lstStyle>
          <a:p>
            <a:fld id="{685FD7E0-A805-420A-875D-7270E2A068F4}" type="datetime1">
              <a:rPr lang="en-US" smtClean="0"/>
              <a:t>4/6/2021</a:t>
            </a:fld>
            <a:endParaRPr lang="en-US" dirty="0"/>
          </a:p>
        </p:txBody>
      </p:sp>
      <p:sp>
        <p:nvSpPr>
          <p:cNvPr id="8" name="Footer Placeholder 7"/>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9" name="Slide Number Placeholder 8"/>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11" name="Picture 10">
            <a:extLst>
              <a:ext uri="{FF2B5EF4-FFF2-40B4-BE49-F238E27FC236}">
                <a16:creationId xmlns:a16="http://schemas.microsoft.com/office/drawing/2014/main" id="{C4C4B624-09C9-4734-9996-D8363B05C62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4077"/>
          <a:stretch/>
        </p:blipFill>
        <p:spPr>
          <a:xfrm>
            <a:off x="10820400" y="6400800"/>
            <a:ext cx="709913" cy="228600"/>
          </a:xfrm>
          <a:prstGeom prst="rect">
            <a:avLst/>
          </a:prstGeom>
        </p:spPr>
      </p:pic>
    </p:spTree>
    <p:extLst>
      <p:ext uri="{BB962C8B-B14F-4D97-AF65-F5344CB8AC3E}">
        <p14:creationId xmlns:p14="http://schemas.microsoft.com/office/powerpoint/2010/main" val="11257771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8C2BDBCE-CC25-4CBE-934F-9C7C872AC0CD}" type="datetime1">
              <a:rPr lang="en-US" smtClean="0"/>
              <a:t>4/6/2021</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Tree>
    <p:extLst>
      <p:ext uri="{BB962C8B-B14F-4D97-AF65-F5344CB8AC3E}">
        <p14:creationId xmlns:p14="http://schemas.microsoft.com/office/powerpoint/2010/main" val="308201828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14273" y="2689656"/>
            <a:ext cx="3259815" cy="537931"/>
          </a:xfrm>
        </p:spPr>
        <p:txBody>
          <a:bodyPr wrap="none" anchor="t" anchorCtr="0">
            <a:noAutofit/>
          </a:bodyPr>
          <a:lstStyle>
            <a:lvl1pPr algn="r">
              <a:defRPr sz="3530">
                <a:solidFill>
                  <a:srgbClr val="E45A1E"/>
                </a:solidFill>
              </a:defRPr>
            </a:lvl1pPr>
          </a:lstStyle>
          <a:p>
            <a:r>
              <a:rPr lang="en-US"/>
              <a:t>Click to edit Master title style</a:t>
            </a:r>
          </a:p>
        </p:txBody>
      </p:sp>
      <p:sp>
        <p:nvSpPr>
          <p:cNvPr id="3" name="Subtitle 2"/>
          <p:cNvSpPr>
            <a:spLocks noGrp="1"/>
          </p:cNvSpPr>
          <p:nvPr>
            <p:ph type="subTitle" idx="1"/>
          </p:nvPr>
        </p:nvSpPr>
        <p:spPr>
          <a:xfrm>
            <a:off x="1414273" y="3317243"/>
            <a:ext cx="3259815" cy="1656131"/>
          </a:xfrm>
        </p:spPr>
        <p:txBody>
          <a:bodyPr>
            <a:normAutofit/>
          </a:bodyPr>
          <a:lstStyle>
            <a:lvl1pPr marL="0" indent="0" algn="r">
              <a:buNone/>
              <a:defRPr sz="1765">
                <a:solidFill>
                  <a:srgbClr val="E45A1E"/>
                </a:solidFill>
                <a:latin typeface="Segoe UI Semilight" panose="020B0402040204020203" pitchFamily="34" charset="0"/>
                <a:cs typeface="Segoe UI Semilight" panose="020B0402040204020203" pitchFamily="34" charset="0"/>
              </a:defRPr>
            </a:lvl1pPr>
            <a:lvl2pPr marL="448267" indent="0" algn="ctr">
              <a:buNone/>
              <a:defRPr sz="1961"/>
            </a:lvl2pPr>
            <a:lvl3pPr marL="896533" indent="0" algn="ctr">
              <a:buNone/>
              <a:defRPr sz="1765"/>
            </a:lvl3pPr>
            <a:lvl4pPr marL="1344800" indent="0" algn="ctr">
              <a:buNone/>
              <a:defRPr sz="1569"/>
            </a:lvl4pPr>
            <a:lvl5pPr marL="1793067" indent="0" algn="ctr">
              <a:buNone/>
              <a:defRPr sz="1569"/>
            </a:lvl5pPr>
            <a:lvl6pPr marL="2241334" indent="0" algn="ctr">
              <a:buNone/>
              <a:defRPr sz="1569"/>
            </a:lvl6pPr>
            <a:lvl7pPr marL="2689600" indent="0" algn="ctr">
              <a:buNone/>
              <a:defRPr sz="1569"/>
            </a:lvl7pPr>
            <a:lvl8pPr marL="3137867" indent="0" algn="ctr">
              <a:buNone/>
              <a:defRPr sz="1569"/>
            </a:lvl8pPr>
            <a:lvl9pPr marL="3586133" indent="0" algn="ctr">
              <a:buNone/>
              <a:defRPr sz="1569"/>
            </a:lvl9pPr>
          </a:lstStyle>
          <a:p>
            <a:r>
              <a:rPr lang="en-US"/>
              <a:t>Click to edit Master subtitle style</a:t>
            </a:r>
          </a:p>
        </p:txBody>
      </p:sp>
      <p:sp>
        <p:nvSpPr>
          <p:cNvPr id="4" name="Date Placeholder 3"/>
          <p:cNvSpPr>
            <a:spLocks noGrp="1"/>
          </p:cNvSpPr>
          <p:nvPr>
            <p:ph type="dt" sz="half" idx="10"/>
          </p:nvPr>
        </p:nvSpPr>
        <p:spPr/>
        <p:txBody>
          <a:bodyPr/>
          <a:lstStyle>
            <a:lvl1pPr>
              <a:defRPr>
                <a:latin typeface="Segoe UI" panose="020B0502040204020203" pitchFamily="34" charset="0"/>
              </a:defRPr>
            </a:lvl1pPr>
          </a:lstStyle>
          <a:p>
            <a:fld id="{5CEB7861-64A3-41FA-ABEA-C185FC05FA35}" type="datetime1">
              <a:rPr lang="en-US" smtClean="0"/>
              <a:t>4/6/2021</a:t>
            </a:fld>
            <a:endParaRPr lang="en-US" dirty="0"/>
          </a:p>
        </p:txBody>
      </p:sp>
      <p:sp>
        <p:nvSpPr>
          <p:cNvPr id="5" name="Footer Placeholder 4"/>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6" name="Slide Number Placeholder 5"/>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
        <p:nvSpPr>
          <p:cNvPr id="7" name="Rectangle 6"/>
          <p:cNvSpPr/>
          <p:nvPr/>
        </p:nvSpPr>
        <p:spPr>
          <a:xfrm>
            <a:off x="6096002" y="1"/>
            <a:ext cx="6095999" cy="6857999"/>
          </a:xfrm>
          <a:prstGeom prst="rect">
            <a:avLst/>
          </a:prstGeom>
          <a:solidFill>
            <a:srgbClr val="004E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92" dirty="0">
              <a:latin typeface="Segoe UI" panose="020B0502040204020203" pitchFamily="34" charset="0"/>
            </a:endParaRPr>
          </a:p>
        </p:txBody>
      </p:sp>
      <p:pic>
        <p:nvPicPr>
          <p:cNvPr id="8" name="Picture 7" descr="affirmastudioslogo.png"/>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866624" y="2689656"/>
            <a:ext cx="2204778" cy="562410"/>
          </a:xfrm>
          <a:prstGeom prst="rect">
            <a:avLst/>
          </a:prstGeom>
        </p:spPr>
      </p:pic>
    </p:spTree>
    <p:extLst>
      <p:ext uri="{BB962C8B-B14F-4D97-AF65-F5344CB8AC3E}">
        <p14:creationId xmlns:p14="http://schemas.microsoft.com/office/powerpoint/2010/main" val="147009371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1_Blank">
    <p:bg>
      <p:bgPr>
        <a:solidFill>
          <a:srgbClr val="004E59"/>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DB47BD2F-A296-43C1-84F8-791E05C73DA2}" type="datetime1">
              <a:rPr lang="en-US" smtClean="0"/>
              <a:t>4/6/2021</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6" name="Picture 5">
            <a:extLst>
              <a:ext uri="{FF2B5EF4-FFF2-40B4-BE49-F238E27FC236}">
                <a16:creationId xmlns:a16="http://schemas.microsoft.com/office/drawing/2014/main" id="{171D8278-5719-41B5-BA0B-62F901BD5A8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208131311"/>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3_Blank">
    <p:bg>
      <p:bgPr>
        <a:solidFill>
          <a:srgbClr val="E45A1E"/>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8FF4BE7A-AA3C-42B8-8F91-3C085726ECDB}" type="datetime1">
              <a:rPr lang="en-US" smtClean="0"/>
              <a:t>4/6/2021</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7" name="Picture 6">
            <a:extLst>
              <a:ext uri="{FF2B5EF4-FFF2-40B4-BE49-F238E27FC236}">
                <a16:creationId xmlns:a16="http://schemas.microsoft.com/office/drawing/2014/main" id="{2DDC3FBF-8EF6-411E-AA4F-268641FD25D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416310966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2_Blank">
    <p:bg>
      <p:bgPr>
        <a:solidFill>
          <a:srgbClr val="333333"/>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atin typeface="Segoe UI" panose="020B0502040204020203" pitchFamily="34" charset="0"/>
              </a:defRPr>
            </a:lvl1pPr>
          </a:lstStyle>
          <a:p>
            <a:fld id="{8A79E5FC-C2FF-4261-A4D9-221BEA5754A2}" type="datetime1">
              <a:rPr lang="en-US" smtClean="0"/>
              <a:t>4/6/2021</a:t>
            </a:fld>
            <a:endParaRPr lang="en-US" dirty="0"/>
          </a:p>
        </p:txBody>
      </p:sp>
      <p:sp>
        <p:nvSpPr>
          <p:cNvPr id="3" name="Footer Placeholder 2"/>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4" name="Slide Number Placeholder 3"/>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pic>
        <p:nvPicPr>
          <p:cNvPr id="6" name="Picture 5">
            <a:extLst>
              <a:ext uri="{FF2B5EF4-FFF2-40B4-BE49-F238E27FC236}">
                <a16:creationId xmlns:a16="http://schemas.microsoft.com/office/drawing/2014/main" id="{5982C415-13F0-4D24-97F3-4AB707C0984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820400" y="6400800"/>
            <a:ext cx="704426" cy="182880"/>
          </a:xfrm>
          <a:prstGeom prst="rect">
            <a:avLst/>
          </a:prstGeom>
        </p:spPr>
      </p:pic>
    </p:spTree>
    <p:extLst>
      <p:ext uri="{BB962C8B-B14F-4D97-AF65-F5344CB8AC3E}">
        <p14:creationId xmlns:p14="http://schemas.microsoft.com/office/powerpoint/2010/main" val="63423770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470" y="457615"/>
            <a:ext cx="3932568" cy="1600096"/>
          </a:xfrm>
        </p:spPr>
        <p:txBody>
          <a:bodyPr anchor="b"/>
          <a:lstStyle>
            <a:lvl1pPr>
              <a:defRPr sz="3137"/>
            </a:lvl1pPr>
          </a:lstStyle>
          <a:p>
            <a:r>
              <a:rPr lang="en-US"/>
              <a:t>Click to edit Master title style</a:t>
            </a:r>
          </a:p>
        </p:txBody>
      </p:sp>
      <p:sp>
        <p:nvSpPr>
          <p:cNvPr id="3" name="Picture Placeholder 2"/>
          <p:cNvSpPr>
            <a:spLocks noGrp="1"/>
          </p:cNvSpPr>
          <p:nvPr>
            <p:ph type="pic" idx="1"/>
          </p:nvPr>
        </p:nvSpPr>
        <p:spPr>
          <a:xfrm>
            <a:off x="5183937" y="986833"/>
            <a:ext cx="6171746" cy="4873445"/>
          </a:xfrm>
        </p:spPr>
        <p:txBody>
          <a:bodyPr/>
          <a:lstStyle>
            <a:lvl1pPr marL="0" indent="0">
              <a:buNone/>
              <a:defRPr sz="3137">
                <a:latin typeface="Segoe UI" panose="020B0502040204020203" pitchFamily="34" charset="0"/>
              </a:defRPr>
            </a:lvl1pPr>
            <a:lvl2pPr marL="448267" indent="0">
              <a:buNone/>
              <a:defRPr sz="2745"/>
            </a:lvl2pPr>
            <a:lvl3pPr marL="896533" indent="0">
              <a:buNone/>
              <a:defRPr sz="2353"/>
            </a:lvl3pPr>
            <a:lvl4pPr marL="1344800" indent="0">
              <a:buNone/>
              <a:defRPr sz="1961"/>
            </a:lvl4pPr>
            <a:lvl5pPr marL="1793067" indent="0">
              <a:buNone/>
              <a:defRPr sz="1961"/>
            </a:lvl5pPr>
            <a:lvl6pPr marL="2241334" indent="0">
              <a:buNone/>
              <a:defRPr sz="1961"/>
            </a:lvl6pPr>
            <a:lvl7pPr marL="2689600" indent="0">
              <a:buNone/>
              <a:defRPr sz="1961"/>
            </a:lvl7pPr>
            <a:lvl8pPr marL="3137867" indent="0">
              <a:buNone/>
              <a:defRPr sz="1961"/>
            </a:lvl8pPr>
            <a:lvl9pPr marL="3586133" indent="0">
              <a:buNone/>
              <a:defRPr sz="1961"/>
            </a:lvl9pPr>
          </a:lstStyle>
          <a:p>
            <a:r>
              <a:rPr lang="en-US" dirty="0"/>
              <a:t>Click icon to add picture</a:t>
            </a:r>
          </a:p>
        </p:txBody>
      </p:sp>
      <p:sp>
        <p:nvSpPr>
          <p:cNvPr id="4" name="Text Placeholder 3"/>
          <p:cNvSpPr>
            <a:spLocks noGrp="1"/>
          </p:cNvSpPr>
          <p:nvPr>
            <p:ph type="body" sz="half" idx="2"/>
          </p:nvPr>
        </p:nvSpPr>
        <p:spPr>
          <a:xfrm>
            <a:off x="840470" y="2057712"/>
            <a:ext cx="3932568" cy="3811903"/>
          </a:xfrm>
        </p:spPr>
        <p:txBody>
          <a:bodyPr/>
          <a:lstStyle>
            <a:lvl1pPr marL="0" indent="0">
              <a:buNone/>
              <a:defRPr sz="1569">
                <a:latin typeface="Segoe UI" panose="020B0502040204020203" pitchFamily="34" charset="0"/>
              </a:defRPr>
            </a:lvl1pPr>
            <a:lvl2pPr marL="448267" indent="0">
              <a:buNone/>
              <a:defRPr sz="1372"/>
            </a:lvl2pPr>
            <a:lvl3pPr marL="896533" indent="0">
              <a:buNone/>
              <a:defRPr sz="1177"/>
            </a:lvl3pPr>
            <a:lvl4pPr marL="1344800" indent="0">
              <a:buNone/>
              <a:defRPr sz="981"/>
            </a:lvl4pPr>
            <a:lvl5pPr marL="1793067" indent="0">
              <a:buNone/>
              <a:defRPr sz="981"/>
            </a:lvl5pPr>
            <a:lvl6pPr marL="2241334" indent="0">
              <a:buNone/>
              <a:defRPr sz="981"/>
            </a:lvl6pPr>
            <a:lvl7pPr marL="2689600" indent="0">
              <a:buNone/>
              <a:defRPr sz="981"/>
            </a:lvl7pPr>
            <a:lvl8pPr marL="3137867" indent="0">
              <a:buNone/>
              <a:defRPr sz="981"/>
            </a:lvl8pPr>
            <a:lvl9pPr marL="3586133" indent="0">
              <a:buNone/>
              <a:defRPr sz="981"/>
            </a:lvl9pPr>
          </a:lstStyle>
          <a:p>
            <a:pPr lvl="0"/>
            <a:r>
              <a:rPr lang="en-US"/>
              <a:t>Edit Master text styles</a:t>
            </a:r>
          </a:p>
        </p:txBody>
      </p:sp>
      <p:sp>
        <p:nvSpPr>
          <p:cNvPr id="5" name="Date Placeholder 4"/>
          <p:cNvSpPr>
            <a:spLocks noGrp="1"/>
          </p:cNvSpPr>
          <p:nvPr>
            <p:ph type="dt" sz="half" idx="10"/>
          </p:nvPr>
        </p:nvSpPr>
        <p:spPr/>
        <p:txBody>
          <a:bodyPr/>
          <a:lstStyle>
            <a:lvl1pPr>
              <a:defRPr>
                <a:latin typeface="Segoe UI" panose="020B0502040204020203" pitchFamily="34" charset="0"/>
              </a:defRPr>
            </a:lvl1pPr>
          </a:lstStyle>
          <a:p>
            <a:fld id="{C1138EFA-D900-4331-9A7A-F162229CDD6C}" type="datetime1">
              <a:rPr lang="en-US" smtClean="0"/>
              <a:t>4/6/2021</a:t>
            </a:fld>
            <a:endParaRPr lang="en-US" dirty="0"/>
          </a:p>
        </p:txBody>
      </p:sp>
      <p:sp>
        <p:nvSpPr>
          <p:cNvPr id="6" name="Footer Placeholder 5"/>
          <p:cNvSpPr>
            <a:spLocks noGrp="1"/>
          </p:cNvSpPr>
          <p:nvPr>
            <p:ph type="ftr" sz="quarter" idx="11"/>
          </p:nvPr>
        </p:nvSpPr>
        <p:spPr/>
        <p:txBody>
          <a:bodyPr/>
          <a:lstStyle>
            <a:lvl1pPr>
              <a:defRPr>
                <a:latin typeface="Segoe UI" panose="020B0502040204020203" pitchFamily="34" charset="0"/>
              </a:defRPr>
            </a:lvl1pPr>
          </a:lstStyle>
          <a:p>
            <a:endParaRPr lang="en-US" dirty="0"/>
          </a:p>
        </p:txBody>
      </p:sp>
      <p:sp>
        <p:nvSpPr>
          <p:cNvPr id="7" name="Slide Number Placeholder 6"/>
          <p:cNvSpPr>
            <a:spLocks noGrp="1"/>
          </p:cNvSpPr>
          <p:nvPr>
            <p:ph type="sldNum" sz="quarter" idx="12"/>
          </p:nvPr>
        </p:nvSpPr>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Tree>
    <p:extLst>
      <p:ext uri="{BB962C8B-B14F-4D97-AF65-F5344CB8AC3E}">
        <p14:creationId xmlns:p14="http://schemas.microsoft.com/office/powerpoint/2010/main" val="8816774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Basic">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81000" y="1432830"/>
            <a:ext cx="11430000" cy="4350456"/>
          </a:xfrm>
        </p:spPr>
        <p:txBody>
          <a:bodyPr vert="horz" lIns="91440" tIns="91440" rIns="91440" bIns="91440" rtlCol="0">
            <a:noAutofit/>
          </a:bodyPr>
          <a:lstStyle>
            <a:lvl1pPr>
              <a:defRPr lang="en-US" dirty="0" smtClean="0">
                <a:latin typeface="Segoe UI" panose="020B0502040204020203" pitchFamily="34" charset="0"/>
              </a:defRPr>
            </a:lvl1pPr>
            <a:lvl2pPr>
              <a:defRPr lang="en-US" dirty="0" smtClean="0">
                <a:latin typeface="Segoe UI" panose="020B0502040204020203" pitchFamily="34" charset="0"/>
              </a:defRPr>
            </a:lvl2pPr>
            <a:lvl3pPr>
              <a:defRPr lang="en-US" dirty="0" smtClean="0">
                <a:latin typeface="Segoe UI" panose="020B0502040204020203" pitchFamily="34" charset="0"/>
              </a:defRPr>
            </a:lvl3pPr>
            <a:lvl4pPr>
              <a:defRPr lang="en-US" dirty="0" smtClean="0">
                <a:latin typeface="Segoe UI" panose="020B0502040204020203" pitchFamily="34" charset="0"/>
              </a:defRPr>
            </a:lvl4pPr>
            <a:lvl5pPr>
              <a:defRPr lang="en-US" dirty="0">
                <a:latin typeface="Segoe UI" panose="020B0502040204020203"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
          <p:cNvSpPr>
            <a:spLocks noGrp="1"/>
          </p:cNvSpPr>
          <p:nvPr>
            <p:ph type="body" sz="quarter" idx="16"/>
          </p:nvPr>
        </p:nvSpPr>
        <p:spPr>
          <a:xfrm>
            <a:off x="381000" y="1021080"/>
            <a:ext cx="11487856" cy="228535"/>
          </a:xfrm>
        </p:spPr>
        <p:txBody>
          <a:bodyPr lIns="9144" tIns="0" rIns="0" bIns="0">
            <a:spAutoFit/>
          </a:bodyPr>
          <a:lstStyle>
            <a:lvl1pPr marL="0" indent="0">
              <a:buNone/>
              <a:defRPr sz="1650" spc="-14" baseline="0">
                <a:solidFill>
                  <a:schemeClr val="accent2"/>
                </a:solidFill>
                <a:latin typeface="Segoe UI" panose="020B0502040204020203" pitchFamily="34" charset="0"/>
              </a:defRPr>
            </a:lvl1pPr>
          </a:lstStyle>
          <a:p>
            <a:pPr lvl="0"/>
            <a:r>
              <a:rPr lang="en-US"/>
              <a:t>Click to edit Master text styles</a:t>
            </a:r>
          </a:p>
        </p:txBody>
      </p:sp>
      <p:sp>
        <p:nvSpPr>
          <p:cNvPr id="4" name="Title 3"/>
          <p:cNvSpPr>
            <a:spLocks noGrp="1"/>
          </p:cNvSpPr>
          <p:nvPr>
            <p:ph type="title"/>
          </p:nvPr>
        </p:nvSpPr>
        <p:spPr/>
        <p:txBody>
          <a:bodyPr/>
          <a:lstStyle/>
          <a:p>
            <a:r>
              <a:rPr lang="en-US"/>
              <a:t>Click to edit Master title style</a:t>
            </a:r>
          </a:p>
        </p:txBody>
      </p:sp>
      <p:sp>
        <p:nvSpPr>
          <p:cNvPr id="19" name="Footer Placeholder 3"/>
          <p:cNvSpPr>
            <a:spLocks noGrp="1"/>
          </p:cNvSpPr>
          <p:nvPr>
            <p:ph type="ftr" sz="quarter" idx="3"/>
          </p:nvPr>
        </p:nvSpPr>
        <p:spPr>
          <a:xfrm>
            <a:off x="333816" y="6270900"/>
            <a:ext cx="10739714" cy="428383"/>
          </a:xfrm>
          <a:prstGeom prst="rect">
            <a:avLst/>
          </a:prstGeom>
        </p:spPr>
        <p:txBody>
          <a:bodyPr vert="horz" lIns="91440" tIns="45720" rIns="91440" bIns="45720" rtlCol="0" anchor="ctr"/>
          <a:lstStyle>
            <a:lvl1pPr algn="l">
              <a:defRPr sz="687">
                <a:solidFill>
                  <a:schemeClr val="tx1">
                    <a:tint val="75000"/>
                  </a:schemeClr>
                </a:solidFill>
                <a:latin typeface="Segoe UI" panose="020B0502040204020203" pitchFamily="34" charset="0"/>
              </a:defRPr>
            </a:lvl1pPr>
          </a:lstStyle>
          <a:p>
            <a:endParaRPr lang="en-US" dirty="0"/>
          </a:p>
        </p:txBody>
      </p:sp>
    </p:spTree>
    <p:extLst>
      <p:ext uri="{BB962C8B-B14F-4D97-AF65-F5344CB8AC3E}">
        <p14:creationId xmlns:p14="http://schemas.microsoft.com/office/powerpoint/2010/main" val="1582122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5_Title and Content">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69239" y="1189178"/>
            <a:ext cx="11653523" cy="1718473"/>
          </a:xfrm>
        </p:spPr>
        <p:txBody>
          <a:bodyPr>
            <a:spAutoFit/>
          </a:bodyPr>
          <a:lstStyle>
            <a:lvl3pPr>
              <a:defRPr sz="2353"/>
            </a:lvl3pPr>
            <a:lvl4pPr>
              <a:defRPr sz="1961"/>
            </a:lvl4pPr>
            <a:lvl5pPr>
              <a:defRPr sz="196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itle 5"/>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B3307CF5-B5B9-4BCB-A9E2-376A440B6AF2}"/>
              </a:ext>
            </a:extLst>
          </p:cNvPr>
          <p:cNvSpPr>
            <a:spLocks noGrp="1"/>
          </p:cNvSpPr>
          <p:nvPr>
            <p:ph type="sldNum" sz="quarter" idx="12"/>
          </p:nvPr>
        </p:nvSpPr>
        <p:spPr>
          <a:xfrm>
            <a:off x="11277600" y="6356805"/>
            <a:ext cx="533400" cy="304800"/>
          </a:xfrm>
        </p:spPr>
        <p:txBody>
          <a:bodyPr/>
          <a:lstStyle>
            <a:lvl1pPr>
              <a:defRPr>
                <a:latin typeface="Segoe UI" panose="020B0502040204020203" pitchFamily="34" charset="0"/>
              </a:defRPr>
            </a:lvl1pPr>
          </a:lstStyle>
          <a:p>
            <a:fld id="{49A40DB5-B054-4B52-B27D-446721D6CC27}" type="slidenum">
              <a:rPr lang="en-US" smtClean="0"/>
              <a:pPr/>
              <a:t>‹#›</a:t>
            </a:fld>
            <a:endParaRPr lang="en-US" dirty="0"/>
          </a:p>
        </p:txBody>
      </p:sp>
    </p:spTree>
    <p:extLst>
      <p:ext uri="{BB962C8B-B14F-4D97-AF65-F5344CB8AC3E}">
        <p14:creationId xmlns:p14="http://schemas.microsoft.com/office/powerpoint/2010/main" val="372850223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Click to edit Master title style</a:t>
            </a:r>
            <a:endParaRPr lang="en-GB"/>
          </a:p>
        </p:txBody>
      </p:sp>
      <p:sp>
        <p:nvSpPr>
          <p:cNvPr id="8" name="Slide Number Placeholder 7"/>
          <p:cNvSpPr>
            <a:spLocks noGrp="1"/>
          </p:cNvSpPr>
          <p:nvPr>
            <p:ph type="sldNum" sz="quarter" idx="10"/>
          </p:nvPr>
        </p:nvSpPr>
        <p:spPr/>
        <p:txBody>
          <a:bodyPr/>
          <a:lstStyle/>
          <a:p>
            <a:pPr defTabSz="1088430">
              <a:defRPr/>
            </a:pPr>
            <a:fld id="{69FA6C94-5F86-45CB-8648-60333F08ECEB}" type="slidenum">
              <a:rPr lang="en-US" smtClean="0"/>
              <a:pPr defTabSz="1088430">
                <a:defRPr/>
              </a:pPr>
              <a:t>‹#›</a:t>
            </a:fld>
            <a:endParaRPr lang="en-US" dirty="0"/>
          </a:p>
        </p:txBody>
      </p:sp>
      <p:sp>
        <p:nvSpPr>
          <p:cNvPr id="9" name="Content Placeholder 8"/>
          <p:cNvSpPr>
            <a:spLocks noGrp="1"/>
          </p:cNvSpPr>
          <p:nvPr>
            <p:ph sz="quarter" idx="11"/>
          </p:nvPr>
        </p:nvSpPr>
        <p:spPr>
          <a:xfrm>
            <a:off x="468313" y="1199017"/>
            <a:ext cx="11366500" cy="27424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9ED886EF-F323-4F4F-9AC3-21D9DF810CB6}"/>
              </a:ext>
            </a:extLst>
          </p:cNvPr>
          <p:cNvSpPr/>
          <p:nvPr userDrawn="1"/>
        </p:nvSpPr>
        <p:spPr>
          <a:xfrm>
            <a:off x="2" y="0"/>
            <a:ext cx="12192000" cy="990600"/>
          </a:xfrm>
          <a:prstGeom prst="rect">
            <a:avLst/>
          </a:prstGeom>
          <a:solidFill>
            <a:srgbClr val="004E59"/>
          </a:solidFill>
          <a:ln>
            <a:solidFill>
              <a:srgbClr val="026373"/>
            </a:solidFill>
          </a:ln>
        </p:spPr>
        <p:style>
          <a:lnRef idx="2">
            <a:schemeClr val="accent1">
              <a:shade val="50000"/>
            </a:schemeClr>
          </a:lnRef>
          <a:fillRef idx="1">
            <a:schemeClr val="accent1"/>
          </a:fillRef>
          <a:effectRef idx="0">
            <a:schemeClr val="accent1"/>
          </a:effectRef>
          <a:fontRef idx="minor">
            <a:schemeClr val="lt1"/>
          </a:fontRef>
        </p:style>
        <p:txBody>
          <a:bodyPr lIns="76200" rIns="76200" rtlCol="0" anchor="ctr"/>
          <a:lstStyle/>
          <a:p>
            <a:pPr algn="ctr"/>
            <a:endParaRPr lang="en-US" sz="1765" dirty="0">
              <a:solidFill>
                <a:schemeClr val="bg1"/>
              </a:solidFill>
              <a:latin typeface="Segoe UI" panose="020B0502040204020203" pitchFamily="34" charset="0"/>
            </a:endParaRPr>
          </a:p>
        </p:txBody>
      </p:sp>
    </p:spTree>
    <p:extLst>
      <p:ext uri="{BB962C8B-B14F-4D97-AF65-F5344CB8AC3E}">
        <p14:creationId xmlns:p14="http://schemas.microsoft.com/office/powerpoint/2010/main" val="4090283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18" Type="http://schemas.openxmlformats.org/officeDocument/2006/relationships/slideLayout" Target="../slideLayouts/slideLayout42.xml"/><Relationship Id="rId26" Type="http://schemas.openxmlformats.org/officeDocument/2006/relationships/slideLayout" Target="../slideLayouts/slideLayout50.xml"/><Relationship Id="rId3" Type="http://schemas.openxmlformats.org/officeDocument/2006/relationships/slideLayout" Target="../slideLayouts/slideLayout27.xml"/><Relationship Id="rId21" Type="http://schemas.openxmlformats.org/officeDocument/2006/relationships/slideLayout" Target="../slideLayouts/slideLayout45.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slideLayout" Target="../slideLayouts/slideLayout41.xml"/><Relationship Id="rId25" Type="http://schemas.openxmlformats.org/officeDocument/2006/relationships/slideLayout" Target="../slideLayouts/slideLayout49.xml"/><Relationship Id="rId2" Type="http://schemas.openxmlformats.org/officeDocument/2006/relationships/slideLayout" Target="../slideLayouts/slideLayout26.xml"/><Relationship Id="rId16" Type="http://schemas.openxmlformats.org/officeDocument/2006/relationships/slideLayout" Target="../slideLayouts/slideLayout40.xml"/><Relationship Id="rId20" Type="http://schemas.openxmlformats.org/officeDocument/2006/relationships/slideLayout" Target="../slideLayouts/slideLayout44.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24" Type="http://schemas.openxmlformats.org/officeDocument/2006/relationships/slideLayout" Target="../slideLayouts/slideLayout48.xml"/><Relationship Id="rId5" Type="http://schemas.openxmlformats.org/officeDocument/2006/relationships/slideLayout" Target="../slideLayouts/slideLayout29.xml"/><Relationship Id="rId15" Type="http://schemas.openxmlformats.org/officeDocument/2006/relationships/slideLayout" Target="../slideLayouts/slideLayout39.xml"/><Relationship Id="rId23" Type="http://schemas.openxmlformats.org/officeDocument/2006/relationships/slideLayout" Target="../slideLayouts/slideLayout47.xml"/><Relationship Id="rId10" Type="http://schemas.openxmlformats.org/officeDocument/2006/relationships/slideLayout" Target="../slideLayouts/slideLayout34.xml"/><Relationship Id="rId19" Type="http://schemas.openxmlformats.org/officeDocument/2006/relationships/slideLayout" Target="../slideLayouts/slideLayout43.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 Id="rId22" Type="http://schemas.openxmlformats.org/officeDocument/2006/relationships/slideLayout" Target="../slideLayouts/slideLayout46.xml"/><Relationship Id="rId2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28600"/>
            <a:ext cx="11430000" cy="5334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0999" y="1143000"/>
            <a:ext cx="11430000" cy="45720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1" y="6356806"/>
            <a:ext cx="2743459" cy="304800"/>
          </a:xfrm>
          <a:prstGeom prst="rect">
            <a:avLst/>
          </a:prstGeom>
        </p:spPr>
        <p:txBody>
          <a:bodyPr vert="horz" lIns="91440" tIns="45720" rIns="91440" bIns="45720" rtlCol="0" anchor="ctr"/>
          <a:lstStyle>
            <a:lvl1pPr algn="l">
              <a:defRPr sz="1177">
                <a:solidFill>
                  <a:schemeClr val="tx1">
                    <a:tint val="75000"/>
                  </a:schemeClr>
                </a:solidFill>
                <a:latin typeface="Segoe UI" panose="020B0502040204020203" pitchFamily="34" charset="0"/>
              </a:defRPr>
            </a:lvl1pPr>
          </a:lstStyle>
          <a:p>
            <a:fld id="{39062AE9-38A0-4182-BCD1-E0AE29AB0D6F}" type="datetime1">
              <a:rPr lang="en-US" smtClean="0"/>
              <a:t>4/6/2021</a:t>
            </a:fld>
            <a:endParaRPr lang="en-US" dirty="0"/>
          </a:p>
        </p:txBody>
      </p:sp>
      <p:sp>
        <p:nvSpPr>
          <p:cNvPr id="5" name="Footer Placeholder 4"/>
          <p:cNvSpPr>
            <a:spLocks noGrp="1"/>
          </p:cNvSpPr>
          <p:nvPr>
            <p:ph type="ftr" sz="quarter" idx="3"/>
          </p:nvPr>
        </p:nvSpPr>
        <p:spPr>
          <a:xfrm>
            <a:off x="4038408" y="6356806"/>
            <a:ext cx="4115189" cy="364224"/>
          </a:xfrm>
          <a:prstGeom prst="rect">
            <a:avLst/>
          </a:prstGeom>
        </p:spPr>
        <p:txBody>
          <a:bodyPr vert="horz" lIns="91440" tIns="45720" rIns="91440" bIns="45720" rtlCol="0" anchor="ctr"/>
          <a:lstStyle>
            <a:lvl1pPr algn="ctr">
              <a:defRPr sz="1177">
                <a:solidFill>
                  <a:schemeClr val="tx1">
                    <a:tint val="75000"/>
                  </a:schemeClr>
                </a:solidFill>
                <a:latin typeface="Segoe UI" panose="020B0502040204020203" pitchFamily="34" charset="0"/>
              </a:defRPr>
            </a:lvl1pPr>
          </a:lstStyle>
          <a:p>
            <a:endParaRPr lang="en-US" dirty="0"/>
          </a:p>
        </p:txBody>
      </p:sp>
      <p:sp>
        <p:nvSpPr>
          <p:cNvPr id="6" name="Slide Number Placeholder 5"/>
          <p:cNvSpPr>
            <a:spLocks noGrp="1"/>
          </p:cNvSpPr>
          <p:nvPr>
            <p:ph type="sldNum" sz="quarter" idx="4"/>
          </p:nvPr>
        </p:nvSpPr>
        <p:spPr>
          <a:xfrm>
            <a:off x="11277600" y="6356805"/>
            <a:ext cx="533400" cy="304800"/>
          </a:xfrm>
          <a:prstGeom prst="rect">
            <a:avLst/>
          </a:prstGeom>
        </p:spPr>
        <p:txBody>
          <a:bodyPr vert="horz" lIns="91440" tIns="45720" rIns="91440" bIns="45720" rtlCol="0" anchor="ctr"/>
          <a:lstStyle>
            <a:lvl1pPr algn="r">
              <a:defRPr sz="1177">
                <a:solidFill>
                  <a:schemeClr val="tx1">
                    <a:tint val="75000"/>
                  </a:schemeClr>
                </a:solidFill>
                <a:latin typeface="Segoe UI" panose="020B0502040204020203" pitchFamily="34" charset="0"/>
              </a:defRPr>
            </a:lvl1pPr>
          </a:lstStyle>
          <a:p>
            <a:fld id="{49A40DB5-B054-4B52-B27D-446721D6CC27}" type="slidenum">
              <a:rPr lang="en-US" smtClean="0"/>
              <a:pPr/>
              <a:t>‹#›</a:t>
            </a:fld>
            <a:endParaRPr lang="en-US" dirty="0"/>
          </a:p>
        </p:txBody>
      </p:sp>
    </p:spTree>
    <p:extLst>
      <p:ext uri="{BB962C8B-B14F-4D97-AF65-F5344CB8AC3E}">
        <p14:creationId xmlns:p14="http://schemas.microsoft.com/office/powerpoint/2010/main" val="8482562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Lst>
  <p:hf hdr="0" ftr="0" dt="0"/>
  <p:txStyles>
    <p:titleStyle>
      <a:lvl1pPr algn="l" defTabSz="896533" rtl="0" eaLnBrk="1" latinLnBrk="0" hangingPunct="1">
        <a:lnSpc>
          <a:spcPct val="90000"/>
        </a:lnSpc>
        <a:spcBef>
          <a:spcPct val="0"/>
        </a:spcBef>
        <a:buNone/>
        <a:defRPr sz="3333" kern="1200">
          <a:solidFill>
            <a:schemeClr val="tx1"/>
          </a:solidFill>
          <a:latin typeface="+mj-lt"/>
          <a:ea typeface="+mj-ea"/>
          <a:cs typeface="+mj-cs"/>
        </a:defRPr>
      </a:lvl1pPr>
    </p:titleStyle>
    <p:bodyStyle>
      <a:lvl1pPr marL="224134" indent="-224134" algn="l" defTabSz="896533" rtl="0" eaLnBrk="1" latinLnBrk="0" hangingPunct="1">
        <a:lnSpc>
          <a:spcPct val="90000"/>
        </a:lnSpc>
        <a:spcBef>
          <a:spcPts val="981"/>
        </a:spcBef>
        <a:buFont typeface="Arial" panose="020B0604020202020204" pitchFamily="34" charset="0"/>
        <a:buChar char="•"/>
        <a:defRPr sz="1961" kern="1200">
          <a:solidFill>
            <a:schemeClr val="tx1"/>
          </a:solidFill>
          <a:latin typeface="Segoe UI" panose="020B0502040204020203" pitchFamily="34" charset="0"/>
          <a:ea typeface="+mn-ea"/>
          <a:cs typeface="+mn-cs"/>
        </a:defRPr>
      </a:lvl1pPr>
      <a:lvl2pPr marL="6724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Segoe UI" panose="020B0502040204020203" pitchFamily="34" charset="0"/>
          <a:ea typeface="+mn-ea"/>
          <a:cs typeface="+mn-cs"/>
        </a:defRPr>
      </a:lvl2pPr>
      <a:lvl3pPr marL="1120667" indent="-224134" algn="l" defTabSz="896533" rtl="0" eaLnBrk="1" latinLnBrk="0" hangingPunct="1">
        <a:lnSpc>
          <a:spcPct val="90000"/>
        </a:lnSpc>
        <a:spcBef>
          <a:spcPts val="490"/>
        </a:spcBef>
        <a:buFont typeface="Arial" panose="020B0604020202020204" pitchFamily="34" charset="0"/>
        <a:buChar char="•"/>
        <a:defRPr sz="1569" kern="1200">
          <a:solidFill>
            <a:schemeClr val="tx1"/>
          </a:solidFill>
          <a:latin typeface="Segoe UI" panose="020B0502040204020203" pitchFamily="34" charset="0"/>
          <a:ea typeface="+mn-ea"/>
          <a:cs typeface="+mn-cs"/>
        </a:defRPr>
      </a:lvl3pPr>
      <a:lvl4pPr marL="1568933"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4pPr>
      <a:lvl5pPr marL="2017200"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5pPr>
      <a:lvl6pPr marL="2465466"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6pPr>
      <a:lvl7pPr marL="2913733"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7pPr>
      <a:lvl8pPr marL="33620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8pPr>
      <a:lvl9pPr marL="3810267"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9pPr>
    </p:bodyStyle>
    <p:otherStyle>
      <a:defPPr>
        <a:defRPr lang="en-US"/>
      </a:defPPr>
      <a:lvl1pPr marL="0" algn="l" defTabSz="896533" rtl="0" eaLnBrk="1" latinLnBrk="0" hangingPunct="1">
        <a:defRPr sz="1765" kern="1200">
          <a:solidFill>
            <a:schemeClr val="tx1"/>
          </a:solidFill>
          <a:latin typeface="+mn-lt"/>
          <a:ea typeface="+mn-ea"/>
          <a:cs typeface="+mn-cs"/>
        </a:defRPr>
      </a:lvl1pPr>
      <a:lvl2pPr marL="448267" algn="l" defTabSz="896533" rtl="0" eaLnBrk="1" latinLnBrk="0" hangingPunct="1">
        <a:defRPr sz="1765" kern="1200">
          <a:solidFill>
            <a:schemeClr val="tx1"/>
          </a:solidFill>
          <a:latin typeface="+mn-lt"/>
          <a:ea typeface="+mn-ea"/>
          <a:cs typeface="+mn-cs"/>
        </a:defRPr>
      </a:lvl2pPr>
      <a:lvl3pPr marL="896533" algn="l" defTabSz="896533" rtl="0" eaLnBrk="1" latinLnBrk="0" hangingPunct="1">
        <a:defRPr sz="1765" kern="1200">
          <a:solidFill>
            <a:schemeClr val="tx1"/>
          </a:solidFill>
          <a:latin typeface="+mn-lt"/>
          <a:ea typeface="+mn-ea"/>
          <a:cs typeface="+mn-cs"/>
        </a:defRPr>
      </a:lvl3pPr>
      <a:lvl4pPr marL="1344800" algn="l" defTabSz="896533" rtl="0" eaLnBrk="1" latinLnBrk="0" hangingPunct="1">
        <a:defRPr sz="1765" kern="1200">
          <a:solidFill>
            <a:schemeClr val="tx1"/>
          </a:solidFill>
          <a:latin typeface="+mn-lt"/>
          <a:ea typeface="+mn-ea"/>
          <a:cs typeface="+mn-cs"/>
        </a:defRPr>
      </a:lvl4pPr>
      <a:lvl5pPr marL="1793067" algn="l" defTabSz="896533" rtl="0" eaLnBrk="1" latinLnBrk="0" hangingPunct="1">
        <a:defRPr sz="1765" kern="1200">
          <a:solidFill>
            <a:schemeClr val="tx1"/>
          </a:solidFill>
          <a:latin typeface="+mn-lt"/>
          <a:ea typeface="+mn-ea"/>
          <a:cs typeface="+mn-cs"/>
        </a:defRPr>
      </a:lvl5pPr>
      <a:lvl6pPr marL="2241334" algn="l" defTabSz="896533" rtl="0" eaLnBrk="1" latinLnBrk="0" hangingPunct="1">
        <a:defRPr sz="1765" kern="1200">
          <a:solidFill>
            <a:schemeClr val="tx1"/>
          </a:solidFill>
          <a:latin typeface="+mn-lt"/>
          <a:ea typeface="+mn-ea"/>
          <a:cs typeface="+mn-cs"/>
        </a:defRPr>
      </a:lvl6pPr>
      <a:lvl7pPr marL="2689600" algn="l" defTabSz="896533" rtl="0" eaLnBrk="1" latinLnBrk="0" hangingPunct="1">
        <a:defRPr sz="1765" kern="1200">
          <a:solidFill>
            <a:schemeClr val="tx1"/>
          </a:solidFill>
          <a:latin typeface="+mn-lt"/>
          <a:ea typeface="+mn-ea"/>
          <a:cs typeface="+mn-cs"/>
        </a:defRPr>
      </a:lvl7pPr>
      <a:lvl8pPr marL="3137867" algn="l" defTabSz="896533" rtl="0" eaLnBrk="1" latinLnBrk="0" hangingPunct="1">
        <a:defRPr sz="1765" kern="1200">
          <a:solidFill>
            <a:schemeClr val="tx1"/>
          </a:solidFill>
          <a:latin typeface="+mn-lt"/>
          <a:ea typeface="+mn-ea"/>
          <a:cs typeface="+mn-cs"/>
        </a:defRPr>
      </a:lvl8pPr>
      <a:lvl9pPr marL="3586133" algn="l" defTabSz="896533"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p15:clr>
            <a:srgbClr val="F26B43"/>
          </p15:clr>
        </p15:guide>
        <p15:guide id="2" pos="460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28600"/>
            <a:ext cx="11430000" cy="5334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0999" y="1143000"/>
            <a:ext cx="11430000" cy="45720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1" y="6356806"/>
            <a:ext cx="2743459" cy="304800"/>
          </a:xfrm>
          <a:prstGeom prst="rect">
            <a:avLst/>
          </a:prstGeom>
        </p:spPr>
        <p:txBody>
          <a:bodyPr vert="horz" lIns="91440" tIns="45720" rIns="91440" bIns="45720" rtlCol="0" anchor="ctr"/>
          <a:lstStyle>
            <a:lvl1pPr algn="l">
              <a:defRPr sz="1177">
                <a:solidFill>
                  <a:schemeClr val="tx1">
                    <a:tint val="75000"/>
                  </a:schemeClr>
                </a:solidFill>
                <a:latin typeface="Segoe UI" panose="020B0502040204020203" pitchFamily="34" charset="0"/>
              </a:defRPr>
            </a:lvl1pPr>
          </a:lstStyle>
          <a:p>
            <a:fld id="{36909568-B71B-41E5-8D66-18A0DC2840C5}" type="datetime1">
              <a:rPr lang="en-US" smtClean="0"/>
              <a:t>4/6/2021</a:t>
            </a:fld>
            <a:endParaRPr lang="en-US" dirty="0"/>
          </a:p>
        </p:txBody>
      </p:sp>
      <p:sp>
        <p:nvSpPr>
          <p:cNvPr id="5" name="Footer Placeholder 4"/>
          <p:cNvSpPr>
            <a:spLocks noGrp="1"/>
          </p:cNvSpPr>
          <p:nvPr>
            <p:ph type="ftr" sz="quarter" idx="3"/>
          </p:nvPr>
        </p:nvSpPr>
        <p:spPr>
          <a:xfrm>
            <a:off x="4038408" y="6356806"/>
            <a:ext cx="4115189" cy="364224"/>
          </a:xfrm>
          <a:prstGeom prst="rect">
            <a:avLst/>
          </a:prstGeom>
        </p:spPr>
        <p:txBody>
          <a:bodyPr vert="horz" lIns="91440" tIns="45720" rIns="91440" bIns="45720" rtlCol="0" anchor="ctr"/>
          <a:lstStyle>
            <a:lvl1pPr algn="ctr">
              <a:defRPr sz="1177">
                <a:solidFill>
                  <a:schemeClr val="tx1">
                    <a:tint val="75000"/>
                  </a:schemeClr>
                </a:solidFill>
                <a:latin typeface="Segoe UI" panose="020B0502040204020203" pitchFamily="34" charset="0"/>
              </a:defRPr>
            </a:lvl1pPr>
          </a:lstStyle>
          <a:p>
            <a:endParaRPr lang="en-US" dirty="0"/>
          </a:p>
        </p:txBody>
      </p:sp>
      <p:sp>
        <p:nvSpPr>
          <p:cNvPr id="6" name="Slide Number Placeholder 5"/>
          <p:cNvSpPr>
            <a:spLocks noGrp="1"/>
          </p:cNvSpPr>
          <p:nvPr>
            <p:ph type="sldNum" sz="quarter" idx="4"/>
          </p:nvPr>
        </p:nvSpPr>
        <p:spPr>
          <a:xfrm>
            <a:off x="11277600" y="6356805"/>
            <a:ext cx="533400" cy="304800"/>
          </a:xfrm>
          <a:prstGeom prst="rect">
            <a:avLst/>
          </a:prstGeom>
        </p:spPr>
        <p:txBody>
          <a:bodyPr vert="horz" lIns="91440" tIns="45720" rIns="91440" bIns="45720" rtlCol="0" anchor="ctr"/>
          <a:lstStyle>
            <a:lvl1pPr algn="r">
              <a:defRPr sz="1177">
                <a:solidFill>
                  <a:schemeClr val="tx1">
                    <a:tint val="75000"/>
                  </a:schemeClr>
                </a:solidFill>
                <a:latin typeface="Segoe UI" panose="020B0502040204020203" pitchFamily="34" charset="0"/>
              </a:defRPr>
            </a:lvl1pPr>
          </a:lstStyle>
          <a:p>
            <a:fld id="{49A40DB5-B054-4B52-B27D-446721D6CC27}" type="slidenum">
              <a:rPr lang="en-US" smtClean="0"/>
              <a:pPr/>
              <a:t>‹#›</a:t>
            </a:fld>
            <a:endParaRPr lang="en-US" dirty="0"/>
          </a:p>
        </p:txBody>
      </p:sp>
    </p:spTree>
    <p:extLst>
      <p:ext uri="{BB962C8B-B14F-4D97-AF65-F5344CB8AC3E}">
        <p14:creationId xmlns:p14="http://schemas.microsoft.com/office/powerpoint/2010/main" val="978683268"/>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 id="2147483698" r:id="rId13"/>
    <p:sldLayoutId id="2147483699" r:id="rId14"/>
    <p:sldLayoutId id="2147483700" r:id="rId15"/>
    <p:sldLayoutId id="2147483701" r:id="rId16"/>
    <p:sldLayoutId id="2147483702" r:id="rId17"/>
    <p:sldLayoutId id="2147483703" r:id="rId18"/>
    <p:sldLayoutId id="2147483704" r:id="rId19"/>
    <p:sldLayoutId id="2147483705" r:id="rId20"/>
    <p:sldLayoutId id="2147483706" r:id="rId21"/>
    <p:sldLayoutId id="2147483707" r:id="rId22"/>
    <p:sldLayoutId id="2147483708" r:id="rId23"/>
    <p:sldLayoutId id="2147483709" r:id="rId24"/>
    <p:sldLayoutId id="2147483710" r:id="rId25"/>
    <p:sldLayoutId id="2147483711" r:id="rId26"/>
  </p:sldLayoutIdLst>
  <p:hf hdr="0" ftr="0" dt="0"/>
  <p:txStyles>
    <p:titleStyle>
      <a:lvl1pPr algn="l" defTabSz="896533" rtl="0" eaLnBrk="1" latinLnBrk="0" hangingPunct="1">
        <a:lnSpc>
          <a:spcPct val="90000"/>
        </a:lnSpc>
        <a:spcBef>
          <a:spcPct val="0"/>
        </a:spcBef>
        <a:buNone/>
        <a:defRPr sz="3333" kern="1200">
          <a:solidFill>
            <a:schemeClr val="tx1"/>
          </a:solidFill>
          <a:latin typeface="+mj-lt"/>
          <a:ea typeface="+mj-ea"/>
          <a:cs typeface="+mj-cs"/>
        </a:defRPr>
      </a:lvl1pPr>
    </p:titleStyle>
    <p:bodyStyle>
      <a:lvl1pPr marL="224134" indent="-224134" algn="l" defTabSz="896533" rtl="0" eaLnBrk="1" latinLnBrk="0" hangingPunct="1">
        <a:lnSpc>
          <a:spcPct val="90000"/>
        </a:lnSpc>
        <a:spcBef>
          <a:spcPts val="981"/>
        </a:spcBef>
        <a:buFont typeface="Arial" panose="020B0604020202020204" pitchFamily="34" charset="0"/>
        <a:buChar char="•"/>
        <a:defRPr sz="1961" kern="1200">
          <a:solidFill>
            <a:schemeClr val="tx1"/>
          </a:solidFill>
          <a:latin typeface="Segoe UI" panose="020B0502040204020203" pitchFamily="34" charset="0"/>
          <a:ea typeface="+mn-ea"/>
          <a:cs typeface="+mn-cs"/>
        </a:defRPr>
      </a:lvl1pPr>
      <a:lvl2pPr marL="6724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Segoe UI" panose="020B0502040204020203" pitchFamily="34" charset="0"/>
          <a:ea typeface="+mn-ea"/>
          <a:cs typeface="+mn-cs"/>
        </a:defRPr>
      </a:lvl2pPr>
      <a:lvl3pPr marL="1120667" indent="-224134" algn="l" defTabSz="896533" rtl="0" eaLnBrk="1" latinLnBrk="0" hangingPunct="1">
        <a:lnSpc>
          <a:spcPct val="90000"/>
        </a:lnSpc>
        <a:spcBef>
          <a:spcPts val="490"/>
        </a:spcBef>
        <a:buFont typeface="Arial" panose="020B0604020202020204" pitchFamily="34" charset="0"/>
        <a:buChar char="•"/>
        <a:defRPr sz="1569" kern="1200">
          <a:solidFill>
            <a:schemeClr val="tx1"/>
          </a:solidFill>
          <a:latin typeface="Segoe UI" panose="020B0502040204020203" pitchFamily="34" charset="0"/>
          <a:ea typeface="+mn-ea"/>
          <a:cs typeface="+mn-cs"/>
        </a:defRPr>
      </a:lvl3pPr>
      <a:lvl4pPr marL="1568933"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4pPr>
      <a:lvl5pPr marL="2017200" indent="-224134" algn="l" defTabSz="896533" rtl="0" eaLnBrk="1" latinLnBrk="0" hangingPunct="1">
        <a:lnSpc>
          <a:spcPct val="90000"/>
        </a:lnSpc>
        <a:spcBef>
          <a:spcPts val="490"/>
        </a:spcBef>
        <a:buFont typeface="Arial" panose="020B0604020202020204" pitchFamily="34" charset="0"/>
        <a:buChar char="•"/>
        <a:defRPr sz="1372" kern="1200">
          <a:solidFill>
            <a:schemeClr val="tx1"/>
          </a:solidFill>
          <a:latin typeface="Segoe UI" panose="020B0502040204020203" pitchFamily="34" charset="0"/>
          <a:ea typeface="+mn-ea"/>
          <a:cs typeface="+mn-cs"/>
        </a:defRPr>
      </a:lvl5pPr>
      <a:lvl6pPr marL="2465466"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6pPr>
      <a:lvl7pPr marL="2913733"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7pPr>
      <a:lvl8pPr marL="3362000"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8pPr>
      <a:lvl9pPr marL="3810267" indent="-224134" algn="l" defTabSz="896533" rtl="0" eaLnBrk="1" latinLnBrk="0" hangingPunct="1">
        <a:lnSpc>
          <a:spcPct val="90000"/>
        </a:lnSpc>
        <a:spcBef>
          <a:spcPts val="490"/>
        </a:spcBef>
        <a:buFont typeface="Arial" panose="020B0604020202020204" pitchFamily="34" charset="0"/>
        <a:buChar char="•"/>
        <a:defRPr sz="1765" kern="1200">
          <a:solidFill>
            <a:schemeClr val="tx1"/>
          </a:solidFill>
          <a:latin typeface="+mn-lt"/>
          <a:ea typeface="+mn-ea"/>
          <a:cs typeface="+mn-cs"/>
        </a:defRPr>
      </a:lvl9pPr>
    </p:bodyStyle>
    <p:otherStyle>
      <a:defPPr>
        <a:defRPr lang="en-US"/>
      </a:defPPr>
      <a:lvl1pPr marL="0" algn="l" defTabSz="896533" rtl="0" eaLnBrk="1" latinLnBrk="0" hangingPunct="1">
        <a:defRPr sz="1765" kern="1200">
          <a:solidFill>
            <a:schemeClr val="tx1"/>
          </a:solidFill>
          <a:latin typeface="+mn-lt"/>
          <a:ea typeface="+mn-ea"/>
          <a:cs typeface="+mn-cs"/>
        </a:defRPr>
      </a:lvl1pPr>
      <a:lvl2pPr marL="448267" algn="l" defTabSz="896533" rtl="0" eaLnBrk="1" latinLnBrk="0" hangingPunct="1">
        <a:defRPr sz="1765" kern="1200">
          <a:solidFill>
            <a:schemeClr val="tx1"/>
          </a:solidFill>
          <a:latin typeface="+mn-lt"/>
          <a:ea typeface="+mn-ea"/>
          <a:cs typeface="+mn-cs"/>
        </a:defRPr>
      </a:lvl2pPr>
      <a:lvl3pPr marL="896533" algn="l" defTabSz="896533" rtl="0" eaLnBrk="1" latinLnBrk="0" hangingPunct="1">
        <a:defRPr sz="1765" kern="1200">
          <a:solidFill>
            <a:schemeClr val="tx1"/>
          </a:solidFill>
          <a:latin typeface="+mn-lt"/>
          <a:ea typeface="+mn-ea"/>
          <a:cs typeface="+mn-cs"/>
        </a:defRPr>
      </a:lvl3pPr>
      <a:lvl4pPr marL="1344800" algn="l" defTabSz="896533" rtl="0" eaLnBrk="1" latinLnBrk="0" hangingPunct="1">
        <a:defRPr sz="1765" kern="1200">
          <a:solidFill>
            <a:schemeClr val="tx1"/>
          </a:solidFill>
          <a:latin typeface="+mn-lt"/>
          <a:ea typeface="+mn-ea"/>
          <a:cs typeface="+mn-cs"/>
        </a:defRPr>
      </a:lvl4pPr>
      <a:lvl5pPr marL="1793067" algn="l" defTabSz="896533" rtl="0" eaLnBrk="1" latinLnBrk="0" hangingPunct="1">
        <a:defRPr sz="1765" kern="1200">
          <a:solidFill>
            <a:schemeClr val="tx1"/>
          </a:solidFill>
          <a:latin typeface="+mn-lt"/>
          <a:ea typeface="+mn-ea"/>
          <a:cs typeface="+mn-cs"/>
        </a:defRPr>
      </a:lvl5pPr>
      <a:lvl6pPr marL="2241334" algn="l" defTabSz="896533" rtl="0" eaLnBrk="1" latinLnBrk="0" hangingPunct="1">
        <a:defRPr sz="1765" kern="1200">
          <a:solidFill>
            <a:schemeClr val="tx1"/>
          </a:solidFill>
          <a:latin typeface="+mn-lt"/>
          <a:ea typeface="+mn-ea"/>
          <a:cs typeface="+mn-cs"/>
        </a:defRPr>
      </a:lvl6pPr>
      <a:lvl7pPr marL="2689600" algn="l" defTabSz="896533" rtl="0" eaLnBrk="1" latinLnBrk="0" hangingPunct="1">
        <a:defRPr sz="1765" kern="1200">
          <a:solidFill>
            <a:schemeClr val="tx1"/>
          </a:solidFill>
          <a:latin typeface="+mn-lt"/>
          <a:ea typeface="+mn-ea"/>
          <a:cs typeface="+mn-cs"/>
        </a:defRPr>
      </a:lvl7pPr>
      <a:lvl8pPr marL="3137867" algn="l" defTabSz="896533" rtl="0" eaLnBrk="1" latinLnBrk="0" hangingPunct="1">
        <a:defRPr sz="1765" kern="1200">
          <a:solidFill>
            <a:schemeClr val="tx1"/>
          </a:solidFill>
          <a:latin typeface="+mn-lt"/>
          <a:ea typeface="+mn-ea"/>
          <a:cs typeface="+mn-cs"/>
        </a:defRPr>
      </a:lvl8pPr>
      <a:lvl9pPr marL="3586133" algn="l" defTabSz="896533"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2">
          <p15:clr>
            <a:srgbClr val="F26B43"/>
          </p15:clr>
        </p15:guide>
        <p15:guide id="2" pos="460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82154CA-DF20-49AE-A35A-CC286914C288}"/>
              </a:ext>
            </a:extLst>
          </p:cNvPr>
          <p:cNvSpPr>
            <a:spLocks noGrp="1"/>
          </p:cNvSpPr>
          <p:nvPr>
            <p:ph type="sldNum" sz="quarter" idx="12"/>
          </p:nvPr>
        </p:nvSpPr>
        <p:spPr/>
        <p:txBody>
          <a:bodyPr/>
          <a:lstStyle/>
          <a:p>
            <a:pPr defTabSz="976806"/>
            <a:fld id="{49A40DB5-B054-4B52-B27D-446721D6CC27}" type="slidenum">
              <a:rPr lang="en-US">
                <a:solidFill>
                  <a:prstClr val="black">
                    <a:tint val="75000"/>
                  </a:prstClr>
                </a:solidFill>
              </a:rPr>
              <a:pPr defTabSz="976806"/>
              <a:t>1</a:t>
            </a:fld>
            <a:endParaRPr lang="en-US" dirty="0">
              <a:solidFill>
                <a:prstClr val="black">
                  <a:tint val="75000"/>
                </a:prstClr>
              </a:solidFill>
            </a:endParaRPr>
          </a:p>
        </p:txBody>
      </p:sp>
      <p:sp>
        <p:nvSpPr>
          <p:cNvPr id="3" name="Title 2">
            <a:extLst>
              <a:ext uri="{FF2B5EF4-FFF2-40B4-BE49-F238E27FC236}">
                <a16:creationId xmlns:a16="http://schemas.microsoft.com/office/drawing/2014/main" id="{1A1A95BC-C4B3-4D85-AE7F-30A9EABEFC22}"/>
              </a:ext>
            </a:extLst>
          </p:cNvPr>
          <p:cNvSpPr>
            <a:spLocks noGrp="1"/>
          </p:cNvSpPr>
          <p:nvPr>
            <p:ph type="title"/>
          </p:nvPr>
        </p:nvSpPr>
        <p:spPr/>
        <p:txBody>
          <a:bodyPr/>
          <a:lstStyle/>
          <a:p>
            <a:r>
              <a:rPr lang="en-US" dirty="0"/>
              <a:t>Milgard Windows &amp; Doors: MDM, Email and File Migration</a:t>
            </a:r>
          </a:p>
        </p:txBody>
      </p:sp>
      <p:pic>
        <p:nvPicPr>
          <p:cNvPr id="18434" name="Picture 2" descr="Image result for milgard logo png">
            <a:extLst>
              <a:ext uri="{FF2B5EF4-FFF2-40B4-BE49-F238E27FC236}">
                <a16:creationId xmlns:a16="http://schemas.microsoft.com/office/drawing/2014/main" id="{18B17DFE-F926-4C0C-AD39-69AA631FE5B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5895" b="16513"/>
          <a:stretch/>
        </p:blipFill>
        <p:spPr bwMode="auto">
          <a:xfrm>
            <a:off x="8518655" y="2838450"/>
            <a:ext cx="3175928" cy="2146692"/>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4">
            <a:extLst>
              <a:ext uri="{FF2B5EF4-FFF2-40B4-BE49-F238E27FC236}">
                <a16:creationId xmlns:a16="http://schemas.microsoft.com/office/drawing/2014/main" id="{B60A4B52-5538-40EF-99AB-C51D0BD6D719}"/>
              </a:ext>
            </a:extLst>
          </p:cNvPr>
          <p:cNvSpPr txBox="1">
            <a:spLocks/>
          </p:cNvSpPr>
          <p:nvPr/>
        </p:nvSpPr>
        <p:spPr>
          <a:xfrm>
            <a:off x="194060" y="1218598"/>
            <a:ext cx="8324595" cy="5376333"/>
          </a:xfrm>
          <a:prstGeom prst="rect">
            <a:avLst/>
          </a:prstGeom>
        </p:spPr>
        <p:txBody>
          <a:bodyPr vert="horz" lIns="76200" tIns="38100" rIns="76200" bIns="38100" rtlCol="0" anchor="t" anchorCtr="0">
            <a:noAutofit/>
          </a:bodyPr>
          <a:lstStyle>
            <a:defPPr>
              <a:defRPr lang="en-US"/>
            </a:defPPr>
            <a:lvl1pPr marL="0" algn="ctr" defTabSz="1172261" rtl="0" eaLnBrk="1" latinLnBrk="0" hangingPunct="1">
              <a:defRPr sz="1412" kern="1200">
                <a:solidFill>
                  <a:schemeClr val="tx1">
                    <a:tint val="75000"/>
                  </a:schemeClr>
                </a:solidFill>
                <a:latin typeface="Segoe UI" panose="020B0502040204020203" pitchFamily="34" charset="0"/>
                <a:ea typeface="+mn-ea"/>
                <a:cs typeface="+mn-cs"/>
              </a:defRPr>
            </a:lvl1pPr>
            <a:lvl2pPr marL="586130" algn="l" defTabSz="1172261" rtl="0" eaLnBrk="1" latinLnBrk="0" hangingPunct="1">
              <a:defRPr sz="2308" kern="1200">
                <a:solidFill>
                  <a:schemeClr val="tx1"/>
                </a:solidFill>
                <a:latin typeface="+mn-lt"/>
                <a:ea typeface="+mn-ea"/>
                <a:cs typeface="+mn-cs"/>
              </a:defRPr>
            </a:lvl2pPr>
            <a:lvl3pPr marL="1172261" algn="l" defTabSz="1172261" rtl="0" eaLnBrk="1" latinLnBrk="0" hangingPunct="1">
              <a:defRPr sz="2308" kern="1200">
                <a:solidFill>
                  <a:schemeClr val="tx1"/>
                </a:solidFill>
                <a:latin typeface="+mn-lt"/>
                <a:ea typeface="+mn-ea"/>
                <a:cs typeface="+mn-cs"/>
              </a:defRPr>
            </a:lvl3pPr>
            <a:lvl4pPr marL="1758391" algn="l" defTabSz="1172261" rtl="0" eaLnBrk="1" latinLnBrk="0" hangingPunct="1">
              <a:defRPr sz="2308" kern="1200">
                <a:solidFill>
                  <a:schemeClr val="tx1"/>
                </a:solidFill>
                <a:latin typeface="+mn-lt"/>
                <a:ea typeface="+mn-ea"/>
                <a:cs typeface="+mn-cs"/>
              </a:defRPr>
            </a:lvl4pPr>
            <a:lvl5pPr marL="2344522" algn="l" defTabSz="1172261" rtl="0" eaLnBrk="1" latinLnBrk="0" hangingPunct="1">
              <a:defRPr sz="2308" kern="1200">
                <a:solidFill>
                  <a:schemeClr val="tx1"/>
                </a:solidFill>
                <a:latin typeface="+mn-lt"/>
                <a:ea typeface="+mn-ea"/>
                <a:cs typeface="+mn-cs"/>
              </a:defRPr>
            </a:lvl5pPr>
            <a:lvl6pPr marL="2930652" algn="l" defTabSz="1172261" rtl="0" eaLnBrk="1" latinLnBrk="0" hangingPunct="1">
              <a:defRPr sz="2308" kern="1200">
                <a:solidFill>
                  <a:schemeClr val="tx1"/>
                </a:solidFill>
                <a:latin typeface="+mn-lt"/>
                <a:ea typeface="+mn-ea"/>
                <a:cs typeface="+mn-cs"/>
              </a:defRPr>
            </a:lvl6pPr>
            <a:lvl7pPr marL="3516782" algn="l" defTabSz="1172261" rtl="0" eaLnBrk="1" latinLnBrk="0" hangingPunct="1">
              <a:defRPr sz="2308" kern="1200">
                <a:solidFill>
                  <a:schemeClr val="tx1"/>
                </a:solidFill>
                <a:latin typeface="+mn-lt"/>
                <a:ea typeface="+mn-ea"/>
                <a:cs typeface="+mn-cs"/>
              </a:defRPr>
            </a:lvl7pPr>
            <a:lvl8pPr marL="4102913" algn="l" defTabSz="1172261" rtl="0" eaLnBrk="1" latinLnBrk="0" hangingPunct="1">
              <a:defRPr sz="2308" kern="1200">
                <a:solidFill>
                  <a:schemeClr val="tx1"/>
                </a:solidFill>
                <a:latin typeface="+mn-lt"/>
                <a:ea typeface="+mn-ea"/>
                <a:cs typeface="+mn-cs"/>
              </a:defRPr>
            </a:lvl8pPr>
            <a:lvl9pPr marL="4689043" algn="l" defTabSz="1172261" rtl="0" eaLnBrk="1" latinLnBrk="0" hangingPunct="1">
              <a:defRPr sz="2308" kern="1200">
                <a:solidFill>
                  <a:schemeClr val="tx1"/>
                </a:solidFill>
                <a:latin typeface="+mn-lt"/>
                <a:ea typeface="+mn-ea"/>
                <a:cs typeface="+mn-cs"/>
              </a:defRPr>
            </a:lvl9pPr>
          </a:lstStyle>
          <a:p>
            <a:pPr algn="l" defTabSz="976806">
              <a:lnSpc>
                <a:spcPct val="170000"/>
              </a:lnSpc>
            </a:pPr>
            <a:r>
              <a:rPr lang="en-US" sz="2667" b="1" dirty="0">
                <a:solidFill>
                  <a:srgbClr val="0096A9"/>
                </a:solidFill>
              </a:rPr>
              <a:t>Business Need</a:t>
            </a:r>
            <a:endParaRPr lang="en-US" sz="1333" dirty="0">
              <a:solidFill>
                <a:prstClr val="black"/>
              </a:solidFill>
            </a:endParaRPr>
          </a:p>
          <a:p>
            <a:pPr algn="l" defTabSz="976806"/>
            <a:r>
              <a:rPr lang="en-US" sz="1333" dirty="0">
                <a:solidFill>
                  <a:prstClr val="black"/>
                </a:solidFill>
              </a:rPr>
              <a:t>Milgard came to Affirma for assistance with Windows in order to establish a new Intune and Mobile Device Management deployment in a new Microsoft 365 tenant following acquisition by a new parent company.</a:t>
            </a:r>
            <a:br>
              <a:rPr lang="en-US" sz="1333" dirty="0">
                <a:solidFill>
                  <a:prstClr val="black">
                    <a:tint val="75000"/>
                  </a:prstClr>
                </a:solidFill>
              </a:rPr>
            </a:br>
            <a:endParaRPr lang="en-US" sz="1333" dirty="0">
              <a:solidFill>
                <a:prstClr val="black">
                  <a:tint val="75000"/>
                </a:prstClr>
              </a:solidFill>
            </a:endParaRPr>
          </a:p>
          <a:p>
            <a:pPr algn="l" defTabSz="976806">
              <a:lnSpc>
                <a:spcPct val="170000"/>
              </a:lnSpc>
            </a:pPr>
            <a:r>
              <a:rPr lang="en-US" sz="2667" b="1" dirty="0">
                <a:solidFill>
                  <a:srgbClr val="0096A9"/>
                </a:solidFill>
              </a:rPr>
              <a:t>What We Did</a:t>
            </a:r>
            <a:r>
              <a:rPr lang="en-US" sz="500" b="1" dirty="0">
                <a:solidFill>
                  <a:prstClr val="black"/>
                </a:solidFill>
              </a:rPr>
              <a:t>  </a:t>
            </a:r>
            <a:endParaRPr lang="en-US" sz="1333" dirty="0">
              <a:solidFill>
                <a:prstClr val="black"/>
              </a:solidFill>
            </a:endParaRPr>
          </a:p>
          <a:p>
            <a:pPr algn="l" defTabSz="976806"/>
            <a:r>
              <a:rPr lang="en-US" sz="1333" dirty="0">
                <a:solidFill>
                  <a:prstClr val="black"/>
                </a:solidFill>
              </a:rPr>
              <a:t>This extensive project included building out all the application deployments, policies, and configurations while also establishing enrollment processes for all devices. This included devices for approximately 1,800 users in scope for the overall migration effort.</a:t>
            </a:r>
          </a:p>
          <a:p>
            <a:pPr algn="l" defTabSz="976806"/>
            <a:endParaRPr lang="en-US" sz="1333" dirty="0">
              <a:solidFill>
                <a:prstClr val="black"/>
              </a:solidFill>
            </a:endParaRPr>
          </a:p>
          <a:p>
            <a:pPr algn="l" defTabSz="976806"/>
            <a:r>
              <a:rPr lang="en-US" sz="1333" dirty="0">
                <a:solidFill>
                  <a:prstClr val="black"/>
                </a:solidFill>
              </a:rPr>
              <a:t>Affirma migrated all mobile devices and users from the source Masco Azure and Intune environment. This process also including complete assessment, review, and recommendation work as well as migrations pertaining to their old Intune subscription to the new subscription.</a:t>
            </a:r>
          </a:p>
          <a:p>
            <a:pPr algn="l" defTabSz="976806">
              <a:lnSpc>
                <a:spcPct val="170000"/>
              </a:lnSpc>
            </a:pPr>
            <a:r>
              <a:rPr lang="en-US" sz="2667" b="1" dirty="0">
                <a:solidFill>
                  <a:srgbClr val="0096A9"/>
                </a:solidFill>
              </a:rPr>
              <a:t>Results</a:t>
            </a:r>
            <a:endParaRPr lang="en-US" sz="1333" dirty="0">
              <a:solidFill>
                <a:prstClr val="black"/>
              </a:solidFill>
            </a:endParaRPr>
          </a:p>
          <a:p>
            <a:pPr algn="l" defTabSz="976806"/>
            <a:r>
              <a:rPr lang="en-US" sz="1333" dirty="0">
                <a:solidFill>
                  <a:prstClr val="black"/>
                </a:solidFill>
              </a:rPr>
              <a:t>Microsoft 365 file and mailbox migrations were happening at the same time, and therefore required strict oversight and management of migrations during a single weekend translation to minimize business impact. All users were successfully migrated between Microsoft 365 tenants, including Intune enrollment as well as mailbox and file migration. Affirma partnered with Client support team to ensure that users had a smooth transition of mobile device management, mail and files.</a:t>
            </a:r>
          </a:p>
        </p:txBody>
      </p:sp>
    </p:spTree>
    <p:extLst>
      <p:ext uri="{BB962C8B-B14F-4D97-AF65-F5344CB8AC3E}">
        <p14:creationId xmlns:p14="http://schemas.microsoft.com/office/powerpoint/2010/main" val="4089423046"/>
      </p:ext>
    </p:extLst>
  </p:cSld>
  <p:clrMapOvr>
    <a:masterClrMapping/>
  </p:clrMapOvr>
</p:sld>
</file>

<file path=ppt/theme/theme1.xml><?xml version="1.0" encoding="utf-8"?>
<a:theme xmlns:a="http://schemas.openxmlformats.org/drawingml/2006/main" name="Custom Design">
  <a:themeElements>
    <a:clrScheme name="Affirma">
      <a:dk1>
        <a:sysClr val="windowText" lastClr="000000"/>
      </a:dk1>
      <a:lt1>
        <a:sysClr val="window" lastClr="FFFFFF"/>
      </a:lt1>
      <a:dk2>
        <a:srgbClr val="44546A"/>
      </a:dk2>
      <a:lt2>
        <a:srgbClr val="E7E6E6"/>
      </a:lt2>
      <a:accent1>
        <a:srgbClr val="235A5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firma_QBR-CI_FY18 Q2_Prep(Updated)" id="{60F98659-98E9-4C4D-9310-9510EF3F70E3}" vid="{65065986-2AC3-4681-8D2A-70BCEC6AD53A}"/>
    </a:ext>
  </a:extLst>
</a:theme>
</file>

<file path=ppt/theme/theme2.xml><?xml version="1.0" encoding="utf-8"?>
<a:theme xmlns:a="http://schemas.openxmlformats.org/drawingml/2006/main" name="1_Custom Design">
  <a:themeElements>
    <a:clrScheme name="Affirma">
      <a:dk1>
        <a:sysClr val="windowText" lastClr="000000"/>
      </a:dk1>
      <a:lt1>
        <a:sysClr val="window" lastClr="FFFFFF"/>
      </a:lt1>
      <a:dk2>
        <a:srgbClr val="44546A"/>
      </a:dk2>
      <a:lt2>
        <a:srgbClr val="E7E6E6"/>
      </a:lt2>
      <a:accent1>
        <a:srgbClr val="235A5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ffirma_QBR-CI_FY18 Q2_Prep(Updated)" id="{60F98659-98E9-4C4D-9310-9510EF3F70E3}" vid="{65065986-2AC3-4681-8D2A-70BCEC6AD53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Infrastructure</Value>
      <Value>Modern Workplace</Value>
    </BusinessUnit>
    <Solutions xmlns="f0ee8362-fa7e-4bc9-ab88-7dcfb17cb19b">
      <Value>Migrations</Value>
    </Solutions>
    <Industries xmlns="f0ee8362-fa7e-4bc9-ab88-7dcfb17cb19b">
      <Value>Construction</Value>
      <Value>Real Estate</Value>
    </Industries>
    <Notes0 xmlns="f0ee8362-fa7e-4bc9-ab88-7dcfb17cb19b" xsi:nil="true"/>
    <Named_x0020_Account xmlns="f0ee8362-fa7e-4bc9-ab88-7dcfb17cb19b" xsi:nil="true"/>
    <PlatTech xmlns="f0ee8362-fa7e-4bc9-ab88-7dcfb17cb19b">
      <Value>O365</Value>
    </PlatTech>
    <ApprovedByClient xmlns="f0ee8362-fa7e-4bc9-ab88-7dcfb17cb19b">false</ApprovedByClient>
    <ProjectCompletionDate xmlns="f0ee8362-fa7e-4bc9-ab88-7dcfb17cb19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40c5edf46ad0243c172d3e6a5f6fa751">
  <xsd:schema xmlns:xsd="http://www.w3.org/2001/XMLSchema" xmlns:xs="http://www.w3.org/2001/XMLSchema" xmlns:p="http://schemas.microsoft.com/office/2006/metadata/properties" xmlns:ns2="f0ee8362-fa7e-4bc9-ab88-7dcfb17cb19b" targetNamespace="http://schemas.microsoft.com/office/2006/metadata/properties" ma:root="true" ma:fieldsID="f48774ae5cf6ccd45b30992fa6c2b457"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723B1632-A683-4E65-86E2-61994F1C48AB}">
  <ds:schemaRefs>
    <ds:schemaRef ds:uri="http://schemas.microsoft.com/sharepoint/v3/contenttype/forms"/>
  </ds:schemaRefs>
</ds:datastoreItem>
</file>

<file path=customXml/itemProps2.xml><?xml version="1.0" encoding="utf-8"?>
<ds:datastoreItem xmlns:ds="http://schemas.openxmlformats.org/officeDocument/2006/customXml" ds:itemID="{1383E7D0-EA92-4A7D-AB5F-E6F001713850}">
  <ds:schemaRefs>
    <ds:schemaRef ds:uri="http://schemas.microsoft.com/office/2006/documentManagement/types"/>
    <ds:schemaRef ds:uri="7b4220d0-7dfa-4105-8a9f-61778b1dcc88"/>
    <ds:schemaRef ds:uri="http://purl.org/dc/dcmitype/"/>
    <ds:schemaRef ds:uri="http://purl.org/dc/elements/1.1/"/>
    <ds:schemaRef ds:uri="357972b2-b7ed-48bc-bbb4-0804bacba9d2"/>
    <ds:schemaRef ds:uri="http://purl.org/dc/terms/"/>
    <ds:schemaRef ds:uri="http://schemas.microsoft.com/office/2006/metadata/properties"/>
    <ds:schemaRef ds:uri="http://www.w3.org/XML/1998/namespace"/>
    <ds:schemaRef ds:uri="54243e05-8da7-404c-85e0-0480aaa26276"/>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3BE9E6BB-CA63-43B7-BECD-82E7D4F1640A}"/>
</file>

<file path=customXml/itemProps4.xml><?xml version="1.0" encoding="utf-8"?>
<ds:datastoreItem xmlns:ds="http://schemas.openxmlformats.org/officeDocument/2006/customXml" ds:itemID="{5C334C9C-326D-48B8-B0E2-5D0561F16411}"/>
</file>

<file path=docProps/app.xml><?xml version="1.0" encoding="utf-8"?>
<Properties xmlns="http://schemas.openxmlformats.org/officeDocument/2006/extended-properties" xmlns:vt="http://schemas.openxmlformats.org/officeDocument/2006/docPropsVTypes">
  <TotalTime>2</TotalTime>
  <Words>211</Words>
  <Application>Microsoft Office PowerPoint</Application>
  <PresentationFormat>Widescreen</PresentationFormat>
  <Paragraphs>10</Paragraphs>
  <Slides>1</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vt:i4>
      </vt:variant>
    </vt:vector>
  </HeadingPairs>
  <TitlesOfParts>
    <vt:vector size="8" baseType="lpstr">
      <vt:lpstr>Arial</vt:lpstr>
      <vt:lpstr>Calibri</vt:lpstr>
      <vt:lpstr>Segoe UI</vt:lpstr>
      <vt:lpstr>Segoe UI Light</vt:lpstr>
      <vt:lpstr>Segoe UI Semilight</vt:lpstr>
      <vt:lpstr>Custom Design</vt:lpstr>
      <vt:lpstr>1_Custom Design</vt:lpstr>
      <vt:lpstr>Milgard Windows &amp; Doors: MDM, Email and File Migration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InTune/JAMF Case Studies and Setup</dc:title>
  <dc:creator>Maria Mejia-Henao</dc:creator>
  <cp:lastModifiedBy>Kelvin Dieser</cp:lastModifiedBy>
  <cp:revision>1</cp:revision>
  <dcterms:created xsi:type="dcterms:W3CDTF">2020-04-13T17:15:21Z</dcterms:created>
  <dcterms:modified xsi:type="dcterms:W3CDTF">2021-04-06T23:04:50Z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y fmtid="{D5CDD505-2E9C-101B-9397-08002B2CF9AE}" pid="3" name="Business Unit">
    <vt:lpwstr/>
  </property>
  <property fmtid="{D5CDD505-2E9C-101B-9397-08002B2CF9AE}" pid="4" name="Industry">
    <vt:lpwstr>55;#Manufacturing|99fc8efc-4fec-46af-b730-04691660d970</vt:lpwstr>
  </property>
  <property fmtid="{D5CDD505-2E9C-101B-9397-08002B2CF9AE}" pid="5" name="Service_x0020_Offering">
    <vt:lpwstr/>
  </property>
  <property fmtid="{D5CDD505-2E9C-101B-9397-08002B2CF9AE}" pid="6" name="Business_x0020_Unit">
    <vt:lpwstr/>
  </property>
  <property fmtid="{D5CDD505-2E9C-101B-9397-08002B2CF9AE}" pid="7" name="_ExtendedDescription">
    <vt:lpwstr/>
  </property>
  <property fmtid="{D5CDD505-2E9C-101B-9397-08002B2CF9AE}" pid="8" name="Service Offering">
    <vt:lpwstr/>
  </property>
  <property fmtid="{D5CDD505-2E9C-101B-9397-08002B2CF9AE}" pid="9" name="Category">
    <vt:lpwstr>6;#Case Study|8faa0ad1-25f0-4f56-8e38-f60e20c455d6</vt:lpwstr>
  </property>
  <property fmtid="{D5CDD505-2E9C-101B-9397-08002B2CF9AE}" pid="10" name="Order">
    <vt:r8>55400</vt:r8>
  </property>
  <property fmtid="{D5CDD505-2E9C-101B-9397-08002B2CF9AE}" pid="11" name="xd_Signature">
    <vt:bool>false</vt:bool>
  </property>
  <property fmtid="{D5CDD505-2E9C-101B-9397-08002B2CF9AE}" pid="12" name="SO">
    <vt:lpwstr>1;#;#15;#;#25;#;#34;#</vt:lpwstr>
  </property>
  <property fmtid="{D5CDD505-2E9C-101B-9397-08002B2CF9AE}" pid="13" name="SharedWithUsers">
    <vt:lpwstr>877;#Christopher Mawhorter</vt:lpwstr>
  </property>
  <property fmtid="{D5CDD505-2E9C-101B-9397-08002B2CF9AE}" pid="14" name="xd_ProgID">
    <vt:lpwstr/>
  </property>
  <property fmtid="{D5CDD505-2E9C-101B-9397-08002B2CF9AE}" pid="15" name="_SourceUrl">
    <vt:lpwstr/>
  </property>
  <property fmtid="{D5CDD505-2E9C-101B-9397-08002B2CF9AE}" pid="16" name="_SharedFileIndex">
    <vt:lpwstr/>
  </property>
  <property fmtid="{D5CDD505-2E9C-101B-9397-08002B2CF9AE}" pid="17" name="ComplianceAssetId">
    <vt:lpwstr/>
  </property>
  <property fmtid="{D5CDD505-2E9C-101B-9397-08002B2CF9AE}" pid="18" name="TemplateUrl">
    <vt:lpwstr/>
  </property>
  <property fmtid="{D5CDD505-2E9C-101B-9397-08002B2CF9AE}" pid="19" name="TriggerFlowInfo">
    <vt:lpwstr/>
  </property>
</Properties>
</file>