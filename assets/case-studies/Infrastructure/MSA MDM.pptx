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Lst>
  <p:notesMasterIdLst>
    <p:notesMasterId r:id="rId7"/>
  </p:notesMasterIdLst>
  <p:sldIdLst>
    <p:sldId id="397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E8116-BDAF-4FF1-B6BA-5EE6DF13E3F0}" type="datetimeFigureOut">
              <a:rPr lang="en-US" smtClean="0"/>
              <a:t>5/26/2020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E06FB-8BED-4C0A-9D0B-CC9950180FAC}" type="slidenum">
              <a:rPr lang="en-US" smtClean="0"/>
              <a:t>‹#›</a:t>
            </a:fld>
            <a:endParaRPr lang="en-US"/>
          </a:p>
        </p:txBody>
      </p:sp>
    </p:spTree>
    <p:extLst>
      <p:ext uri="{BB962C8B-B14F-4D97-AF65-F5344CB8AC3E}">
        <p14:creationId xmlns:p14="http://schemas.microsoft.com/office/powerpoint/2010/main" val="2883721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628940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526457-AFF9-4C64-ACA9-57BFCF79B20E}"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E668A5FB-A35F-4120-A0D4-DDE534D458D5}"/>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13" name="Slide Number Placeholder 4">
            <a:extLst>
              <a:ext uri="{FF2B5EF4-FFF2-40B4-BE49-F238E27FC236}">
                <a16:creationId xmlns:a16="http://schemas.microsoft.com/office/drawing/2014/main" id="{471800EB-F6BF-4776-B506-3056304E5AE7}"/>
              </a:ext>
            </a:extLst>
          </p:cNvPr>
          <p:cNvSpPr txBox="1">
            <a:spLocks/>
          </p:cNvSpPr>
          <p:nvPr userDrawn="1"/>
        </p:nvSpPr>
        <p:spPr>
          <a:xfrm>
            <a:off x="11277600" y="6356805"/>
            <a:ext cx="533400" cy="304800"/>
          </a:xfrm>
          <a:prstGeom prst="rect">
            <a:avLst/>
          </a:prstGeom>
        </p:spPr>
        <p:txBody>
          <a:bodyPr vert="horz" lIns="76200" tIns="38100" rIns="76200" bIns="38100" rtlCol="0" anchor="ctr"/>
          <a:lstStyle>
            <a:defPPr>
              <a:defRPr lang="en-US"/>
            </a:defPPr>
            <a:lvl1pPr marL="0" algn="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fld id="{49A40DB5-B054-4B52-B27D-446721D6CC27}" type="slidenum">
              <a:rPr lang="en-US" sz="1177" smtClean="0"/>
              <a:pPr/>
              <a:t>‹#›</a:t>
            </a:fld>
            <a:endParaRPr lang="en-US" sz="1177" dirty="0"/>
          </a:p>
        </p:txBody>
      </p:sp>
      <p:pic>
        <p:nvPicPr>
          <p:cNvPr id="14" name="Picture 13">
            <a:extLst>
              <a:ext uri="{FF2B5EF4-FFF2-40B4-BE49-F238E27FC236}">
                <a16:creationId xmlns:a16="http://schemas.microsoft.com/office/drawing/2014/main" id="{2DF3BEF6-9E38-45B1-97EE-47997846C2E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3520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5364" name="Picture 4" descr="Image result for kia motors HQ">
            <a:extLst>
              <a:ext uri="{FF2B5EF4-FFF2-40B4-BE49-F238E27FC236}">
                <a16:creationId xmlns:a16="http://schemas.microsoft.com/office/drawing/2014/main" id="{7F3ACFE8-90CC-4B43-AE07-40731FF60D5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7643" r="10905" b="2450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820B2A3-6DEC-48BD-904B-6CFD85288AA6}"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72935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0BFFF1F-8D9F-49EF-AB66-392D21916FF4}"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904065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B06CE19-0D13-4877-89E5-DE0488747EB0}"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83646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D84ECB-CD7C-4B53-868B-8B9C84EFE3E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73902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BB33170-991C-4F2E-8341-1F4D29A9C1A4}"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3575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4CDD809-FD8E-4297-82D9-21DF4F1C1BFB}"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432043" y="2679540"/>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13255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DB3C964-2E03-4AFA-B90C-619A2255423F}"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9598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C31BCD0-E589-45D2-973A-7DB1D9846ACB}"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6940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8019775-0498-4EA6-A019-48733BDE3441}"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49981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7BDB60B-B357-4CF5-85CE-EDF13D76A701}"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97973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E0ECDFF-B3DE-4852-A472-7B80AB90681A}"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90211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28390BE-79F7-4F03-A216-A237DED0C038}"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809162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3497A-B2A6-4FF7-9D34-C7602AF58866}"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16691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2FD54A-1D4F-4ED5-8EFC-78966C01232B}"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8209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EC09FD23-289C-431D-80FA-52BDFEE9BFF4}"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752045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1F126EF0-0169-403B-A728-98DFF1367DE5}" type="datetime1">
              <a:rPr lang="en-US" smtClean="0"/>
              <a:t>5/26/2020</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63607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BD368E58-9057-4451-887B-934AD11B5C57}"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008329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0367488-5C47-468F-8192-2A578E30B42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836050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954E7E3-33DD-4F8E-8CB0-79CABD017A7B}"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2701278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DF71C59-5961-44CF-B659-EC93B8A3CED4}"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90905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9B20E83-FE03-477A-BEBC-E4A9F2F442F3}"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883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679BE240-3924-430B-8E7A-A11BECDAE8EC}"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517197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13252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59197508-CBFC-4248-802D-EAF8190AB001}"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29348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FA3FD33-582B-4739-81AB-7E498F57A237}"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261679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5789276-2CCF-4D14-B002-24348CB75938}"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8259741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5D1036A-FF8F-4EC6-9DB2-E8A7590EE491}"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965788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2E3DA75-6B42-449E-8B96-383340867AFD}"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224916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36DD581-5535-4FA4-9DD7-032F84BD44E6}"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075471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0B12CC5-8CF3-4C02-90D1-13A2787490CD}"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594170" y="2532447"/>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dirty="0"/>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351261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6CE5003-F661-4923-BED5-FA9925678A17}"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02329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59883259-9F5A-44B5-9F2D-FA9D882E5379}"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3" y="4"/>
            <a:ext cx="9980838" cy="818148"/>
          </a:xfrm>
          <a:prstGeom prst="rect">
            <a:avLst/>
          </a:prstGeom>
        </p:spPr>
      </p:pic>
      <p:sp>
        <p:nvSpPr>
          <p:cNvPr id="12" name="Rectangle 11"/>
          <p:cNvSpPr/>
          <p:nvPr userDrawn="1"/>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6434568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6DB07EB8-E693-4823-8174-5B8D5C071429}"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7885770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C147A20-95D7-4D85-868B-9857B6B6D8E2}"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116877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B626437-F0F2-4221-8D5B-5050E1FCA5AE}"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937220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5DFF69-97C1-4513-A1D8-CCB5329FE61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309958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CB17B97-B7C2-40E9-B698-244929F86388}"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49178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DC77D4F-9BCE-4675-899D-2862C9531331}"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55880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712FAF3-4F04-4A45-A0F9-F72A980494A0}"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602201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685FD7E0-A805-420A-875D-7270E2A068F4}" type="datetime1">
              <a:rPr lang="en-US" smtClean="0"/>
              <a:t>5/26/2020</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25777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C2BDBCE-CC25-4CBE-934F-9C7C872AC0CD}"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0820182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5CEB7861-64A3-41FA-ABEA-C185FC05FA3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4700937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DB47BD2F-A296-43C1-84F8-791E05C73DA2}"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813131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FF4BE7A-AA3C-42B8-8F91-3C085726ECDB}"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631096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A79E5FC-C2FF-4261-A4D9-221BEA5754A2}"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342377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C1138EFA-D900-4331-9A7A-F162229CDD6C}"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8816774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158212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1718473"/>
          </a:xfrm>
        </p:spPr>
        <p:txBody>
          <a:bodyPr>
            <a:spAutoFit/>
          </a:bodyPr>
          <a:lstStyle>
            <a:lvl3pPr>
              <a:defRPr sz="2353"/>
            </a:lvl3pPr>
            <a:lvl4pPr>
              <a:defRPr sz="1961"/>
            </a:lvl4pPr>
            <a:lvl5pPr>
              <a:defRPr sz="196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3307CF5-B5B9-4BCB-A9E2-376A440B6AF2}"/>
              </a:ext>
            </a:extLst>
          </p:cNvPr>
          <p:cNvSpPr>
            <a:spLocks noGrp="1"/>
          </p:cNvSpPr>
          <p:nvPr>
            <p:ph type="sldNum" sz="quarter" idx="12"/>
          </p:nvPr>
        </p:nvSpPr>
        <p:spPr>
          <a:xfrm>
            <a:off x="11277600" y="6356805"/>
            <a:ext cx="533400" cy="304800"/>
          </a:xfrm>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7285022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lang="en-GB"/>
          </a:p>
        </p:txBody>
      </p:sp>
      <p:sp>
        <p:nvSpPr>
          <p:cNvPr id="8" name="Slide Number Placeholder 7"/>
          <p:cNvSpPr>
            <a:spLocks noGrp="1"/>
          </p:cNvSpPr>
          <p:nvPr>
            <p:ph type="sldNum" sz="quarter" idx="10"/>
          </p:nvPr>
        </p:nvSpPr>
        <p:spPr/>
        <p:txBody>
          <a:bodyPr/>
          <a:lstStyle/>
          <a:p>
            <a:pPr defTabSz="1088430">
              <a:defRPr/>
            </a:pPr>
            <a:fld id="{69FA6C94-5F86-45CB-8648-60333F08ECEB}" type="slidenum">
              <a:rPr lang="en-US" smtClean="0"/>
              <a:pPr defTabSz="1088430">
                <a:defRPr/>
              </a:pPr>
              <a:t>‹#›</a:t>
            </a:fld>
            <a:endParaRPr lang="en-US" dirty="0"/>
          </a:p>
        </p:txBody>
      </p:sp>
      <p:sp>
        <p:nvSpPr>
          <p:cNvPr id="9" name="Content Placeholder 8"/>
          <p:cNvSpPr>
            <a:spLocks noGrp="1"/>
          </p:cNvSpPr>
          <p:nvPr>
            <p:ph sz="quarter" idx="11"/>
          </p:nvPr>
        </p:nvSpPr>
        <p:spPr>
          <a:xfrm>
            <a:off x="468313" y="1199017"/>
            <a:ext cx="11366500" cy="2742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ED886EF-F323-4F4F-9AC3-21D9DF810CB6}"/>
              </a:ext>
            </a:extLst>
          </p:cNvPr>
          <p:cNvSpPr/>
          <p:nvPr userDrawn="1"/>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Tree>
    <p:extLst>
      <p:ext uri="{BB962C8B-B14F-4D97-AF65-F5344CB8AC3E}">
        <p14:creationId xmlns:p14="http://schemas.microsoft.com/office/powerpoint/2010/main" val="4090283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9062AE9-38A0-4182-BCD1-E0AE29AB0D6F}" type="datetime1">
              <a:rPr lang="en-US" smtClean="0"/>
              <a:t>5/26/2020</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8482562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6909568-B71B-41E5-8D66-18A0DC2840C5}" type="datetime1">
              <a:rPr lang="en-US" smtClean="0"/>
              <a:t>5/26/2020</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97868326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mailto:James_N_Smith@rl.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Mission Support Alliance</a:t>
            </a:r>
          </a:p>
        </p:txBody>
      </p:sp>
      <p:pic>
        <p:nvPicPr>
          <p:cNvPr id="3" name="Picture 2" descr="Image result for mission support alliance">
            <a:extLst>
              <a:ext uri="{FF2B5EF4-FFF2-40B4-BE49-F238E27FC236}">
                <a16:creationId xmlns:a16="http://schemas.microsoft.com/office/drawing/2014/main" id="{EAD7D5C5-1836-42D2-984E-633FDEA7A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6806" y="4021775"/>
            <a:ext cx="3824194" cy="24840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5AC4F26-A238-410E-A733-A1E656346A49}"/>
              </a:ext>
            </a:extLst>
          </p:cNvPr>
          <p:cNvSpPr/>
          <p:nvPr/>
        </p:nvSpPr>
        <p:spPr>
          <a:xfrm>
            <a:off x="381001" y="1120623"/>
            <a:ext cx="8368889" cy="1323439"/>
          </a:xfrm>
          <a:prstGeom prst="rect">
            <a:avLst/>
          </a:prstGeom>
        </p:spPr>
        <p:txBody>
          <a:bodyPr wrap="squar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What We Did</a:t>
            </a:r>
            <a:br>
              <a:rPr lang="en-US" sz="667" dirty="0">
                <a:solidFill>
                  <a:prstClr val="black"/>
                </a:solidFill>
                <a:latin typeface="Segoe UI" panose="020B0502040204020203" pitchFamily="34" charset="0"/>
                <a:ea typeface="MS Mincho" panose="02020609040205080304" pitchFamily="49" charset="-128"/>
                <a:cs typeface="Segoe UI" panose="020B0502040204020203" pitchFamily="34" charset="0"/>
              </a:rPr>
            </a:b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Mission Support Alliance came to Affirma with a very large project and a very important deadline. MSA </a:t>
            </a:r>
            <a:r>
              <a:rPr lang="en-US" sz="1500" b="1" dirty="0">
                <a:solidFill>
                  <a:srgbClr val="2B2B2B"/>
                </a:solidFill>
                <a:latin typeface="Segoe UI" panose="020B0502040204020203" pitchFamily="34" charset="0"/>
                <a:ea typeface="MS Mincho" panose="02020609040205080304" pitchFamily="49" charset="-128"/>
                <a:cs typeface="Segoe UI" panose="020B0502040204020203" pitchFamily="34" charset="0"/>
              </a:rPr>
              <a:t>a migration from Airwatch to Intune </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for </a:t>
            </a:r>
            <a:r>
              <a:rPr lang="en-US" sz="1500" b="1" dirty="0">
                <a:solidFill>
                  <a:srgbClr val="2B2B2B"/>
                </a:solidFill>
                <a:latin typeface="Segoe UI" panose="020B0502040204020203" pitchFamily="34" charset="0"/>
                <a:ea typeface="MS Mincho" panose="02020609040205080304" pitchFamily="49" charset="-128"/>
                <a:cs typeface="Segoe UI" panose="020B0502040204020203" pitchFamily="34" charset="0"/>
              </a:rPr>
              <a:t>1,500 mobile devices and 450 government owned devices with DOE encryption</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 This project also had to be complete with a deadline looming and needed help getting off the ground.</a:t>
            </a:r>
          </a:p>
        </p:txBody>
      </p:sp>
      <p:sp>
        <p:nvSpPr>
          <p:cNvPr id="5" name="TextBox 4">
            <a:extLst>
              <a:ext uri="{FF2B5EF4-FFF2-40B4-BE49-F238E27FC236}">
                <a16:creationId xmlns:a16="http://schemas.microsoft.com/office/drawing/2014/main" id="{58396F71-6E1E-4E90-BEE4-1281E750004E}"/>
              </a:ext>
            </a:extLst>
          </p:cNvPr>
          <p:cNvSpPr txBox="1"/>
          <p:nvPr/>
        </p:nvSpPr>
        <p:spPr>
          <a:xfrm>
            <a:off x="380359" y="4912366"/>
            <a:ext cx="8743208" cy="1708160"/>
          </a:xfrm>
          <a:prstGeom prst="rect">
            <a:avLst/>
          </a:prstGeom>
          <a:noFill/>
        </p:spPr>
        <p:txBody>
          <a:bodyPr wrap="square" rtlCol="0">
            <a:spAutoFit/>
          </a:bodyPr>
          <a:lstStyle/>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Company Name: Mission Support Alliance</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Street Address: 2490 Garlick Boulevard</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Richland, WA 99352 US</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Contact Person: Jim Smith</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Title: Project Manager</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Email: </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hlinkClick r:id="rId4">
                  <a:extLst>
                    <a:ext uri="{A12FA001-AC4F-418D-AE19-62706E023703}">
                      <ahyp:hlinkClr xmlns:ahyp="http://schemas.microsoft.com/office/drawing/2018/hyperlinkcolor" val="tx"/>
                    </a:ext>
                  </a:extLst>
                </a:hlinkClick>
              </a:rPr>
              <a:t>James_N_Smith@rl.gov</a:t>
            </a:r>
            <a:endPar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Project: O365 Exchange Online Migration</a:t>
            </a:r>
          </a:p>
        </p:txBody>
      </p:sp>
      <p:sp>
        <p:nvSpPr>
          <p:cNvPr id="7" name="Rectangle 6">
            <a:extLst>
              <a:ext uri="{FF2B5EF4-FFF2-40B4-BE49-F238E27FC236}">
                <a16:creationId xmlns:a16="http://schemas.microsoft.com/office/drawing/2014/main" id="{C2A5B869-CA6E-4D24-94D6-D4D8DEC37408}"/>
              </a:ext>
            </a:extLst>
          </p:cNvPr>
          <p:cNvSpPr/>
          <p:nvPr/>
        </p:nvSpPr>
        <p:spPr>
          <a:xfrm>
            <a:off x="380359" y="2713725"/>
            <a:ext cx="11582419" cy="1323439"/>
          </a:xfrm>
          <a:prstGeom prst="rect">
            <a:avLst/>
          </a:prstGeom>
        </p:spPr>
        <p:txBody>
          <a:bodyPr wrap="squar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The Result</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Mission Support was extremely happy with the work that Affirma brought to the engagement. The deadline was met with aggressive migrations schedules; often during off hours. The Affirma team was able to have both projects completed with strategic Project Management in place. This highly successful project was highlighted amongst the Microsoft Government Account Team and has led to a long term partnership between Affirma and MSA.</a:t>
            </a:r>
          </a:p>
        </p:txBody>
      </p:sp>
      <p:sp>
        <p:nvSpPr>
          <p:cNvPr id="8" name="Rectangle 7">
            <a:extLst>
              <a:ext uri="{FF2B5EF4-FFF2-40B4-BE49-F238E27FC236}">
                <a16:creationId xmlns:a16="http://schemas.microsoft.com/office/drawing/2014/main" id="{D444B050-DA5C-4B24-8266-6803A5392C56}"/>
              </a:ext>
            </a:extLst>
          </p:cNvPr>
          <p:cNvSpPr/>
          <p:nvPr/>
        </p:nvSpPr>
        <p:spPr>
          <a:xfrm>
            <a:off x="380359" y="4535293"/>
            <a:ext cx="2626873" cy="400110"/>
          </a:xfrm>
          <a:prstGeom prst="rect">
            <a:avLst/>
          </a:prstGeom>
        </p:spPr>
        <p:txBody>
          <a:bodyPr wrap="non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Project Information:</a:t>
            </a:r>
          </a:p>
        </p:txBody>
      </p:sp>
      <p:sp>
        <p:nvSpPr>
          <p:cNvPr id="10" name="Slide Number Placeholder 1">
            <a:extLst>
              <a:ext uri="{FF2B5EF4-FFF2-40B4-BE49-F238E27FC236}">
                <a16:creationId xmlns:a16="http://schemas.microsoft.com/office/drawing/2014/main" id="{561AD1CF-F3EE-4DCE-A8DD-859676752017}"/>
              </a:ext>
            </a:extLst>
          </p:cNvPr>
          <p:cNvSpPr>
            <a:spLocks noGrp="1"/>
          </p:cNvSpPr>
          <p:nvPr>
            <p:ph type="sldNum" sz="quarter" idx="12"/>
          </p:nvPr>
        </p:nvSpPr>
        <p:spPr>
          <a:xfrm>
            <a:off x="11277600" y="6356805"/>
            <a:ext cx="533400" cy="304800"/>
          </a:xfrm>
        </p:spPr>
        <p:txBody>
          <a:bodyPr/>
          <a:lstStyle/>
          <a:p>
            <a:pPr defTabSz="976845"/>
            <a:fld id="{49A40DB5-B054-4B52-B27D-446721D6CC27}" type="slidenum">
              <a:rPr lang="en-US">
                <a:solidFill>
                  <a:prstClr val="black">
                    <a:tint val="75000"/>
                  </a:prstClr>
                </a:solidFill>
              </a:rPr>
              <a:pPr defTabSz="976845"/>
              <a:t>1</a:t>
            </a:fld>
            <a:endParaRPr lang="en-US" dirty="0">
              <a:solidFill>
                <a:prstClr val="black">
                  <a:tint val="75000"/>
                </a:prstClr>
              </a:solidFill>
            </a:endParaRPr>
          </a:p>
        </p:txBody>
      </p:sp>
    </p:spTree>
    <p:extLst>
      <p:ext uri="{BB962C8B-B14F-4D97-AF65-F5344CB8AC3E}">
        <p14:creationId xmlns:p14="http://schemas.microsoft.com/office/powerpoint/2010/main" val="168790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1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Value>Modern Workplace</Value>
    </BusinessUnit>
    <Solutions xmlns="f0ee8362-fa7e-4bc9-ab88-7dcfb17cb19b">
      <Value>Migrations</Value>
    </Solutions>
    <Industries xmlns="f0ee8362-fa7e-4bc9-ab88-7dcfb17cb19b" xsi:nil="true"/>
    <Notes0 xmlns="f0ee8362-fa7e-4bc9-ab88-7dcfb17cb19b" xsi:nil="true"/>
    <Named_x0020_Account xmlns="f0ee8362-fa7e-4bc9-ab88-7dcfb17cb19b" xsi:nil="true"/>
    <PlatTech xmlns="f0ee8362-fa7e-4bc9-ab88-7dcfb17cb19b">
      <Value>O365</Value>
    </PlatTech>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383E7D0-EA92-4A7D-AB5F-E6F001713850}">
  <ds:schemaRefs>
    <ds:schemaRef ds:uri="357972b2-b7ed-48bc-bbb4-0804bacba9d2"/>
    <ds:schemaRef ds:uri="http://purl.org/dc/terms/"/>
    <ds:schemaRef ds:uri="http://schemas.microsoft.com/office/2006/documentManagement/types"/>
    <ds:schemaRef ds:uri="http://schemas.microsoft.com/office/2006/metadata/properties"/>
    <ds:schemaRef ds:uri="http://purl.org/dc/dcmitype/"/>
    <ds:schemaRef ds:uri="http://www.w3.org/XML/1998/namespace"/>
    <ds:schemaRef ds:uri="http://purl.org/dc/elements/1.1/"/>
    <ds:schemaRef ds:uri="54243e05-8da7-404c-85e0-0480aaa26276"/>
    <ds:schemaRef ds:uri="http://schemas.microsoft.com/office/infopath/2007/PartnerControls"/>
    <ds:schemaRef ds:uri="http://schemas.openxmlformats.org/package/2006/metadata/core-properties"/>
    <ds:schemaRef ds:uri="a3d6d3c3-969a-4db5-a798-6d92184358aa"/>
  </ds:schemaRefs>
</ds:datastoreItem>
</file>

<file path=customXml/itemProps2.xml><?xml version="1.0" encoding="utf-8"?>
<ds:datastoreItem xmlns:ds="http://schemas.openxmlformats.org/officeDocument/2006/customXml" ds:itemID="{723B1632-A683-4E65-86E2-61994F1C48AB}">
  <ds:schemaRefs>
    <ds:schemaRef ds:uri="http://schemas.microsoft.com/sharepoint/v3/contenttype/forms"/>
  </ds:schemaRefs>
</ds:datastoreItem>
</file>

<file path=customXml/itemProps3.xml><?xml version="1.0" encoding="utf-8"?>
<ds:datastoreItem xmlns:ds="http://schemas.openxmlformats.org/officeDocument/2006/customXml" ds:itemID="{E4C0E230-9F27-48F1-866D-59BDFA5CDEC6}"/>
</file>

<file path=customXml/itemProps4.xml><?xml version="1.0" encoding="utf-8"?>
<ds:datastoreItem xmlns:ds="http://schemas.openxmlformats.org/officeDocument/2006/customXml" ds:itemID="{3EF9C8E2-6DF1-458D-B747-374CA26A9A11}"/>
</file>

<file path=docProps/app.xml><?xml version="1.0" encoding="utf-8"?>
<Properties xmlns="http://schemas.openxmlformats.org/officeDocument/2006/extended-properties" xmlns:vt="http://schemas.openxmlformats.org/officeDocument/2006/docPropsVTypes">
  <TotalTime>3</TotalTime>
  <Words>127</Words>
  <Application>Microsoft Office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Segoe UI</vt:lpstr>
      <vt:lpstr>Segoe UI Light</vt:lpstr>
      <vt:lpstr>Segoe UI Semilight</vt:lpstr>
      <vt:lpstr>Custom Design</vt:lpstr>
      <vt:lpstr>1_Custom Design</vt:lpstr>
      <vt:lpstr>Mission Support Alliance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InTune/JAMF Case Studies and Setup</dc:title>
  <dc:creator>Maria Mejia-Henao</dc:creator>
  <cp:lastModifiedBy>Maria Mejia-Henao</cp:lastModifiedBy>
  <cp:revision>3</cp:revision>
  <dcterms:created xsi:type="dcterms:W3CDTF">2020-04-13T17:15:21Z</dcterms:created>
  <dcterms:modified xsi:type="dcterms:W3CDTF">2020-05-26T21:51:40Z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47;#Government|f2106d7d-3f0c-4877-aa65-efbc73044de4</vt:lpwstr>
  </property>
  <property fmtid="{D5CDD505-2E9C-101B-9397-08002B2CF9AE}" pid="11" name="Service_x0020_Offering">
    <vt:lpwstr/>
  </property>
  <property fmtid="{D5CDD505-2E9C-101B-9397-08002B2CF9AE}" pid="12" name="_ExtendedDescription">
    <vt:lpwstr/>
  </property>
  <property fmtid="{D5CDD505-2E9C-101B-9397-08002B2CF9AE}" pid="13" name="Service Offering">
    <vt:lpwstr/>
  </property>
  <property fmtid="{D5CDD505-2E9C-101B-9397-08002B2CF9AE}" pid="14" name="Category">
    <vt:lpwstr>6;#Case Study|8faa0ad1-25f0-4f56-8e38-f60e20c455d6</vt:lpwstr>
  </property>
  <property fmtid="{D5CDD505-2E9C-101B-9397-08002B2CF9AE}" pid="15" name="Business_x0020_Unit">
    <vt:lpwstr/>
  </property>
  <property fmtid="{D5CDD505-2E9C-101B-9397-08002B2CF9AE}" pid="16" name="Order">
    <vt:r8>57100</vt:r8>
  </property>
  <property fmtid="{D5CDD505-2E9C-101B-9397-08002B2CF9AE}" pid="17" name="SO">
    <vt:lpwstr>15;#;#25;#</vt:lpwstr>
  </property>
  <property fmtid="{D5CDD505-2E9C-101B-9397-08002B2CF9AE}" pid="18" name="TriggerFlowInfo">
    <vt:lpwstr/>
  </property>
</Properties>
</file>