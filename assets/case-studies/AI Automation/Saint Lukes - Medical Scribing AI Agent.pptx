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910" r:id="rId6"/>
  </p:sldMasterIdLst>
  <p:notesMasterIdLst>
    <p:notesMasterId r:id="rId8"/>
  </p:notesMasterIdLst>
  <p:sldIdLst>
    <p:sldId id="214748132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34CAD1-CB3F-48DB-20AF-8598F36175EF}" name="Ashley Kennedy" initials="AK" userId="S::akennedy@affirma.com::59c9f254-7a9c-4ea9-82e6-3cb7b13ee59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A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A8C32-05B1-FBD7-A919-DF4D5A820DB2}" v="5" dt="2026-01-15T23:19:56.398"/>
    <p1510:client id="{D69E3632-31F7-ABCB-01F5-BC559E31D5A9}" v="15" dt="2026-01-15T22:53:37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D69E3632-31F7-ABCB-01F5-BC559E31D5A9}"/>
    <pc:docChg chg="addSld delSld modSld addMainMaster">
      <pc:chgData name="Brendan Murphy" userId="S::bmurphy@affirma.com::e9f923b6-6d89-4d4e-a3b7-d9304b9d44ba" providerId="AD" clId="Web-{D69E3632-31F7-ABCB-01F5-BC559E31D5A9}" dt="2026-01-15T22:53:37.296" v="12" actId="20577"/>
      <pc:docMkLst>
        <pc:docMk/>
      </pc:docMkLst>
      <pc:sldChg chg="del">
        <pc:chgData name="Brendan Murphy" userId="S::bmurphy@affirma.com::e9f923b6-6d89-4d4e-a3b7-d9304b9d44ba" providerId="AD" clId="Web-{D69E3632-31F7-ABCB-01F5-BC559E31D5A9}" dt="2026-01-15T22:53:01.546" v="6"/>
        <pc:sldMkLst>
          <pc:docMk/>
          <pc:sldMk cId="1208436089" sldId="2147469661"/>
        </pc:sldMkLst>
      </pc:sldChg>
      <pc:sldChg chg="modSp del">
        <pc:chgData name="Brendan Murphy" userId="S::bmurphy@affirma.com::e9f923b6-6d89-4d4e-a3b7-d9304b9d44ba" providerId="AD" clId="Web-{D69E3632-31F7-ABCB-01F5-BC559E31D5A9}" dt="2026-01-15T22:53:00.390" v="5"/>
        <pc:sldMkLst>
          <pc:docMk/>
          <pc:sldMk cId="3940538048" sldId="2147469678"/>
        </pc:sldMkLst>
        <pc:spChg chg="mod">
          <ac:chgData name="Brendan Murphy" userId="S::bmurphy@affirma.com::e9f923b6-6d89-4d4e-a3b7-d9304b9d44ba" providerId="AD" clId="Web-{D69E3632-31F7-ABCB-01F5-BC559E31D5A9}" dt="2026-01-15T22:50:55.390" v="1" actId="20577"/>
          <ac:spMkLst>
            <pc:docMk/>
            <pc:sldMk cId="3940538048" sldId="2147469678"/>
            <ac:spMk id="4" creationId="{D34142AD-A4C2-EEE0-EC55-6B0CB561F5D5}"/>
          </ac:spMkLst>
        </pc:spChg>
      </pc:sldChg>
      <pc:sldChg chg="modSp add del">
        <pc:chgData name="Brendan Murphy" userId="S::bmurphy@affirma.com::e9f923b6-6d89-4d4e-a3b7-d9304b9d44ba" providerId="AD" clId="Web-{D69E3632-31F7-ABCB-01F5-BC559E31D5A9}" dt="2026-01-15T22:53:37.296" v="12" actId="20577"/>
        <pc:sldMkLst>
          <pc:docMk/>
          <pc:sldMk cId="2938798221" sldId="2147481321"/>
        </pc:sldMkLst>
        <pc:spChg chg="mod">
          <ac:chgData name="Brendan Murphy" userId="S::bmurphy@affirma.com::e9f923b6-6d89-4d4e-a3b7-d9304b9d44ba" providerId="AD" clId="Web-{D69E3632-31F7-ABCB-01F5-BC559E31D5A9}" dt="2026-01-15T22:53:37.296" v="12" actId="20577"/>
          <ac:spMkLst>
            <pc:docMk/>
            <pc:sldMk cId="2938798221" sldId="2147481321"/>
            <ac:spMk id="25" creationId="{5AC11F38-DD9C-9C7B-8562-705526B65BB5}"/>
          </ac:spMkLst>
        </pc:spChg>
      </pc:sldChg>
      <pc:sldMasterChg chg="add addSldLayout">
        <pc:chgData name="Brendan Murphy" userId="S::bmurphy@affirma.com::e9f923b6-6d89-4d4e-a3b7-d9304b9d44ba" providerId="AD" clId="Web-{D69E3632-31F7-ABCB-01F5-BC559E31D5A9}" dt="2026-01-15T22:52:56.999" v="4"/>
        <pc:sldMasterMkLst>
          <pc:docMk/>
          <pc:sldMasterMk cId="2455523390" sldId="2147483910"/>
        </pc:sldMasterMkLst>
        <pc:sldLayoutChg chg="add">
          <pc:chgData name="Brendan Murphy" userId="S::bmurphy@affirma.com::e9f923b6-6d89-4d4e-a3b7-d9304b9d44ba" providerId="AD" clId="Web-{D69E3632-31F7-ABCB-01F5-BC559E31D5A9}" dt="2026-01-15T22:52:56.999" v="4"/>
          <pc:sldLayoutMkLst>
            <pc:docMk/>
            <pc:sldMasterMk cId="2455523390" sldId="2147483910"/>
            <pc:sldLayoutMk cId="2256771708" sldId="2147483911"/>
          </pc:sldLayoutMkLst>
        </pc:sldLayoutChg>
        <pc:sldLayoutChg chg="add">
          <pc:chgData name="Brendan Murphy" userId="S::bmurphy@affirma.com::e9f923b6-6d89-4d4e-a3b7-d9304b9d44ba" providerId="AD" clId="Web-{D69E3632-31F7-ABCB-01F5-BC559E31D5A9}" dt="2026-01-15T22:52:56.999" v="4"/>
          <pc:sldLayoutMkLst>
            <pc:docMk/>
            <pc:sldMasterMk cId="2455523390" sldId="2147483910"/>
            <pc:sldLayoutMk cId="1080400467" sldId="2147483912"/>
          </pc:sldLayoutMkLst>
        </pc:sldLayoutChg>
        <pc:sldLayoutChg chg="add">
          <pc:chgData name="Brendan Murphy" userId="S::bmurphy@affirma.com::e9f923b6-6d89-4d4e-a3b7-d9304b9d44ba" providerId="AD" clId="Web-{D69E3632-31F7-ABCB-01F5-BC559E31D5A9}" dt="2026-01-15T22:52:56.999" v="4"/>
          <pc:sldLayoutMkLst>
            <pc:docMk/>
            <pc:sldMasterMk cId="2455523390" sldId="2147483910"/>
            <pc:sldLayoutMk cId="764091121" sldId="2147483913"/>
          </pc:sldLayoutMkLst>
        </pc:sldLayoutChg>
        <pc:sldLayoutChg chg="add">
          <pc:chgData name="Brendan Murphy" userId="S::bmurphy@affirma.com::e9f923b6-6d89-4d4e-a3b7-d9304b9d44ba" providerId="AD" clId="Web-{D69E3632-31F7-ABCB-01F5-BC559E31D5A9}" dt="2026-01-15T22:52:56.999" v="4"/>
          <pc:sldLayoutMkLst>
            <pc:docMk/>
            <pc:sldMasterMk cId="2455523390" sldId="2147483910"/>
            <pc:sldLayoutMk cId="2390307828" sldId="2147483914"/>
          </pc:sldLayoutMkLst>
        </pc:sldLayoutChg>
        <pc:sldLayoutChg chg="add">
          <pc:chgData name="Brendan Murphy" userId="S::bmurphy@affirma.com::e9f923b6-6d89-4d4e-a3b7-d9304b9d44ba" providerId="AD" clId="Web-{D69E3632-31F7-ABCB-01F5-BC559E31D5A9}" dt="2026-01-15T22:52:56.999" v="4"/>
          <pc:sldLayoutMkLst>
            <pc:docMk/>
            <pc:sldMasterMk cId="2455523390" sldId="2147483910"/>
            <pc:sldLayoutMk cId="1615229189" sldId="2147483915"/>
          </pc:sldLayoutMkLst>
        </pc:sldLayoutChg>
        <pc:sldLayoutChg chg="add">
          <pc:chgData name="Brendan Murphy" userId="S::bmurphy@affirma.com::e9f923b6-6d89-4d4e-a3b7-d9304b9d44ba" providerId="AD" clId="Web-{D69E3632-31F7-ABCB-01F5-BC559E31D5A9}" dt="2026-01-15T22:52:56.999" v="4"/>
          <pc:sldLayoutMkLst>
            <pc:docMk/>
            <pc:sldMasterMk cId="2455523390" sldId="2147483910"/>
            <pc:sldLayoutMk cId="3305937413" sldId="2147483916"/>
          </pc:sldLayoutMkLst>
        </pc:sldLayoutChg>
        <pc:sldLayoutChg chg="add">
          <pc:chgData name="Brendan Murphy" userId="S::bmurphy@affirma.com::e9f923b6-6d89-4d4e-a3b7-d9304b9d44ba" providerId="AD" clId="Web-{D69E3632-31F7-ABCB-01F5-BC559E31D5A9}" dt="2026-01-15T22:52:56.999" v="4"/>
          <pc:sldLayoutMkLst>
            <pc:docMk/>
            <pc:sldMasterMk cId="2455523390" sldId="2147483910"/>
            <pc:sldLayoutMk cId="2562584462" sldId="2147483917"/>
          </pc:sldLayoutMkLst>
        </pc:sldLayoutChg>
        <pc:sldLayoutChg chg="add">
          <pc:chgData name="Brendan Murphy" userId="S::bmurphy@affirma.com::e9f923b6-6d89-4d4e-a3b7-d9304b9d44ba" providerId="AD" clId="Web-{D69E3632-31F7-ABCB-01F5-BC559E31D5A9}" dt="2026-01-15T22:52:56.999" v="4"/>
          <pc:sldLayoutMkLst>
            <pc:docMk/>
            <pc:sldMasterMk cId="2455523390" sldId="2147483910"/>
            <pc:sldLayoutMk cId="1091036954" sldId="2147483918"/>
          </pc:sldLayoutMkLst>
        </pc:sldLayoutChg>
        <pc:sldLayoutChg chg="add">
          <pc:chgData name="Brendan Murphy" userId="S::bmurphy@affirma.com::e9f923b6-6d89-4d4e-a3b7-d9304b9d44ba" providerId="AD" clId="Web-{D69E3632-31F7-ABCB-01F5-BC559E31D5A9}" dt="2026-01-15T22:52:56.999" v="4"/>
          <pc:sldLayoutMkLst>
            <pc:docMk/>
            <pc:sldMasterMk cId="2455523390" sldId="2147483910"/>
            <pc:sldLayoutMk cId="3527981176" sldId="2147483919"/>
          </pc:sldLayoutMkLst>
        </pc:sldLayoutChg>
        <pc:sldLayoutChg chg="add">
          <pc:chgData name="Brendan Murphy" userId="S::bmurphy@affirma.com::e9f923b6-6d89-4d4e-a3b7-d9304b9d44ba" providerId="AD" clId="Web-{D69E3632-31F7-ABCB-01F5-BC559E31D5A9}" dt="2026-01-15T22:52:56.999" v="4"/>
          <pc:sldLayoutMkLst>
            <pc:docMk/>
            <pc:sldMasterMk cId="2455523390" sldId="2147483910"/>
            <pc:sldLayoutMk cId="3706921163" sldId="2147483920"/>
          </pc:sldLayoutMkLst>
        </pc:sldLayoutChg>
        <pc:sldLayoutChg chg="add">
          <pc:chgData name="Brendan Murphy" userId="S::bmurphy@affirma.com::e9f923b6-6d89-4d4e-a3b7-d9304b9d44ba" providerId="AD" clId="Web-{D69E3632-31F7-ABCB-01F5-BC559E31D5A9}" dt="2026-01-15T22:52:56.999" v="4"/>
          <pc:sldLayoutMkLst>
            <pc:docMk/>
            <pc:sldMasterMk cId="2455523390" sldId="2147483910"/>
            <pc:sldLayoutMk cId="4143228118" sldId="2147483921"/>
          </pc:sldLayoutMkLst>
        </pc:sldLayoutChg>
        <pc:sldLayoutChg chg="add">
          <pc:chgData name="Brendan Murphy" userId="S::bmurphy@affirma.com::e9f923b6-6d89-4d4e-a3b7-d9304b9d44ba" providerId="AD" clId="Web-{D69E3632-31F7-ABCB-01F5-BC559E31D5A9}" dt="2026-01-15T22:52:56.999" v="4"/>
          <pc:sldLayoutMkLst>
            <pc:docMk/>
            <pc:sldMasterMk cId="2455523390" sldId="2147483910"/>
            <pc:sldLayoutMk cId="3042051643" sldId="2147483922"/>
          </pc:sldLayoutMkLst>
        </pc:sldLayoutChg>
        <pc:sldLayoutChg chg="add">
          <pc:chgData name="Brendan Murphy" userId="S::bmurphy@affirma.com::e9f923b6-6d89-4d4e-a3b7-d9304b9d44ba" providerId="AD" clId="Web-{D69E3632-31F7-ABCB-01F5-BC559E31D5A9}" dt="2026-01-15T22:52:56.999" v="4"/>
          <pc:sldLayoutMkLst>
            <pc:docMk/>
            <pc:sldMasterMk cId="2455523390" sldId="2147483910"/>
            <pc:sldLayoutMk cId="937456172" sldId="2147483924"/>
          </pc:sldLayoutMkLst>
        </pc:sldLayoutChg>
        <pc:sldLayoutChg chg="add">
          <pc:chgData name="Brendan Murphy" userId="S::bmurphy@affirma.com::e9f923b6-6d89-4d4e-a3b7-d9304b9d44ba" providerId="AD" clId="Web-{D69E3632-31F7-ABCB-01F5-BC559E31D5A9}" dt="2026-01-15T22:52:56.999" v="4"/>
          <pc:sldLayoutMkLst>
            <pc:docMk/>
            <pc:sldMasterMk cId="2455523390" sldId="2147483910"/>
            <pc:sldLayoutMk cId="3336507448" sldId="2147483925"/>
          </pc:sldLayoutMkLst>
        </pc:sldLayoutChg>
        <pc:sldLayoutChg chg="add">
          <pc:chgData name="Brendan Murphy" userId="S::bmurphy@affirma.com::e9f923b6-6d89-4d4e-a3b7-d9304b9d44ba" providerId="AD" clId="Web-{D69E3632-31F7-ABCB-01F5-BC559E31D5A9}" dt="2026-01-15T22:52:56.999" v="4"/>
          <pc:sldLayoutMkLst>
            <pc:docMk/>
            <pc:sldMasterMk cId="2455523390" sldId="2147483910"/>
            <pc:sldLayoutMk cId="2676761059" sldId="2147483983"/>
          </pc:sldLayoutMkLst>
        </pc:sldLayoutChg>
      </pc:sldMasterChg>
    </pc:docChg>
  </pc:docChgLst>
  <pc:docChgLst>
    <pc:chgData name="Brendan Murphy" userId="S::bmurphy@affirma.com::e9f923b6-6d89-4d4e-a3b7-d9304b9d44ba" providerId="AD" clId="Web-{1BBA8C32-05B1-FBD7-A919-DF4D5A820DB2}"/>
    <pc:docChg chg="modSld">
      <pc:chgData name="Brendan Murphy" userId="S::bmurphy@affirma.com::e9f923b6-6d89-4d4e-a3b7-d9304b9d44ba" providerId="AD" clId="Web-{1BBA8C32-05B1-FBD7-A919-DF4D5A820DB2}" dt="2026-01-15T23:19:56.163" v="1" actId="20577"/>
      <pc:docMkLst>
        <pc:docMk/>
      </pc:docMkLst>
      <pc:sldChg chg="modSp">
        <pc:chgData name="Brendan Murphy" userId="S::bmurphy@affirma.com::e9f923b6-6d89-4d4e-a3b7-d9304b9d44ba" providerId="AD" clId="Web-{1BBA8C32-05B1-FBD7-A919-DF4D5A820DB2}" dt="2026-01-15T23:19:56.163" v="1" actId="20577"/>
        <pc:sldMkLst>
          <pc:docMk/>
          <pc:sldMk cId="2938798221" sldId="2147481321"/>
        </pc:sldMkLst>
        <pc:spChg chg="mod">
          <ac:chgData name="Brendan Murphy" userId="S::bmurphy@affirma.com::e9f923b6-6d89-4d4e-a3b7-d9304b9d44ba" providerId="AD" clId="Web-{1BBA8C32-05B1-FBD7-A919-DF4D5A820DB2}" dt="2026-01-15T23:19:56.163" v="1" actId="20577"/>
          <ac:spMkLst>
            <pc:docMk/>
            <pc:sldMk cId="2938798221" sldId="2147481321"/>
            <ac:spMk id="14" creationId="{0D3F7879-1131-36B0-59BF-2174D4866F0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AB779-D592-4054-8D63-5627F79CB16A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BAEE0-1CB8-457B-A356-A85E5DA80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381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A22CC-7742-F8E3-1486-7964B094D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80A4E-D8A4-3AE5-4100-3218FC841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A3DAD4-8752-57D4-4020-5FE65B726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5A0F7-9771-56E3-DE25-620DCBB6AE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79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DE305-BC72-83A5-C7EC-C7CEE295D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A20F4-4936-AF81-1701-881D4CF2A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C5CBC-E18F-03B8-204B-92E505C0F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BECB9-9472-D70E-7F16-89F9D0A25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14A14-F1E8-9347-564B-51056C0F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9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9EED5-2602-7565-B793-06B314C82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BB86F-3E65-DF37-3D22-3E059D047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22C5F-DB5A-9FE9-2E8D-B44EC5847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01A4B-7BB8-6B85-A387-096898072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6BADC-726C-03DE-87C0-7C1F9BE5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85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8389E-42C4-080B-EFC4-18E12E49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A4665-9542-1A4E-C122-218922C5A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7209C-7FB1-28B3-1A30-28171D7F4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E3A03-E752-4496-6D16-0E760E7C9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079B0-2ADC-6B3E-4B1E-18EC3416E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6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0490-E8BD-C054-541D-702818050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A9834-7B0F-75D5-4CD1-3E226CD20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123B8-02F4-5715-C089-7DB4B7C67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D94B7-4445-826A-9339-B46478D5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15875-8098-964A-B25E-0FD7EFB9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48F5-B5E4-371A-4580-F7609406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52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246E-F80D-EDFC-3EE2-F072F1950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F5969-76C9-2BA4-10E5-63B577B36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714E3-D948-87AF-9EC1-6BB1A7EC7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6E118-4F95-667D-BE08-BB1FAEA182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58621A-31D9-651D-3E94-D686FDB7E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981724-B787-059A-90F3-5531FF0D5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A4F959-2FF9-77D7-3662-EA2EBB60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8C0FE5-86C0-944A-DEA6-FC7FFCCCD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035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878E-34BB-E156-4487-EB4F2CBB9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5B57EC-8975-55CA-22DB-D94069DC4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39DA87-69F0-723C-DB11-701C822B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3E5772-1CE5-50D7-1E6D-CD53934D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34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F90AC6-640D-DF2C-A87F-2639C847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19B1E-30E3-B309-DE0A-8C84E8B84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4D32E-B106-619F-FB13-49819A870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A5223-F3AE-6B58-C0D2-06BC8A1A9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DC218-5BA7-1EE9-5004-98E757CB7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62BAE-B6DC-171A-8222-C43F00A01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5C54F7-7B38-EB14-C85B-FDE782123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466D1C-4FA0-CBBC-A3E8-4217D590D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C4D1F-49F2-4D28-5651-33EBF4505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32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2CD36-85E3-6461-44EE-AD53838FA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907B9D-CDE3-EE13-B834-0A9F0063A0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6F7CB-98ED-E248-42FB-9194626AA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BCFBA-9EC7-BCCB-59B8-C4B1608A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821DE1-1922-BC13-C9DA-A8B129928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3240A-FE23-0F9E-5310-8591615D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298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09CB8-2C26-1390-DCCD-2F746772A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473D9C-2A17-802E-844C-798D27EAA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35F00-3E4F-18A4-73B0-2A948F155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14DBC-0634-61AC-6917-17D888961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90572-CB55-7643-63CD-CE6BBC10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12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25D9F0-76FE-CDC3-E33F-75CACE8EDE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3F99C-E5BE-A824-61CE-D3FCF9EAC6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B3BC8-47A9-9534-6F00-42C702292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BFA7B-9243-A580-D057-EC3A5F04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E1394-9097-D083-9AB8-96081C16D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10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4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117A8-AB85-AC13-3432-A15BAA435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657A1-3C95-B680-2C53-BC7A4B8F9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2" indent="0" algn="ctr">
              <a:buNone/>
              <a:defRPr sz="20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600"/>
            </a:lvl4pPr>
            <a:lvl5pPr marL="1828727" indent="0" algn="ctr">
              <a:buNone/>
              <a:defRPr sz="1600"/>
            </a:lvl5pPr>
            <a:lvl6pPr marL="2285909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59F3A-B0B6-7FE5-EE91-65713EF7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A3C62-EF48-A92C-41F8-80D38A7D6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F9109-B92C-A941-9F50-853E229AA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D561-9B93-486C-B5CB-D1C4B195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77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D0ECA-A3DA-3D65-B8EC-AAF7099EF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ABD93-1D5D-0621-EDA2-A142CC5B9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4EE0F-11D9-C2F8-27F0-940679370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72BF4-F64B-5689-DAA4-F085469AA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801B8-83D4-5691-34BB-493AB2E5F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D561-9B93-486C-B5CB-D1C4B195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00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7E8E6-9F39-78A2-113B-E94C504F9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84691-D5AD-4A20-5FC5-C955995BA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2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63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4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09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27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4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51B9F-A506-8114-6944-5D26A073F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42FCE-67CE-0AF1-E75A-53877CCE7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3D1CD-E49D-3850-76D1-FF90BFB4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D561-9B93-486C-B5CB-D1C4B195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91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009EA-D4DF-6F4D-F27B-98044A19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BF5D2-BBA8-128B-4566-AA3AD8C33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8C46B-391C-9BDB-3E72-90B97DDDB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5D951-8E27-4656-32D2-2F8EE9A35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4EF59-59D0-2EC4-82DE-1CC1A31B2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80FE4B-822A-CDC7-84A6-1FAF6415F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D561-9B93-486C-B5CB-D1C4B195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307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1DD8E-4F91-63FF-F48E-E40DD07F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A9771-D93B-6BFB-869C-0E70D9D5C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24FBC-A49E-366A-D3CA-E6B297585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B8B45B-5398-F668-FCBB-BC322A537A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1A5AC7-B826-A9CC-89FC-D29D1B3C00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580717-85C6-CCC8-18CC-4946CCD36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1A4EFD-55BF-270D-DED6-A3816F4B5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054FE4-B67F-F3BB-4301-7B4D60025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D561-9B93-486C-B5CB-D1C4B195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29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45E6F-98C0-B178-145B-2A47D44C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DBB20A-8404-CC7B-AF0C-AF4AE1D3C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1F04D5-5B4B-0D8F-FCE7-A70488855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586998-0238-711E-B8F0-98E502C4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D561-9B93-486C-B5CB-D1C4B195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37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A4993B-75BF-E7DB-8752-D6B87CBF2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979C8F-6D49-ACAF-8780-3107CEAF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C6CE9-EEDA-E375-8DA3-F92E839D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D561-9B93-486C-B5CB-D1C4B195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584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964CA-82EF-1720-E3AC-A5A3E38E9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086E4-E58D-FCB6-35A9-1C07F9001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5C6445-2E2D-8CB7-513B-1BE6387F5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2" indent="0">
              <a:buNone/>
              <a:defRPr sz="1400"/>
            </a:lvl2pPr>
            <a:lvl3pPr marL="914363" indent="0">
              <a:buNone/>
              <a:defRPr sz="1200"/>
            </a:lvl3pPr>
            <a:lvl4pPr marL="1371545" indent="0">
              <a:buNone/>
              <a:defRPr sz="1000"/>
            </a:lvl4pPr>
            <a:lvl5pPr marL="1828727" indent="0">
              <a:buNone/>
              <a:defRPr sz="1000"/>
            </a:lvl5pPr>
            <a:lvl6pPr marL="2285909" indent="0">
              <a:buNone/>
              <a:defRPr sz="1000"/>
            </a:lvl6pPr>
            <a:lvl7pPr marL="2743090" indent="0">
              <a:buNone/>
              <a:defRPr sz="1000"/>
            </a:lvl7pPr>
            <a:lvl8pPr marL="3200272" indent="0">
              <a:buNone/>
              <a:defRPr sz="1000"/>
            </a:lvl8pPr>
            <a:lvl9pPr marL="365745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EC624-2E89-75E9-D410-1AE811475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610C5-A80B-123F-BED2-CDF0BA2BB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26842-ABC7-AFCE-1988-C25DE7CB7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D561-9B93-486C-B5CB-D1C4B195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36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44AFF-A4D7-61F2-4A35-01BDDF6BC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62A19B-8417-2116-432F-0A2406E00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3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0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A3926A-FF08-F75B-5C4C-155A0C435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2" indent="0">
              <a:buNone/>
              <a:defRPr sz="1400"/>
            </a:lvl2pPr>
            <a:lvl3pPr marL="914363" indent="0">
              <a:buNone/>
              <a:defRPr sz="1200"/>
            </a:lvl3pPr>
            <a:lvl4pPr marL="1371545" indent="0">
              <a:buNone/>
              <a:defRPr sz="1000"/>
            </a:lvl4pPr>
            <a:lvl5pPr marL="1828727" indent="0">
              <a:buNone/>
              <a:defRPr sz="1000"/>
            </a:lvl5pPr>
            <a:lvl6pPr marL="2285909" indent="0">
              <a:buNone/>
              <a:defRPr sz="1000"/>
            </a:lvl6pPr>
            <a:lvl7pPr marL="2743090" indent="0">
              <a:buNone/>
              <a:defRPr sz="1000"/>
            </a:lvl7pPr>
            <a:lvl8pPr marL="3200272" indent="0">
              <a:buNone/>
              <a:defRPr sz="1000"/>
            </a:lvl8pPr>
            <a:lvl9pPr marL="365745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96B79-7804-EB50-4050-9E784F457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1C7D1-3937-BEF1-284A-5D74909A9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94D8E-DA04-1098-6BDF-2172586B7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D561-9B93-486C-B5CB-D1C4B195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8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97EC0-37E5-FC57-322E-92CB97ED1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4E835-8789-1808-CE7F-7E45F6131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621C5-225C-F65F-7A8C-62C0B556C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4C491-F6DD-17A2-8D2C-8FBE85C37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F7310-2CA9-4FFD-19C3-5FDDDD70B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D561-9B93-486C-B5CB-D1C4B195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921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861C92-C048-2B23-2BFA-A2C403373D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D425E-98F8-DCFC-3A1D-5A9E0DF8A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32EDD-1D95-5E03-80B2-EF382DABF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8CAC2-0946-B784-7113-94C33ECE5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D25B8-8509-2EEE-2452-8BA772AE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D561-9B93-486C-B5CB-D1C4B195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28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 1 a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A5F51225-8F0B-4245-8086-BC5A537700FB}"/>
              </a:ext>
            </a:extLst>
          </p:cNvPr>
          <p:cNvSpPr/>
          <p:nvPr/>
        </p:nvSpPr>
        <p:spPr>
          <a:xfrm>
            <a:off x="0" y="0"/>
            <a:ext cx="12192000" cy="6860138"/>
          </a:xfrm>
          <a:prstGeom prst="rect">
            <a:avLst/>
          </a:prstGeom>
          <a:solidFill>
            <a:srgbClr val="008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8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2855A5-7553-0742-89D9-7FDDEAC122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5" y="388389"/>
            <a:ext cx="62930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29B927-B6FC-8D4F-A53C-304A6A8C41E0}"/>
              </a:ext>
            </a:extLst>
          </p:cNvPr>
          <p:cNvCxnSpPr>
            <a:cxnSpLocks/>
          </p:cNvCxnSpPr>
          <p:nvPr/>
        </p:nvCxnSpPr>
        <p:spPr>
          <a:xfrm>
            <a:off x="553090" y="2164099"/>
            <a:ext cx="7260444" cy="0"/>
          </a:xfrm>
          <a:prstGeom prst="line">
            <a:avLst/>
          </a:prstGeom>
          <a:ln w="12700">
            <a:solidFill>
              <a:srgbClr val="063A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9459060E-9FC6-1241-86AD-AA333670AEC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6" y="7036369"/>
            <a:ext cx="615899" cy="210019"/>
          </a:xfrm>
          <a:prstGeom prst="rect">
            <a:avLst/>
          </a:prstGeom>
        </p:spPr>
      </p:pic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6F95C518-E370-6248-AEE6-FD9099B0B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2"/>
            <a:ext cx="2743200" cy="154809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</a:defRPr>
            </a:lvl1pPr>
          </a:lstStyle>
          <a:p>
            <a:fld id="{81715770-0B66-4D89-8E61-AABF50FE504C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1F10A0D-56F7-274F-989D-ED6596A4FEF9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8"/>
              <a:t> 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1D07F-570D-5747-BF47-A0163B43B6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2490" y="1655805"/>
            <a:ext cx="5883893" cy="493713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Category Placeholder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FB7ECFA3-6A93-2349-B238-F09B0AB95F4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8237566" y="1655805"/>
            <a:ext cx="3959104" cy="4300150"/>
          </a:xfrm>
          <a:prstGeom prst="rect">
            <a:avLst/>
          </a:prstGeom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F448927-7781-2B45-BA45-39E8497D7C83}"/>
              </a:ext>
            </a:extLst>
          </p:cNvPr>
          <p:cNvCxnSpPr>
            <a:cxnSpLocks/>
          </p:cNvCxnSpPr>
          <p:nvPr/>
        </p:nvCxnSpPr>
        <p:spPr>
          <a:xfrm>
            <a:off x="553090" y="2797988"/>
            <a:ext cx="7260444" cy="0"/>
          </a:xfrm>
          <a:prstGeom prst="line">
            <a:avLst/>
          </a:prstGeom>
          <a:ln w="12700">
            <a:solidFill>
              <a:srgbClr val="063A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 Placeholder 3">
            <a:extLst>
              <a:ext uri="{FF2B5EF4-FFF2-40B4-BE49-F238E27FC236}">
                <a16:creationId xmlns:a16="http://schemas.microsoft.com/office/drawing/2014/main" id="{F0613E2E-3C6A-3E44-BEE8-FB391905D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2490" y="2289694"/>
            <a:ext cx="5883893" cy="493713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Category Placeholder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2E14B29-154B-CB45-A683-72B0AAA423B6}"/>
              </a:ext>
            </a:extLst>
          </p:cNvPr>
          <p:cNvCxnSpPr>
            <a:cxnSpLocks/>
          </p:cNvCxnSpPr>
          <p:nvPr/>
        </p:nvCxnSpPr>
        <p:spPr>
          <a:xfrm>
            <a:off x="553090" y="3431877"/>
            <a:ext cx="7260444" cy="0"/>
          </a:xfrm>
          <a:prstGeom prst="line">
            <a:avLst/>
          </a:prstGeom>
          <a:ln w="12700">
            <a:solidFill>
              <a:srgbClr val="063A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 Placeholder 3">
            <a:extLst>
              <a:ext uri="{FF2B5EF4-FFF2-40B4-BE49-F238E27FC236}">
                <a16:creationId xmlns:a16="http://schemas.microsoft.com/office/drawing/2014/main" id="{594EACC3-0305-8044-BCFE-63722EA527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2490" y="2923584"/>
            <a:ext cx="5883893" cy="493713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Category Placeholder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D5369A1-BD2D-4247-80CD-0E02871989CD}"/>
              </a:ext>
            </a:extLst>
          </p:cNvPr>
          <p:cNvCxnSpPr>
            <a:cxnSpLocks/>
          </p:cNvCxnSpPr>
          <p:nvPr/>
        </p:nvCxnSpPr>
        <p:spPr>
          <a:xfrm>
            <a:off x="553090" y="4065766"/>
            <a:ext cx="7260444" cy="0"/>
          </a:xfrm>
          <a:prstGeom prst="line">
            <a:avLst/>
          </a:prstGeom>
          <a:ln w="12700">
            <a:solidFill>
              <a:srgbClr val="063A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 Placeholder 3">
            <a:extLst>
              <a:ext uri="{FF2B5EF4-FFF2-40B4-BE49-F238E27FC236}">
                <a16:creationId xmlns:a16="http://schemas.microsoft.com/office/drawing/2014/main" id="{FB63ED6A-7E23-AB44-8A96-63CD8247E7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2490" y="3557474"/>
            <a:ext cx="5883893" cy="493713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Category Placeholder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953B43E-6990-B04B-80D1-41DB0DF20E58}"/>
              </a:ext>
            </a:extLst>
          </p:cNvPr>
          <p:cNvCxnSpPr>
            <a:cxnSpLocks/>
          </p:cNvCxnSpPr>
          <p:nvPr/>
        </p:nvCxnSpPr>
        <p:spPr>
          <a:xfrm>
            <a:off x="553090" y="4699655"/>
            <a:ext cx="7260444" cy="0"/>
          </a:xfrm>
          <a:prstGeom prst="line">
            <a:avLst/>
          </a:prstGeom>
          <a:ln w="12700">
            <a:solidFill>
              <a:srgbClr val="063A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Placeholder 3">
            <a:extLst>
              <a:ext uri="{FF2B5EF4-FFF2-40B4-BE49-F238E27FC236}">
                <a16:creationId xmlns:a16="http://schemas.microsoft.com/office/drawing/2014/main" id="{2F583019-9ED7-5F4E-9215-3A34B0483E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12490" y="4191363"/>
            <a:ext cx="5883893" cy="493713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Category Placeholder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F73A6E7-C6A4-164E-A09E-699C0FC25EC3}"/>
              </a:ext>
            </a:extLst>
          </p:cNvPr>
          <p:cNvCxnSpPr>
            <a:cxnSpLocks/>
          </p:cNvCxnSpPr>
          <p:nvPr/>
        </p:nvCxnSpPr>
        <p:spPr>
          <a:xfrm>
            <a:off x="553090" y="5333544"/>
            <a:ext cx="7260444" cy="0"/>
          </a:xfrm>
          <a:prstGeom prst="line">
            <a:avLst/>
          </a:prstGeom>
          <a:ln w="12700">
            <a:solidFill>
              <a:srgbClr val="063A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C7A09DBC-4811-BA4C-AA56-7C7D2B699F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2490" y="4825250"/>
            <a:ext cx="5883893" cy="493713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Category Placeholder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A12BF71-8B36-044C-ADAD-C565FC69931F}"/>
              </a:ext>
            </a:extLst>
          </p:cNvPr>
          <p:cNvCxnSpPr>
            <a:cxnSpLocks/>
          </p:cNvCxnSpPr>
          <p:nvPr/>
        </p:nvCxnSpPr>
        <p:spPr>
          <a:xfrm>
            <a:off x="553090" y="5967433"/>
            <a:ext cx="7260444" cy="0"/>
          </a:xfrm>
          <a:prstGeom prst="line">
            <a:avLst/>
          </a:prstGeom>
          <a:ln w="12700">
            <a:solidFill>
              <a:srgbClr val="063A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 Placeholder 3">
            <a:extLst>
              <a:ext uri="{FF2B5EF4-FFF2-40B4-BE49-F238E27FC236}">
                <a16:creationId xmlns:a16="http://schemas.microsoft.com/office/drawing/2014/main" id="{36E8175E-5ED2-8242-BA2E-102050109B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12490" y="5459139"/>
            <a:ext cx="5883893" cy="493713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Category Placeholder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550E8A97-1337-F84B-94F2-BACC34ED68F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284" y="6454780"/>
            <a:ext cx="767123" cy="280908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7D1000D-272E-3646-A367-5EE87CF6901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237538" y="1655763"/>
            <a:ext cx="3954462" cy="4297362"/>
          </a:xfrm>
        </p:spPr>
        <p:txBody>
          <a:bodyPr/>
          <a:lstStyle>
            <a:lvl1pPr marL="0" indent="0">
              <a:buNone/>
              <a:defRPr>
                <a:solidFill>
                  <a:srgbClr val="008AD9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4205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0883" y="347096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02852" y="6337495"/>
            <a:ext cx="767123" cy="2642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EEC62C7-21A3-29A1-2073-C46D015B8769}"/>
              </a:ext>
            </a:extLst>
          </p:cNvPr>
          <p:cNvSpPr/>
          <p:nvPr userDrawn="1"/>
        </p:nvSpPr>
        <p:spPr>
          <a:xfrm flipV="1">
            <a:off x="1" y="365239"/>
            <a:ext cx="79744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8" b="1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3745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9E9507-3CE7-4248-BD33-4B6D499CFF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0AB0713A-C93D-9944-89CB-D82B57B927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2024" y="2487685"/>
            <a:ext cx="9627954" cy="1370666"/>
          </a:xfrm>
        </p:spPr>
        <p:txBody>
          <a:bodyPr>
            <a:normAutofit/>
          </a:bodyPr>
          <a:lstStyle>
            <a:lvl1pPr marL="0" indent="0" algn="ctr">
              <a:buNone/>
              <a:defRPr sz="5500" b="1" i="0">
                <a:solidFill>
                  <a:srgbClr val="FF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C633160-1107-D143-9F7F-29899547B1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96780" y="4130140"/>
            <a:ext cx="1798438" cy="61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507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C3CB76-0EAE-9844-7FF1-82BB7025F438}"/>
              </a:ext>
            </a:extLst>
          </p:cNvPr>
          <p:cNvSpPr/>
          <p:nvPr userDrawn="1"/>
        </p:nvSpPr>
        <p:spPr>
          <a:xfrm>
            <a:off x="0" y="0"/>
            <a:ext cx="12192001" cy="6871413"/>
          </a:xfrm>
          <a:prstGeom prst="rect">
            <a:avLst/>
          </a:prstGeom>
          <a:gradFill>
            <a:gsLst>
              <a:gs pos="40000">
                <a:srgbClr val="F2F5F7"/>
              </a:gs>
              <a:gs pos="100000">
                <a:schemeClr val="bg1"/>
              </a:gs>
              <a:gs pos="0">
                <a:srgbClr val="F2F5F7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8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CE2DA2BF-39AA-FC40-9C3E-37237E5213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3082" y="2054288"/>
            <a:ext cx="7264565" cy="1694005"/>
          </a:xfrm>
        </p:spPr>
        <p:txBody>
          <a:bodyPr anchor="b">
            <a:normAutofit/>
          </a:bodyPr>
          <a:lstStyle>
            <a:lvl1pPr marL="0" indent="0">
              <a:buNone/>
              <a:defRPr sz="5500" b="1" i="0">
                <a:solidFill>
                  <a:srgbClr val="063A79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lvl="0"/>
            <a:r>
              <a:rPr lang="en-US"/>
              <a:t>Title Placeholder</a:t>
            </a:r>
          </a:p>
        </p:txBody>
      </p:sp>
    </p:spTree>
    <p:extLst>
      <p:ext uri="{BB962C8B-B14F-4D97-AF65-F5344CB8AC3E}">
        <p14:creationId xmlns:p14="http://schemas.microsoft.com/office/powerpoint/2010/main" val="2676761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7E941F-EE35-24D9-D219-A64DB38E8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B3046-04E6-F9D9-6BDF-449471E74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B7BFE-AB83-6A9E-D622-1AC06327C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CEC9C-37B1-41F6-B9CD-04203E2A0DE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5DBE6-5481-E5C8-CB01-3F24FDFDD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554D8-4DC5-CDDA-410D-FD7AA9818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5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154741-34B8-A8A2-C8F4-3DCA48D35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ADFCF-DA7C-A7D6-93F0-84E7F6138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97E1B-4CD3-CC6B-0224-55A5B0988C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5A856-5BE3-5808-2CC0-18ADD7AF32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0E117-B269-14B8-F3DD-ABCBD54A0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9AD561-9B93-486C-B5CB-D1C4B195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23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6" r:id="rId6"/>
    <p:sldLayoutId id="2147483917" r:id="rId7"/>
    <p:sldLayoutId id="2147483918" r:id="rId8"/>
    <p:sldLayoutId id="2147483919" r:id="rId9"/>
    <p:sldLayoutId id="2147483920" r:id="rId10"/>
    <p:sldLayoutId id="2147483921" r:id="rId11"/>
    <p:sldLayoutId id="2147483922" r:id="rId12"/>
    <p:sldLayoutId id="2147483924" r:id="rId13"/>
    <p:sldLayoutId id="2147483925" r:id="rId14"/>
    <p:sldLayoutId id="2147483983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A90A0-9049-CB67-8EE6-F0BFF4A19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5AC11F38-DD9C-9C7B-8562-705526B65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884" y="347096"/>
            <a:ext cx="11555406" cy="764390"/>
          </a:xfrm>
        </p:spPr>
        <p:txBody>
          <a:bodyPr>
            <a:no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650" dirty="0">
                <a:solidFill>
                  <a:srgbClr val="063A79"/>
                </a:solidFill>
                <a:latin typeface="Poppins SemiBold"/>
                <a:cs typeface="Poppins SemiBold"/>
              </a:rPr>
              <a:t>St. </a:t>
            </a:r>
            <a:r>
              <a:rPr lang="fr-FR" sz="3650" err="1">
                <a:solidFill>
                  <a:srgbClr val="063A79"/>
                </a:solidFill>
                <a:latin typeface="Poppins SemiBold"/>
                <a:cs typeface="Poppins SemiBold"/>
              </a:rPr>
              <a:t>Luke’s</a:t>
            </a:r>
            <a:r>
              <a:rPr lang="fr-FR" sz="3650" dirty="0">
                <a:solidFill>
                  <a:srgbClr val="063A79"/>
                </a:solidFill>
                <a:latin typeface="Poppins SemiBold"/>
                <a:cs typeface="Poppins SemiBold"/>
              </a:rPr>
              <a:t> - Patient Data Capture AI Automation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922326-DC7D-D3F6-4273-56C98B8DAE58}"/>
              </a:ext>
            </a:extLst>
          </p:cNvPr>
          <p:cNvSpPr txBox="1"/>
          <p:nvPr/>
        </p:nvSpPr>
        <p:spPr>
          <a:xfrm>
            <a:off x="382414" y="1299038"/>
            <a:ext cx="6424738" cy="104156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7684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Business Need </a:t>
            </a:r>
          </a:p>
          <a:p>
            <a:r>
              <a:rPr lang="en-US" sz="1167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When St. Luke’s optometrists record patient data during exams, details like complaints and test results (Visual Acuity, Refraction, Color Vision, IOP) are written manually, then re-entered into the EMR afterward—causing duplicate work and inefficiency.</a:t>
            </a:r>
            <a:endParaRPr lang="en-US" sz="1000" dirty="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3F7879-1131-36B0-59BF-2174D4866F07}"/>
              </a:ext>
            </a:extLst>
          </p:cNvPr>
          <p:cNvSpPr txBox="1"/>
          <p:nvPr/>
        </p:nvSpPr>
        <p:spPr>
          <a:xfrm>
            <a:off x="382413" y="2522094"/>
            <a:ext cx="6264247" cy="29017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7684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What We Did </a:t>
            </a:r>
          </a:p>
          <a:p>
            <a:pPr algn="l" rtl="0" fontAlgn="base">
              <a:buNone/>
            </a:pPr>
            <a:r>
              <a:rPr lang="en-US" sz="1167" b="0" i="0" u="none" strike="noStrike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Affirma</a:t>
            </a:r>
            <a:r>
              <a:rPr lang="en-US" sz="1167" b="0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 built an </a:t>
            </a:r>
            <a:r>
              <a:rPr lang="en-US" sz="1167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agentic AI medical scribing solution</a:t>
            </a:r>
            <a:r>
              <a:rPr lang="en-US" sz="1167" b="0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 that captures and structures patient data in real time, reducing manual entry and improving accuracy.</a:t>
            </a:r>
            <a:r>
              <a:rPr lang="en-US" sz="1167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​</a:t>
            </a:r>
            <a:endParaRPr lang="en-US" sz="917" b="0" i="0" dirty="0">
              <a:solidFill>
                <a:srgbClr val="000000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l" rtl="0" fontAlgn="base">
              <a:buNone/>
            </a:pPr>
            <a:r>
              <a:rPr lang="en-US" sz="1167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​</a:t>
            </a:r>
            <a:endParaRPr lang="en-US" sz="917" b="0" i="0" dirty="0">
              <a:solidFill>
                <a:srgbClr val="000000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Poppins"/>
                <a:cs typeface="Poppins"/>
              </a:rPr>
              <a:t>Voice-to-Text Scribing</a:t>
            </a:r>
            <a:r>
              <a:rPr lang="en-US" sz="1150" b="1" i="0" u="none" strike="noStrike" dirty="0">
                <a:solidFill>
                  <a:srgbClr val="000000"/>
                </a:solidFill>
                <a:effectLst/>
                <a:latin typeface="Poppins"/>
                <a:cs typeface="Poppins"/>
              </a:rPr>
              <a:t>:</a:t>
            </a:r>
            <a:r>
              <a:rPr lang="en-US" sz="1150" b="0" i="0" u="none" strike="noStrike" dirty="0">
                <a:solidFill>
                  <a:srgbClr val="000000"/>
                </a:solidFill>
                <a:effectLst/>
                <a:latin typeface="Poppins"/>
                <a:cs typeface="Poppins"/>
              </a:rPr>
              <a:t> Real-time voice capture converts optometrist–patient conversations into structured data.</a:t>
            </a:r>
            <a:r>
              <a:rPr lang="en-US" sz="1150" b="0" i="0" dirty="0">
                <a:solidFill>
                  <a:srgbClr val="000000"/>
                </a:solidFill>
                <a:effectLst/>
                <a:latin typeface="Poppins"/>
                <a:cs typeface="Poppins"/>
              </a:rPr>
              <a:t>​</a:t>
            </a:r>
            <a:endParaRPr lang="en-US" sz="917" b="0" i="0" dirty="0">
              <a:solidFill>
                <a:srgbClr val="000000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en-US" sz="917" b="0" i="0" dirty="0">
              <a:solidFill>
                <a:srgbClr val="000000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167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Agentic AI Processing:</a:t>
            </a:r>
            <a:r>
              <a:rPr lang="en-US" sz="1167" b="0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 Azure OpenAI and ChatGPT models extract key fields like visual acuity, refraction, and chief complaint.</a:t>
            </a:r>
            <a:r>
              <a:rPr lang="en-US" sz="1167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​</a:t>
            </a:r>
            <a:endParaRPr lang="en-US" sz="917" b="0" i="0" dirty="0">
              <a:solidFill>
                <a:srgbClr val="000000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en-US" sz="917" b="0" i="0" dirty="0">
              <a:solidFill>
                <a:srgbClr val="000000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167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Automated Interface &amp; EMR Sync:</a:t>
            </a:r>
            <a:r>
              <a:rPr lang="en-US" sz="1167" b="0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 Data populates the UI instantly and syncs to the EMR after review.</a:t>
            </a:r>
            <a:r>
              <a:rPr lang="en-US" sz="1167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​</a:t>
            </a:r>
            <a:endParaRPr lang="en-US" sz="917" b="0" i="0" dirty="0">
              <a:solidFill>
                <a:srgbClr val="000000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en-US" sz="917" b="0" i="0" dirty="0">
              <a:solidFill>
                <a:srgbClr val="000000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167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Intuitive Experience:</a:t>
            </a:r>
            <a:r>
              <a:rPr lang="en-US" sz="1167" b="0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 Designed for fast, accurate use during live patient assessments.</a:t>
            </a:r>
            <a:r>
              <a:rPr lang="en-US" sz="1167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​</a:t>
            </a:r>
            <a:endParaRPr lang="en-US" sz="917" b="0" i="0" dirty="0">
              <a:solidFill>
                <a:srgbClr val="000000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676C25-00B5-72AF-476C-87B1B0E7D7B8}"/>
              </a:ext>
            </a:extLst>
          </p:cNvPr>
          <p:cNvSpPr txBox="1"/>
          <p:nvPr/>
        </p:nvSpPr>
        <p:spPr>
          <a:xfrm>
            <a:off x="350884" y="5502412"/>
            <a:ext cx="6424738" cy="104156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7684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Results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16890" indent="-116890">
              <a:buFont typeface="Arial" panose="020B0604020202020204" pitchFamily="34" charset="0"/>
              <a:buChar char="•"/>
            </a:pPr>
            <a:r>
              <a:rPr lang="en-US" sz="1167" dirty="0">
                <a:latin typeface="Poppins" panose="00000500000000000000" pitchFamily="2" charset="0"/>
                <a:cs typeface="Poppins" panose="00000500000000000000" pitchFamily="2" charset="0"/>
              </a:rPr>
              <a:t>Achieved high data accuracy by eliminating manual data capture and entry processes.​</a:t>
            </a:r>
          </a:p>
          <a:p>
            <a:pPr marL="116890" indent="-116890">
              <a:buFont typeface="Arial" panose="020B0604020202020204" pitchFamily="34" charset="0"/>
              <a:buChar char="•"/>
            </a:pPr>
            <a:r>
              <a:rPr lang="en-US" sz="1167" dirty="0">
                <a:latin typeface="Poppins" panose="00000500000000000000" pitchFamily="2" charset="0"/>
                <a:cs typeface="Poppins" panose="00000500000000000000" pitchFamily="2" charset="0"/>
              </a:rPr>
              <a:t>Significant time savings on administrative tasks, allowing staff to focus on better patient care and schedules.</a:t>
            </a:r>
            <a:endParaRPr lang="en-US" sz="1167" dirty="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40B9AF7-6A13-9FFB-3CE4-5B7A159B3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158" y="1344193"/>
            <a:ext cx="5015350" cy="495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9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>
      <Value>Healthcare</Value>
    </Industries>
    <PlatTech xmlns="f0ee8362-fa7e-4bc9-ab88-7dcfb17cb19b" xsi:nil="true"/>
    <BusinessUnit xmlns="f0ee8362-fa7e-4bc9-ab88-7dcfb17cb19b">
      <Value>Custom Development</Value>
    </BusinessUnit>
    <Solutions xmlns="f0ee8362-fa7e-4bc9-ab88-7dcfb17cb19b">
      <Value>AI</Value>
    </Solutions>
    <ProjectCompletionDate xmlns="f0ee8362-fa7e-4bc9-ab88-7dcfb17cb19b" xsi:nil="true"/>
    <ApprovedByClient xmlns="f0ee8362-fa7e-4bc9-ab88-7dcfb17cb19b">false</ApprovedByClient>
  </documentManagement>
</p:properties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390D2C9-798E-4E5E-B778-C722DAE40CE0}">
  <ds:schemaRefs>
    <ds:schemaRef ds:uri="f0ee8362-fa7e-4bc9-ab88-7dcfb17cb19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1E1B85D-161A-4BB6-A287-1F7C0B8C4499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9CE62D41-F521-4C20-B75E-516EB879B3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e8362-fa7e-4bc9-ab88-7dcfb17cb1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CF3F2457-13E6-4949-9913-7DE075895E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12_Office Theme</vt:lpstr>
      <vt:lpstr>St. Luke’s - Patient Data Capture AI Automation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Brendan Murphy</dc:creator>
  <cp:revision>12</cp:revision>
  <dcterms:created xsi:type="dcterms:W3CDTF">2024-03-12T14:28:11Z</dcterms:created>
  <dcterms:modified xsi:type="dcterms:W3CDTF">2026-01-15T23:20:02Z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