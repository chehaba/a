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4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 xsi:nil="true"/>
    <PlatTech xmlns="f0ee8362-fa7e-4bc9-ab88-7dcfb17cb19b" xsi:nil="true"/>
    <BusinessUnit xmlns="f0ee8362-fa7e-4bc9-ab88-7dcfb17cb19b" xsi:nil="true"/>
    <Solutions xmlns="f0ee8362-fa7e-4bc9-ab88-7dcfb17cb19b" xsi:nil="true"/>
    <ProjectCompletionDate xmlns="f0ee8362-fa7e-4bc9-ab88-7dcfb17cb19b" xsi:nil="true"/>
    <ApprovedByClient xmlns="f0ee8362-fa7e-4bc9-ab88-7dcfb17cb19b">false</ApprovedByClient>
  </documentManagement>
</p:properties>
</file>

<file path=customXml/itemProps1.xml><?xml version="1.0" encoding="utf-8"?>
<ds:datastoreItem xmlns:ds="http://schemas.openxmlformats.org/officeDocument/2006/customXml" ds:itemID="{F93059EE-FE3B-4D92-B337-C01E8EB98E26}"/>
</file>

<file path=customXml/itemProps2.xml><?xml version="1.0" encoding="utf-8"?>
<ds:datastoreItem xmlns:ds="http://schemas.openxmlformats.org/officeDocument/2006/customXml" ds:itemID="{A8983945-F12D-479A-90B0-7936F593ABB7}"/>
</file>

<file path=customXml/itemProps3.xml><?xml version="1.0" encoding="utf-8"?>
<ds:datastoreItem xmlns:ds="http://schemas.openxmlformats.org/officeDocument/2006/customXml" ds:itemID="{D2F06122-9DFF-4017-8DBD-49FABD5B898F}"/>
</file>

<file path=customXml/itemProps4.xml><?xml version="1.0" encoding="utf-8"?>
<ds:datastoreItem xmlns:ds="http://schemas.openxmlformats.org/officeDocument/2006/customXml" ds:itemID="{C1DB4568-19E9-4B41-8AFF-FC041AB6D81F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2025-05-19T17:46:11Z</dcterms:created>
  <dcterms:modified xsi:type="dcterms:W3CDTF">2025-05-19T17:46:14Z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