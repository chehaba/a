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 id="2147483910" r:id="rId6"/>
  </p:sldMasterIdLst>
  <p:notesMasterIdLst>
    <p:notesMasterId r:id="rId8"/>
  </p:notesMasterIdLst>
  <p:sldIdLst>
    <p:sldId id="214748138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63A7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348F1B-B9B9-D41B-222E-C3D2B6D385D8}" v="2" dt="2026-01-26T18:20:02.4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theme" Target="theme/theme1.xml"/><Relationship Id="rId5" Type="http://schemas.openxmlformats.org/officeDocument/2006/relationships/slideMaster" Target="slideMasters/slideMaster1.xml"/><Relationship Id="rId10"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dan Murphy" userId="S::bmurphy@affirma.com::e9f923b6-6d89-4d4e-a3b7-d9304b9d44ba" providerId="AD" clId="Web-{9C8B4ACC-7299-6FCC-12B8-E20E53B30DA9}"/>
    <pc:docChg chg="addSld delSld">
      <pc:chgData name="Brendan Murphy" userId="S::bmurphy@affirma.com::e9f923b6-6d89-4d4e-a3b7-d9304b9d44ba" providerId="AD" clId="Web-{9C8B4ACC-7299-6FCC-12B8-E20E53B30DA9}" dt="2026-01-15T00:50:54.563" v="1"/>
      <pc:docMkLst>
        <pc:docMk/>
      </pc:docMkLst>
      <pc:sldMasterChg chg="addSldLayout">
        <pc:chgData name="Brendan Murphy" userId="S::bmurphy@affirma.com::e9f923b6-6d89-4d4e-a3b7-d9304b9d44ba" providerId="AD" clId="Web-{9C8B4ACC-7299-6FCC-12B8-E20E53B30DA9}" dt="2026-01-15T00:50:50.813" v="0"/>
        <pc:sldMasterMkLst>
          <pc:docMk/>
          <pc:sldMasterMk cId="2460954070" sldId="2147483660"/>
        </pc:sldMasterMkLst>
        <pc:sldLayoutChg chg="add">
          <pc:chgData name="Brendan Murphy" userId="S::bmurphy@affirma.com::e9f923b6-6d89-4d4e-a3b7-d9304b9d44ba" providerId="AD" clId="Web-{9C8B4ACC-7299-6FCC-12B8-E20E53B30DA9}" dt="2026-01-15T00:50:50.813" v="0"/>
          <pc:sldLayoutMkLst>
            <pc:docMk/>
            <pc:sldMasterMk cId="2460954070" sldId="2147483660"/>
            <pc:sldLayoutMk cId="3087680289" sldId="2147483672"/>
          </pc:sldLayoutMkLst>
        </pc:sldLayoutChg>
      </pc:sldMasterChg>
    </pc:docChg>
  </pc:docChgLst>
  <pc:docChgLst>
    <pc:chgData name="Catherine Chaffee" userId="f01f5196-d03d-4dad-9f4a-e192c4fdbc8f" providerId="ADAL" clId="{1DE7CE1C-26BB-4582-A674-BC673D1C7B01}"/>
    <pc:docChg chg="modSld">
      <pc:chgData name="Catherine Chaffee" userId="f01f5196-d03d-4dad-9f4a-e192c4fdbc8f" providerId="ADAL" clId="{1DE7CE1C-26BB-4582-A674-BC673D1C7B01}" dt="2026-01-23T19:03:37.426" v="25" actId="20577"/>
      <pc:docMkLst>
        <pc:docMk/>
      </pc:docMkLst>
      <pc:sldChg chg="modSp modNotesTx">
        <pc:chgData name="Catherine Chaffee" userId="f01f5196-d03d-4dad-9f4a-e192c4fdbc8f" providerId="ADAL" clId="{1DE7CE1C-26BB-4582-A674-BC673D1C7B01}" dt="2026-01-23T19:03:37.426" v="25" actId="20577"/>
        <pc:sldMkLst>
          <pc:docMk/>
          <pc:sldMk cId="1558907966" sldId="2147481388"/>
        </pc:sldMkLst>
        <pc:picChg chg="mod">
          <ac:chgData name="Catherine Chaffee" userId="f01f5196-d03d-4dad-9f4a-e192c4fdbc8f" providerId="ADAL" clId="{1DE7CE1C-26BB-4582-A674-BC673D1C7B01}" dt="2026-01-22T18:19:17.594" v="1" actId="14100"/>
          <ac:picMkLst>
            <pc:docMk/>
            <pc:sldMk cId="1558907966" sldId="2147481388"/>
            <ac:picMk id="2" creationId="{0E4EA010-B3B9-8157-3CA2-51A262AD3F7B}"/>
          </ac:picMkLst>
        </pc:picChg>
      </pc:sldChg>
    </pc:docChg>
  </pc:docChgLst>
  <pc:docChgLst>
    <pc:chgData name="Brendan Murphy" userId="S::bmurphy@affirma.com::e9f923b6-6d89-4d4e-a3b7-d9304b9d44ba" providerId="AD" clId="Web-{C5335ADE-582C-4FAE-0D89-ECB36C2A334B}"/>
    <pc:docChg chg="addSld delSld modSld addMainMaster">
      <pc:chgData name="Brendan Murphy" userId="S::bmurphy@affirma.com::e9f923b6-6d89-4d4e-a3b7-d9304b9d44ba" providerId="AD" clId="Web-{C5335ADE-582C-4FAE-0D89-ECB36C2A334B}" dt="2026-01-15T22:56:07.977" v="8"/>
      <pc:docMkLst>
        <pc:docMk/>
      </pc:docMkLst>
      <pc:sldChg chg="modSp add del">
        <pc:chgData name="Brendan Murphy" userId="S::bmurphy@affirma.com::e9f923b6-6d89-4d4e-a3b7-d9304b9d44ba" providerId="AD" clId="Web-{C5335ADE-582C-4FAE-0D89-ECB36C2A334B}" dt="2026-01-15T22:56:06.618" v="7" actId="20577"/>
        <pc:sldMkLst>
          <pc:docMk/>
          <pc:sldMk cId="1558907966" sldId="2147481388"/>
        </pc:sldMkLst>
        <pc:spChg chg="mod">
          <ac:chgData name="Brendan Murphy" userId="S::bmurphy@affirma.com::e9f923b6-6d89-4d4e-a3b7-d9304b9d44ba" providerId="AD" clId="Web-{C5335ADE-582C-4FAE-0D89-ECB36C2A334B}" dt="2026-01-15T22:56:06.618" v="7" actId="20577"/>
          <ac:spMkLst>
            <pc:docMk/>
            <pc:sldMk cId="1558907966" sldId="2147481388"/>
            <ac:spMk id="7" creationId="{F78E98CD-0AA5-7B8A-484F-DFA3F226BD5A}"/>
          </ac:spMkLst>
        </pc:spChg>
        <pc:spChg chg="mod">
          <ac:chgData name="Brendan Murphy" userId="S::bmurphy@affirma.com::e9f923b6-6d89-4d4e-a3b7-d9304b9d44ba" providerId="AD" clId="Web-{C5335ADE-582C-4FAE-0D89-ECB36C2A334B}" dt="2026-01-15T22:56:02.649" v="6" actId="20577"/>
          <ac:spMkLst>
            <pc:docMk/>
            <pc:sldMk cId="1558907966" sldId="2147481388"/>
            <ac:spMk id="25" creationId="{FC17DD6D-079C-1CDB-E8FF-2A6223553B2F}"/>
          </ac:spMkLst>
        </pc:spChg>
      </pc:sldChg>
      <pc:sldMasterChg chg="addSldLayout delSldLayout">
        <pc:chgData name="Brendan Murphy" userId="S::bmurphy@affirma.com::e9f923b6-6d89-4d4e-a3b7-d9304b9d44ba" providerId="AD" clId="Web-{C5335ADE-582C-4FAE-0D89-ECB36C2A334B}" dt="2026-01-15T22:55:42.131" v="1"/>
        <pc:sldMasterMkLst>
          <pc:docMk/>
          <pc:sldMasterMk cId="2460954070" sldId="2147483660"/>
        </pc:sldMasterMkLst>
      </pc:sldMasterChg>
      <pc:sldMasterChg chg="add addSldLayout">
        <pc:chgData name="Brendan Murphy" userId="S::bmurphy@affirma.com::e9f923b6-6d89-4d4e-a3b7-d9304b9d44ba" providerId="AD" clId="Web-{C5335ADE-582C-4FAE-0D89-ECB36C2A334B}" dt="2026-01-15T22:55:42.381" v="2"/>
        <pc:sldMasterMkLst>
          <pc:docMk/>
          <pc:sldMasterMk cId="2455523390" sldId="2147483910"/>
        </pc:sldMasterMkLst>
        <pc:sldLayoutChg chg="add">
          <pc:chgData name="Brendan Murphy" userId="S::bmurphy@affirma.com::e9f923b6-6d89-4d4e-a3b7-d9304b9d44ba" providerId="AD" clId="Web-{C5335ADE-582C-4FAE-0D89-ECB36C2A334B}" dt="2026-01-15T22:55:42.381" v="2"/>
          <pc:sldLayoutMkLst>
            <pc:docMk/>
            <pc:sldMasterMk cId="2455523390" sldId="2147483910"/>
            <pc:sldLayoutMk cId="2256771708" sldId="2147483911"/>
          </pc:sldLayoutMkLst>
        </pc:sldLayoutChg>
        <pc:sldLayoutChg chg="add">
          <pc:chgData name="Brendan Murphy" userId="S::bmurphy@affirma.com::e9f923b6-6d89-4d4e-a3b7-d9304b9d44ba" providerId="AD" clId="Web-{C5335ADE-582C-4FAE-0D89-ECB36C2A334B}" dt="2026-01-15T22:55:42.381" v="2"/>
          <pc:sldLayoutMkLst>
            <pc:docMk/>
            <pc:sldMasterMk cId="2455523390" sldId="2147483910"/>
            <pc:sldLayoutMk cId="1080400467" sldId="2147483912"/>
          </pc:sldLayoutMkLst>
        </pc:sldLayoutChg>
        <pc:sldLayoutChg chg="add">
          <pc:chgData name="Brendan Murphy" userId="S::bmurphy@affirma.com::e9f923b6-6d89-4d4e-a3b7-d9304b9d44ba" providerId="AD" clId="Web-{C5335ADE-582C-4FAE-0D89-ECB36C2A334B}" dt="2026-01-15T22:55:42.381" v="2"/>
          <pc:sldLayoutMkLst>
            <pc:docMk/>
            <pc:sldMasterMk cId="2455523390" sldId="2147483910"/>
            <pc:sldLayoutMk cId="764091121" sldId="2147483913"/>
          </pc:sldLayoutMkLst>
        </pc:sldLayoutChg>
        <pc:sldLayoutChg chg="add">
          <pc:chgData name="Brendan Murphy" userId="S::bmurphy@affirma.com::e9f923b6-6d89-4d4e-a3b7-d9304b9d44ba" providerId="AD" clId="Web-{C5335ADE-582C-4FAE-0D89-ECB36C2A334B}" dt="2026-01-15T22:55:42.381" v="2"/>
          <pc:sldLayoutMkLst>
            <pc:docMk/>
            <pc:sldMasterMk cId="2455523390" sldId="2147483910"/>
            <pc:sldLayoutMk cId="2390307828" sldId="2147483914"/>
          </pc:sldLayoutMkLst>
        </pc:sldLayoutChg>
        <pc:sldLayoutChg chg="add">
          <pc:chgData name="Brendan Murphy" userId="S::bmurphy@affirma.com::e9f923b6-6d89-4d4e-a3b7-d9304b9d44ba" providerId="AD" clId="Web-{C5335ADE-582C-4FAE-0D89-ECB36C2A334B}" dt="2026-01-15T22:55:42.381" v="2"/>
          <pc:sldLayoutMkLst>
            <pc:docMk/>
            <pc:sldMasterMk cId="2455523390" sldId="2147483910"/>
            <pc:sldLayoutMk cId="1615229189" sldId="2147483915"/>
          </pc:sldLayoutMkLst>
        </pc:sldLayoutChg>
        <pc:sldLayoutChg chg="add">
          <pc:chgData name="Brendan Murphy" userId="S::bmurphy@affirma.com::e9f923b6-6d89-4d4e-a3b7-d9304b9d44ba" providerId="AD" clId="Web-{C5335ADE-582C-4FAE-0D89-ECB36C2A334B}" dt="2026-01-15T22:55:42.381" v="2"/>
          <pc:sldLayoutMkLst>
            <pc:docMk/>
            <pc:sldMasterMk cId="2455523390" sldId="2147483910"/>
            <pc:sldLayoutMk cId="3305937413" sldId="2147483916"/>
          </pc:sldLayoutMkLst>
        </pc:sldLayoutChg>
        <pc:sldLayoutChg chg="add">
          <pc:chgData name="Brendan Murphy" userId="S::bmurphy@affirma.com::e9f923b6-6d89-4d4e-a3b7-d9304b9d44ba" providerId="AD" clId="Web-{C5335ADE-582C-4FAE-0D89-ECB36C2A334B}" dt="2026-01-15T22:55:42.381" v="2"/>
          <pc:sldLayoutMkLst>
            <pc:docMk/>
            <pc:sldMasterMk cId="2455523390" sldId="2147483910"/>
            <pc:sldLayoutMk cId="2562584462" sldId="2147483917"/>
          </pc:sldLayoutMkLst>
        </pc:sldLayoutChg>
        <pc:sldLayoutChg chg="add">
          <pc:chgData name="Brendan Murphy" userId="S::bmurphy@affirma.com::e9f923b6-6d89-4d4e-a3b7-d9304b9d44ba" providerId="AD" clId="Web-{C5335ADE-582C-4FAE-0D89-ECB36C2A334B}" dt="2026-01-15T22:55:42.381" v="2"/>
          <pc:sldLayoutMkLst>
            <pc:docMk/>
            <pc:sldMasterMk cId="2455523390" sldId="2147483910"/>
            <pc:sldLayoutMk cId="1091036954" sldId="2147483918"/>
          </pc:sldLayoutMkLst>
        </pc:sldLayoutChg>
        <pc:sldLayoutChg chg="add">
          <pc:chgData name="Brendan Murphy" userId="S::bmurphy@affirma.com::e9f923b6-6d89-4d4e-a3b7-d9304b9d44ba" providerId="AD" clId="Web-{C5335ADE-582C-4FAE-0D89-ECB36C2A334B}" dt="2026-01-15T22:55:42.381" v="2"/>
          <pc:sldLayoutMkLst>
            <pc:docMk/>
            <pc:sldMasterMk cId="2455523390" sldId="2147483910"/>
            <pc:sldLayoutMk cId="3527981176" sldId="2147483919"/>
          </pc:sldLayoutMkLst>
        </pc:sldLayoutChg>
        <pc:sldLayoutChg chg="add">
          <pc:chgData name="Brendan Murphy" userId="S::bmurphy@affirma.com::e9f923b6-6d89-4d4e-a3b7-d9304b9d44ba" providerId="AD" clId="Web-{C5335ADE-582C-4FAE-0D89-ECB36C2A334B}" dt="2026-01-15T22:55:42.381" v="2"/>
          <pc:sldLayoutMkLst>
            <pc:docMk/>
            <pc:sldMasterMk cId="2455523390" sldId="2147483910"/>
            <pc:sldLayoutMk cId="3706921163" sldId="2147483920"/>
          </pc:sldLayoutMkLst>
        </pc:sldLayoutChg>
        <pc:sldLayoutChg chg="add">
          <pc:chgData name="Brendan Murphy" userId="S::bmurphy@affirma.com::e9f923b6-6d89-4d4e-a3b7-d9304b9d44ba" providerId="AD" clId="Web-{C5335ADE-582C-4FAE-0D89-ECB36C2A334B}" dt="2026-01-15T22:55:42.381" v="2"/>
          <pc:sldLayoutMkLst>
            <pc:docMk/>
            <pc:sldMasterMk cId="2455523390" sldId="2147483910"/>
            <pc:sldLayoutMk cId="4143228118" sldId="2147483921"/>
          </pc:sldLayoutMkLst>
        </pc:sldLayoutChg>
        <pc:sldLayoutChg chg="add">
          <pc:chgData name="Brendan Murphy" userId="S::bmurphy@affirma.com::e9f923b6-6d89-4d4e-a3b7-d9304b9d44ba" providerId="AD" clId="Web-{C5335ADE-582C-4FAE-0D89-ECB36C2A334B}" dt="2026-01-15T22:55:42.381" v="2"/>
          <pc:sldLayoutMkLst>
            <pc:docMk/>
            <pc:sldMasterMk cId="2455523390" sldId="2147483910"/>
            <pc:sldLayoutMk cId="3042051643" sldId="2147483922"/>
          </pc:sldLayoutMkLst>
        </pc:sldLayoutChg>
        <pc:sldLayoutChg chg="add">
          <pc:chgData name="Brendan Murphy" userId="S::bmurphy@affirma.com::e9f923b6-6d89-4d4e-a3b7-d9304b9d44ba" providerId="AD" clId="Web-{C5335ADE-582C-4FAE-0D89-ECB36C2A334B}" dt="2026-01-15T22:55:42.381" v="2"/>
          <pc:sldLayoutMkLst>
            <pc:docMk/>
            <pc:sldMasterMk cId="2455523390" sldId="2147483910"/>
            <pc:sldLayoutMk cId="937456172" sldId="2147483924"/>
          </pc:sldLayoutMkLst>
        </pc:sldLayoutChg>
        <pc:sldLayoutChg chg="add">
          <pc:chgData name="Brendan Murphy" userId="S::bmurphy@affirma.com::e9f923b6-6d89-4d4e-a3b7-d9304b9d44ba" providerId="AD" clId="Web-{C5335ADE-582C-4FAE-0D89-ECB36C2A334B}" dt="2026-01-15T22:55:42.381" v="2"/>
          <pc:sldLayoutMkLst>
            <pc:docMk/>
            <pc:sldMasterMk cId="2455523390" sldId="2147483910"/>
            <pc:sldLayoutMk cId="3336507448" sldId="2147483925"/>
          </pc:sldLayoutMkLst>
        </pc:sldLayoutChg>
        <pc:sldLayoutChg chg="add">
          <pc:chgData name="Brendan Murphy" userId="S::bmurphy@affirma.com::e9f923b6-6d89-4d4e-a3b7-d9304b9d44ba" providerId="AD" clId="Web-{C5335ADE-582C-4FAE-0D89-ECB36C2A334B}" dt="2026-01-15T22:55:42.381" v="2"/>
          <pc:sldLayoutMkLst>
            <pc:docMk/>
            <pc:sldMasterMk cId="2455523390" sldId="2147483910"/>
            <pc:sldLayoutMk cId="2676761059" sldId="2147483983"/>
          </pc:sldLayoutMkLst>
        </pc:sldLayoutChg>
        <pc:sldLayoutChg chg="add">
          <pc:chgData name="Brendan Murphy" userId="S::bmurphy@affirma.com::e9f923b6-6d89-4d4e-a3b7-d9304b9d44ba" providerId="AD" clId="Web-{C5335ADE-582C-4FAE-0D89-ECB36C2A334B}" dt="2026-01-15T22:55:42.381" v="2"/>
          <pc:sldLayoutMkLst>
            <pc:docMk/>
            <pc:sldMasterMk cId="2455523390" sldId="2147483910"/>
            <pc:sldLayoutMk cId="414348785" sldId="2147484039"/>
          </pc:sldLayoutMkLst>
        </pc:sldLayoutChg>
      </pc:sldMasterChg>
    </pc:docChg>
  </pc:docChgLst>
  <pc:docChgLst>
    <pc:chgData name="Liza Cantu" userId="S::lizacantu@affirma.com::208216f9-06dc-4d12-ac83-753ee660423b" providerId="AD" clId="Web-{CA348F1B-B9B9-D41B-222E-C3D2B6D385D8}"/>
    <pc:docChg chg="modSld">
      <pc:chgData name="Liza Cantu" userId="S::lizacantu@affirma.com::208216f9-06dc-4d12-ac83-753ee660423b" providerId="AD" clId="Web-{CA348F1B-B9B9-D41B-222E-C3D2B6D385D8}" dt="2026-01-26T18:20:02.431" v="0" actId="20577"/>
      <pc:docMkLst>
        <pc:docMk/>
      </pc:docMkLst>
      <pc:sldChg chg="modSp">
        <pc:chgData name="Liza Cantu" userId="S::lizacantu@affirma.com::208216f9-06dc-4d12-ac83-753ee660423b" providerId="AD" clId="Web-{CA348F1B-B9B9-D41B-222E-C3D2B6D385D8}" dt="2026-01-26T18:20:02.431" v="0" actId="20577"/>
        <pc:sldMkLst>
          <pc:docMk/>
          <pc:sldMk cId="1558907966" sldId="2147481388"/>
        </pc:sldMkLst>
        <pc:spChg chg="mod">
          <ac:chgData name="Liza Cantu" userId="S::lizacantu@affirma.com::208216f9-06dc-4d12-ac83-753ee660423b" providerId="AD" clId="Web-{CA348F1B-B9B9-D41B-222E-C3D2B6D385D8}" dt="2026-01-26T18:20:02.431" v="0" actId="20577"/>
          <ac:spMkLst>
            <pc:docMk/>
            <pc:sldMk cId="1558907966" sldId="2147481388"/>
            <ac:spMk id="11" creationId="{90ADC3E7-3AE2-797C-3501-2EFB9DCD410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3DA797-F558-44B9-8B1F-ED91C5B694A6}" type="datetimeFigureOut">
              <a:t>1/26/2026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A1B04D-A3AE-4D62-AE7F-EC2D718C8C9F}" type="slidenum">
              <a:t>‹#›</a:t>
            </a:fld>
            <a:endParaRPr lang="en-US"/>
          </a:p>
        </p:txBody>
      </p:sp>
    </p:spTree>
    <p:extLst>
      <p:ext uri="{BB962C8B-B14F-4D97-AF65-F5344CB8AC3E}">
        <p14:creationId xmlns:p14="http://schemas.microsoft.com/office/powerpoint/2010/main" val="28356210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6A7F7-6B36-5874-7C09-E6A441A409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56AF90-F0D6-0E2C-1568-0CFA598EDEA9}"/>
              </a:ext>
            </a:extLst>
          </p:cNvPr>
          <p:cNvSpPr>
            <a:spLocks noGrp="1" noRot="1" noChangeAspect="1"/>
          </p:cNvSpPr>
          <p:nvPr>
            <p:ph type="sldImg"/>
          </p:nvPr>
        </p:nvSpPr>
        <p:spPr>
          <a:xfrm>
            <a:off x="654050" y="1162050"/>
            <a:ext cx="5573713" cy="3136900"/>
          </a:xfrm>
        </p:spPr>
      </p:sp>
      <p:sp>
        <p:nvSpPr>
          <p:cNvPr id="3" name="Notes Placeholder 2">
            <a:extLst>
              <a:ext uri="{FF2B5EF4-FFF2-40B4-BE49-F238E27FC236}">
                <a16:creationId xmlns:a16="http://schemas.microsoft.com/office/drawing/2014/main" id="{FDA4ED33-86C6-0EDE-4369-51F09684AB8E}"/>
              </a:ext>
            </a:extLst>
          </p:cNvPr>
          <p:cNvSpPr>
            <a:spLocks noGrp="1"/>
          </p:cNvSpPr>
          <p:nvPr>
            <p:ph type="body" idx="1"/>
          </p:nvPr>
        </p:nvSpPr>
        <p:spPr/>
        <p:txBody>
          <a:bodyPr/>
          <a:lstStyle/>
          <a:p>
            <a:r>
              <a:rPr lang="en-US"/>
              <a:t>Field Agent ABS Incentives Eligibility Impact</a:t>
            </a:r>
          </a:p>
        </p:txBody>
      </p:sp>
      <p:sp>
        <p:nvSpPr>
          <p:cNvPr id="4" name="Slide Number Placeholder 3">
            <a:extLst>
              <a:ext uri="{FF2B5EF4-FFF2-40B4-BE49-F238E27FC236}">
                <a16:creationId xmlns:a16="http://schemas.microsoft.com/office/drawing/2014/main" id="{C5B5D43C-A34B-9901-88B1-D6142CA9F3F9}"/>
              </a:ext>
            </a:extLst>
          </p:cNvPr>
          <p:cNvSpPr>
            <a:spLocks noGrp="1"/>
          </p:cNvSpPr>
          <p:nvPr>
            <p:ph type="sldNum" sz="quarter" idx="10"/>
          </p:nvPr>
        </p:nvSpPr>
        <p:spPr/>
        <p:txBody>
          <a:bodyPr/>
          <a:lstStyle/>
          <a:p>
            <a:fld id="{5EE3F6CF-073A-4B4F-A2B7-08B9C7DBCB96}" type="slidenum">
              <a:rPr lang="en-US" smtClean="0"/>
              <a:t>1</a:t>
            </a:fld>
            <a:endParaRPr lang="en-US"/>
          </a:p>
        </p:txBody>
      </p:sp>
    </p:spTree>
    <p:extLst>
      <p:ext uri="{BB962C8B-B14F-4D97-AF65-F5344CB8AC3E}">
        <p14:creationId xmlns:p14="http://schemas.microsoft.com/office/powerpoint/2010/main" val="39513330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Case Study Single Slide - Data Result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5065999" cy="764390"/>
          </a:xfrm>
        </p:spPr>
        <p:txBody>
          <a:bodyPr anchor="b">
            <a:normAutofit/>
          </a:bodyPr>
          <a:lstStyle>
            <a:lvl1pPr algn="l">
              <a:defRPr sz="4000" b="0" i="0">
                <a:solidFill>
                  <a:srgbClr val="008AD9"/>
                </a:solidFill>
                <a:latin typeface="Arial" panose="020B0604020202020204" pitchFamily="34" charset="0"/>
                <a:cs typeface="Arial" panose="020B0604020202020204" pitchFamily="34" charset="0"/>
              </a:defRPr>
            </a:lvl1pPr>
          </a:lstStyle>
          <a:p>
            <a:r>
              <a:rPr lang="en-US"/>
              <a:t>Company Name</a:t>
            </a:r>
          </a:p>
        </p:txBody>
      </p:sp>
      <p:sp>
        <p:nvSpPr>
          <p:cNvPr id="10" name="Rectangle 9">
            <a:extLst>
              <a:ext uri="{FF2B5EF4-FFF2-40B4-BE49-F238E27FC236}">
                <a16:creationId xmlns:a16="http://schemas.microsoft.com/office/drawing/2014/main" id="{7CD2D898-C1E4-1C4E-B41C-23A7E59AE640}"/>
              </a:ext>
            </a:extLst>
          </p:cNvPr>
          <p:cNvSpPr/>
          <p:nvPr userDrawn="1"/>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23" name="Picture 22">
            <a:extLst>
              <a:ext uri="{FF2B5EF4-FFF2-40B4-BE49-F238E27FC236}">
                <a16:creationId xmlns:a16="http://schemas.microsoft.com/office/drawing/2014/main" id="{0438C21C-6688-CD47-9B39-2BD825F592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
        <p:nvSpPr>
          <p:cNvPr id="4" name="Text Placeholder 3">
            <a:extLst>
              <a:ext uri="{FF2B5EF4-FFF2-40B4-BE49-F238E27FC236}">
                <a16:creationId xmlns:a16="http://schemas.microsoft.com/office/drawing/2014/main" id="{E5DB3430-93CA-9540-9380-D85F161C9580}"/>
              </a:ext>
            </a:extLst>
          </p:cNvPr>
          <p:cNvSpPr>
            <a:spLocks noGrp="1"/>
          </p:cNvSpPr>
          <p:nvPr>
            <p:ph type="body" sz="quarter" idx="20"/>
          </p:nvPr>
        </p:nvSpPr>
        <p:spPr>
          <a:xfrm>
            <a:off x="603250" y="1450136"/>
            <a:ext cx="5066030" cy="4795100"/>
          </a:xfrm>
        </p:spPr>
        <p:txBody>
          <a:bodyPr/>
          <a:lstStyle>
            <a:lvl1pPr marL="0" indent="0">
              <a:lnSpc>
                <a:spcPct val="150000"/>
              </a:lnSpc>
              <a:buNone/>
              <a:defRPr sz="1600">
                <a:solidFill>
                  <a:schemeClr val="tx1">
                    <a:lumMod val="75000"/>
                    <a:lumOff val="25000"/>
                  </a:schemeClr>
                </a:solidFill>
              </a:defRPr>
            </a:lvl1pPr>
            <a:lvl2pPr>
              <a:lnSpc>
                <a:spcPct val="150000"/>
              </a:lnSpc>
              <a:defRPr sz="1400">
                <a:solidFill>
                  <a:schemeClr val="tx1">
                    <a:lumMod val="75000"/>
                    <a:lumOff val="25000"/>
                  </a:schemeClr>
                </a:solidFill>
              </a:defRPr>
            </a:lvl2pPr>
            <a:lvl3pPr>
              <a:lnSpc>
                <a:spcPct val="150000"/>
              </a:lnSpc>
              <a:defRPr sz="1400">
                <a:solidFill>
                  <a:schemeClr val="tx1">
                    <a:lumMod val="75000"/>
                    <a:lumOff val="25000"/>
                  </a:schemeClr>
                </a:solidFill>
              </a:defRPr>
            </a:lvl3pPr>
            <a:lvl4pPr>
              <a:lnSpc>
                <a:spcPct val="150000"/>
              </a:lnSpc>
              <a:defRPr sz="1400">
                <a:solidFill>
                  <a:schemeClr val="tx1">
                    <a:lumMod val="75000"/>
                    <a:lumOff val="25000"/>
                  </a:schemeClr>
                </a:solidFill>
              </a:defRPr>
            </a:lvl4pPr>
            <a:lvl5pPr>
              <a:lnSpc>
                <a:spcPct val="150000"/>
              </a:lnSpc>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876802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117A8-AB85-AC13-3432-A15BAA4353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9657A1-3C95-B680-2C53-BC7A4B8F9343}"/>
              </a:ext>
            </a:extLst>
          </p:cNvPr>
          <p:cNvSpPr>
            <a:spLocks noGrp="1"/>
          </p:cNvSpPr>
          <p:nvPr>
            <p:ph type="subTitle" idx="1"/>
          </p:nvPr>
        </p:nvSpPr>
        <p:spPr>
          <a:xfrm>
            <a:off x="1524000" y="3602038"/>
            <a:ext cx="9144000" cy="1655762"/>
          </a:xfrm>
        </p:spPr>
        <p:txBody>
          <a:bodyPr/>
          <a:lstStyle>
            <a:lvl1pPr marL="0" indent="0" algn="ctr">
              <a:buNone/>
              <a:defRPr sz="2400"/>
            </a:lvl1pPr>
            <a:lvl2pPr marL="457182" indent="0" algn="ctr">
              <a:buNone/>
              <a:defRPr sz="2000"/>
            </a:lvl2pPr>
            <a:lvl3pPr marL="914363" indent="0" algn="ctr">
              <a:buNone/>
              <a:defRPr sz="1800"/>
            </a:lvl3pPr>
            <a:lvl4pPr marL="1371545" indent="0" algn="ctr">
              <a:buNone/>
              <a:defRPr sz="1600"/>
            </a:lvl4pPr>
            <a:lvl5pPr marL="1828727" indent="0" algn="ctr">
              <a:buNone/>
              <a:defRPr sz="1600"/>
            </a:lvl5pPr>
            <a:lvl6pPr marL="2285909" indent="0" algn="ctr">
              <a:buNone/>
              <a:defRPr sz="1600"/>
            </a:lvl6pPr>
            <a:lvl7pPr marL="2743090" indent="0" algn="ctr">
              <a:buNone/>
              <a:defRPr sz="1600"/>
            </a:lvl7pPr>
            <a:lvl8pPr marL="3200272" indent="0" algn="ctr">
              <a:buNone/>
              <a:defRPr sz="1600"/>
            </a:lvl8pPr>
            <a:lvl9pPr marL="3657454"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DB59F3A-B0B6-7FE5-EE91-65713EF7F8B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2DA3C62-EF48-A92C-41F8-80D38A7D63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1F9109-B92C-A941-9F50-853E229AAF97}"/>
              </a:ext>
            </a:extLst>
          </p:cNvPr>
          <p:cNvSpPr>
            <a:spLocks noGrp="1"/>
          </p:cNvSpPr>
          <p:nvPr>
            <p:ph type="sldNum" sz="quarter" idx="12"/>
          </p:nvPr>
        </p:nvSpPr>
        <p:spPr/>
        <p:txBody>
          <a:bodyPr/>
          <a:lstStyle/>
          <a:p>
            <a:fld id="{C09AD561-9B93-486C-B5CB-D1C4B195CCAE}" type="slidenum">
              <a:rPr lang="en-US" smtClean="0"/>
              <a:t>‹#›</a:t>
            </a:fld>
            <a:endParaRPr lang="en-US"/>
          </a:p>
        </p:txBody>
      </p:sp>
    </p:spTree>
    <p:extLst>
      <p:ext uri="{BB962C8B-B14F-4D97-AF65-F5344CB8AC3E}">
        <p14:creationId xmlns:p14="http://schemas.microsoft.com/office/powerpoint/2010/main" val="22567717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D0ECA-A3DA-3D65-B8EC-AAF7099EF0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5ABD93-1D5D-0621-EDA2-A142CC5B9B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C4EE0F-11D9-C2F8-27F0-940679370DD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3372BF4-F64B-5689-DAA4-F085469AA7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7801B8-83D4-5691-34BB-493AB2E5F4E4}"/>
              </a:ext>
            </a:extLst>
          </p:cNvPr>
          <p:cNvSpPr>
            <a:spLocks noGrp="1"/>
          </p:cNvSpPr>
          <p:nvPr>
            <p:ph type="sldNum" sz="quarter" idx="12"/>
          </p:nvPr>
        </p:nvSpPr>
        <p:spPr/>
        <p:txBody>
          <a:bodyPr/>
          <a:lstStyle/>
          <a:p>
            <a:fld id="{C09AD561-9B93-486C-B5CB-D1C4B195CCAE}" type="slidenum">
              <a:rPr lang="en-US" smtClean="0"/>
              <a:t>‹#›</a:t>
            </a:fld>
            <a:endParaRPr lang="en-US"/>
          </a:p>
        </p:txBody>
      </p:sp>
    </p:spTree>
    <p:extLst>
      <p:ext uri="{BB962C8B-B14F-4D97-AF65-F5344CB8AC3E}">
        <p14:creationId xmlns:p14="http://schemas.microsoft.com/office/powerpoint/2010/main" val="10804004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7E8E6-9F39-78A2-113B-E94C504F97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CB84691-D5AD-4A20-5FC5-C955995BA72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182" indent="0">
              <a:buNone/>
              <a:defRPr sz="2000">
                <a:solidFill>
                  <a:schemeClr val="tx1">
                    <a:tint val="82000"/>
                  </a:schemeClr>
                </a:solidFill>
              </a:defRPr>
            </a:lvl2pPr>
            <a:lvl3pPr marL="914363" indent="0">
              <a:buNone/>
              <a:defRPr sz="1800">
                <a:solidFill>
                  <a:schemeClr val="tx1">
                    <a:tint val="82000"/>
                  </a:schemeClr>
                </a:solidFill>
              </a:defRPr>
            </a:lvl3pPr>
            <a:lvl4pPr marL="1371545" indent="0">
              <a:buNone/>
              <a:defRPr sz="1600">
                <a:solidFill>
                  <a:schemeClr val="tx1">
                    <a:tint val="82000"/>
                  </a:schemeClr>
                </a:solidFill>
              </a:defRPr>
            </a:lvl4pPr>
            <a:lvl5pPr marL="1828727" indent="0">
              <a:buNone/>
              <a:defRPr sz="1600">
                <a:solidFill>
                  <a:schemeClr val="tx1">
                    <a:tint val="82000"/>
                  </a:schemeClr>
                </a:solidFill>
              </a:defRPr>
            </a:lvl5pPr>
            <a:lvl6pPr marL="2285909" indent="0">
              <a:buNone/>
              <a:defRPr sz="1600">
                <a:solidFill>
                  <a:schemeClr val="tx1">
                    <a:tint val="82000"/>
                  </a:schemeClr>
                </a:solidFill>
              </a:defRPr>
            </a:lvl6pPr>
            <a:lvl7pPr marL="2743090" indent="0">
              <a:buNone/>
              <a:defRPr sz="1600">
                <a:solidFill>
                  <a:schemeClr val="tx1">
                    <a:tint val="82000"/>
                  </a:schemeClr>
                </a:solidFill>
              </a:defRPr>
            </a:lvl7pPr>
            <a:lvl8pPr marL="3200272" indent="0">
              <a:buNone/>
              <a:defRPr sz="1600">
                <a:solidFill>
                  <a:schemeClr val="tx1">
                    <a:tint val="82000"/>
                  </a:schemeClr>
                </a:solidFill>
              </a:defRPr>
            </a:lvl8pPr>
            <a:lvl9pPr marL="3657454"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951B9F-A506-8114-6944-5D26A073FD0D}"/>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7F842FCE-67CE-0AF1-E75A-53877CCE76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03D1CD-E49D-3850-76D1-FF90BFB4805A}"/>
              </a:ext>
            </a:extLst>
          </p:cNvPr>
          <p:cNvSpPr>
            <a:spLocks noGrp="1"/>
          </p:cNvSpPr>
          <p:nvPr>
            <p:ph type="sldNum" sz="quarter" idx="12"/>
          </p:nvPr>
        </p:nvSpPr>
        <p:spPr/>
        <p:txBody>
          <a:bodyPr/>
          <a:lstStyle/>
          <a:p>
            <a:fld id="{C09AD561-9B93-486C-B5CB-D1C4B195CCAE}" type="slidenum">
              <a:rPr lang="en-US" smtClean="0"/>
              <a:t>‹#›</a:t>
            </a:fld>
            <a:endParaRPr lang="en-US"/>
          </a:p>
        </p:txBody>
      </p:sp>
    </p:spTree>
    <p:extLst>
      <p:ext uri="{BB962C8B-B14F-4D97-AF65-F5344CB8AC3E}">
        <p14:creationId xmlns:p14="http://schemas.microsoft.com/office/powerpoint/2010/main" val="7640911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009EA-D4DF-6F4D-F27B-98044A193A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0BF5D2-BBA8-128B-4566-AA3AD8C33A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748C46B-391C-9BDB-3E72-90B97DDDBA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2A5D951-8E27-4656-32D2-2F8EE9A35BA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0824EF59-59D0-2EC4-82DE-1CC1A31B2B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80FE4B-822A-CDC7-84A6-1FAF6415F385}"/>
              </a:ext>
            </a:extLst>
          </p:cNvPr>
          <p:cNvSpPr>
            <a:spLocks noGrp="1"/>
          </p:cNvSpPr>
          <p:nvPr>
            <p:ph type="sldNum" sz="quarter" idx="12"/>
          </p:nvPr>
        </p:nvSpPr>
        <p:spPr/>
        <p:txBody>
          <a:bodyPr/>
          <a:lstStyle/>
          <a:p>
            <a:fld id="{C09AD561-9B93-486C-B5CB-D1C4B195CCAE}" type="slidenum">
              <a:rPr lang="en-US" smtClean="0"/>
              <a:t>‹#›</a:t>
            </a:fld>
            <a:endParaRPr lang="en-US"/>
          </a:p>
        </p:txBody>
      </p:sp>
    </p:spTree>
    <p:extLst>
      <p:ext uri="{BB962C8B-B14F-4D97-AF65-F5344CB8AC3E}">
        <p14:creationId xmlns:p14="http://schemas.microsoft.com/office/powerpoint/2010/main" val="23903078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1DD8E-4F91-63FF-F48E-E40DD07F17A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A0A9771-D93B-6BFB-869C-0E70D9D5C470}"/>
              </a:ext>
            </a:extLst>
          </p:cNvPr>
          <p:cNvSpPr>
            <a:spLocks noGrp="1"/>
          </p:cNvSpPr>
          <p:nvPr>
            <p:ph type="body" idx="1"/>
          </p:nvPr>
        </p:nvSpPr>
        <p:spPr>
          <a:xfrm>
            <a:off x="839788" y="1681163"/>
            <a:ext cx="5157787" cy="823912"/>
          </a:xfrm>
        </p:spPr>
        <p:txBody>
          <a:bodyPr anchor="b"/>
          <a:lstStyle>
            <a:lvl1pPr marL="0" indent="0">
              <a:buNone/>
              <a:defRPr sz="24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424FBC-A49E-366A-D3CA-E6B2975856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B8B45B-5398-F668-FCBB-BC322A537A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1A5AC7-B826-A9CC-89FC-D29D1B3C00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0580717-85C6-CCC8-18CC-4946CCD36946}"/>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FC1A4EFD-55BF-270D-DED6-A3816F4B568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6054FE4-B67F-F3BB-4301-7B4D60025323}"/>
              </a:ext>
            </a:extLst>
          </p:cNvPr>
          <p:cNvSpPr>
            <a:spLocks noGrp="1"/>
          </p:cNvSpPr>
          <p:nvPr>
            <p:ph type="sldNum" sz="quarter" idx="12"/>
          </p:nvPr>
        </p:nvSpPr>
        <p:spPr/>
        <p:txBody>
          <a:bodyPr/>
          <a:lstStyle/>
          <a:p>
            <a:fld id="{C09AD561-9B93-486C-B5CB-D1C4B195CCAE}" type="slidenum">
              <a:rPr lang="en-US" smtClean="0"/>
              <a:t>‹#›</a:t>
            </a:fld>
            <a:endParaRPr lang="en-US"/>
          </a:p>
        </p:txBody>
      </p:sp>
    </p:spTree>
    <p:extLst>
      <p:ext uri="{BB962C8B-B14F-4D97-AF65-F5344CB8AC3E}">
        <p14:creationId xmlns:p14="http://schemas.microsoft.com/office/powerpoint/2010/main" val="16152291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45E6F-98C0-B178-145B-2A47D44C188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5DBB20A-8404-CC7B-AF0C-AF4AE1D3CB6F}"/>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451F04D5-5B4B-0D8F-FCE7-A70488855B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7586998-0238-711E-B8F0-98E502C48BC9}"/>
              </a:ext>
            </a:extLst>
          </p:cNvPr>
          <p:cNvSpPr>
            <a:spLocks noGrp="1"/>
          </p:cNvSpPr>
          <p:nvPr>
            <p:ph type="sldNum" sz="quarter" idx="12"/>
          </p:nvPr>
        </p:nvSpPr>
        <p:spPr/>
        <p:txBody>
          <a:bodyPr/>
          <a:lstStyle/>
          <a:p>
            <a:fld id="{C09AD561-9B93-486C-B5CB-D1C4B195CCAE}" type="slidenum">
              <a:rPr lang="en-US" smtClean="0"/>
              <a:t>‹#›</a:t>
            </a:fld>
            <a:endParaRPr lang="en-US"/>
          </a:p>
        </p:txBody>
      </p:sp>
    </p:spTree>
    <p:extLst>
      <p:ext uri="{BB962C8B-B14F-4D97-AF65-F5344CB8AC3E}">
        <p14:creationId xmlns:p14="http://schemas.microsoft.com/office/powerpoint/2010/main" val="33059374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A4993B-75BF-E7DB-8752-D6B87CBF2357}"/>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9F979C8F-6D49-ACAF-8780-3107CEAFAEA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A6C6CE9-EEDA-E375-8DA3-F92E839D17EE}"/>
              </a:ext>
            </a:extLst>
          </p:cNvPr>
          <p:cNvSpPr>
            <a:spLocks noGrp="1"/>
          </p:cNvSpPr>
          <p:nvPr>
            <p:ph type="sldNum" sz="quarter" idx="12"/>
          </p:nvPr>
        </p:nvSpPr>
        <p:spPr/>
        <p:txBody>
          <a:bodyPr/>
          <a:lstStyle/>
          <a:p>
            <a:fld id="{C09AD561-9B93-486C-B5CB-D1C4B195CCAE}" type="slidenum">
              <a:rPr lang="en-US" smtClean="0"/>
              <a:t>‹#›</a:t>
            </a:fld>
            <a:endParaRPr lang="en-US"/>
          </a:p>
        </p:txBody>
      </p:sp>
    </p:spTree>
    <p:extLst>
      <p:ext uri="{BB962C8B-B14F-4D97-AF65-F5344CB8AC3E}">
        <p14:creationId xmlns:p14="http://schemas.microsoft.com/office/powerpoint/2010/main" val="25625844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964CA-82EF-1720-E3AC-A5A3E38E9E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4086E4-E58D-FCB6-35A9-1C07F90015D8}"/>
              </a:ext>
            </a:extLst>
          </p:cNvPr>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C5C6445-2E2D-8CB7-513B-1BE6387F5FDE}"/>
              </a:ext>
            </a:extLst>
          </p:cNvPr>
          <p:cNvSpPr>
            <a:spLocks noGrp="1"/>
          </p:cNvSpPr>
          <p:nvPr>
            <p:ph type="body" sz="half" idx="2"/>
          </p:nvPr>
        </p:nvSpPr>
        <p:spPr>
          <a:xfrm>
            <a:off x="839788" y="2057400"/>
            <a:ext cx="3932237" cy="3811588"/>
          </a:xfrm>
        </p:spPr>
        <p:txBody>
          <a:bodyPr/>
          <a:lstStyle>
            <a:lvl1pPr marL="0" indent="0">
              <a:buNone/>
              <a:defRPr sz="1600"/>
            </a:lvl1pPr>
            <a:lvl2pPr marL="457182" indent="0">
              <a:buNone/>
              <a:defRPr sz="1400"/>
            </a:lvl2pPr>
            <a:lvl3pPr marL="914363" indent="0">
              <a:buNone/>
              <a:defRPr sz="1200"/>
            </a:lvl3pPr>
            <a:lvl4pPr marL="1371545" indent="0">
              <a:buNone/>
              <a:defRPr sz="1000"/>
            </a:lvl4pPr>
            <a:lvl5pPr marL="1828727" indent="0">
              <a:buNone/>
              <a:defRPr sz="1000"/>
            </a:lvl5pPr>
            <a:lvl6pPr marL="2285909" indent="0">
              <a:buNone/>
              <a:defRPr sz="1000"/>
            </a:lvl6pPr>
            <a:lvl7pPr marL="2743090" indent="0">
              <a:buNone/>
              <a:defRPr sz="1000"/>
            </a:lvl7pPr>
            <a:lvl8pPr marL="3200272" indent="0">
              <a:buNone/>
              <a:defRPr sz="1000"/>
            </a:lvl8pPr>
            <a:lvl9pPr marL="3657454"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1EC624-2E89-75E9-D410-1AE811475A1E}"/>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771610C5-A80B-123F-BED2-CDF0BA2BB6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426842-ABC7-AFCE-1988-C25DE7CB769D}"/>
              </a:ext>
            </a:extLst>
          </p:cNvPr>
          <p:cNvSpPr>
            <a:spLocks noGrp="1"/>
          </p:cNvSpPr>
          <p:nvPr>
            <p:ph type="sldNum" sz="quarter" idx="12"/>
          </p:nvPr>
        </p:nvSpPr>
        <p:spPr/>
        <p:txBody>
          <a:bodyPr/>
          <a:lstStyle/>
          <a:p>
            <a:fld id="{C09AD561-9B93-486C-B5CB-D1C4B195CCAE}" type="slidenum">
              <a:rPr lang="en-US" smtClean="0"/>
              <a:t>‹#›</a:t>
            </a:fld>
            <a:endParaRPr lang="en-US"/>
          </a:p>
        </p:txBody>
      </p:sp>
    </p:spTree>
    <p:extLst>
      <p:ext uri="{BB962C8B-B14F-4D97-AF65-F5344CB8AC3E}">
        <p14:creationId xmlns:p14="http://schemas.microsoft.com/office/powerpoint/2010/main" val="10910369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44AFF-A4D7-61F2-4A35-01BDDF6BC4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B62A19B-8417-2116-432F-0A2406E00ED1}"/>
              </a:ext>
            </a:extLst>
          </p:cNvPr>
          <p:cNvSpPr>
            <a:spLocks noGrp="1"/>
          </p:cNvSpPr>
          <p:nvPr>
            <p:ph type="pic" idx="1"/>
          </p:nvPr>
        </p:nvSpPr>
        <p:spPr>
          <a:xfrm>
            <a:off x="5183188" y="987426"/>
            <a:ext cx="6172200" cy="4873625"/>
          </a:xfrm>
        </p:spPr>
        <p:txBody>
          <a:bodyPr/>
          <a:lstStyle>
            <a:lvl1pPr marL="0" indent="0">
              <a:buNone/>
              <a:defRPr sz="3200"/>
            </a:lvl1pPr>
            <a:lvl2pPr marL="457182" indent="0">
              <a:buNone/>
              <a:defRPr sz="2800"/>
            </a:lvl2pPr>
            <a:lvl3pPr marL="914363" indent="0">
              <a:buNone/>
              <a:defRPr sz="2400"/>
            </a:lvl3pPr>
            <a:lvl4pPr marL="1371545" indent="0">
              <a:buNone/>
              <a:defRPr sz="2000"/>
            </a:lvl4pPr>
            <a:lvl5pPr marL="1828727" indent="0">
              <a:buNone/>
              <a:defRPr sz="2000"/>
            </a:lvl5pPr>
            <a:lvl6pPr marL="2285909" indent="0">
              <a:buNone/>
              <a:defRPr sz="2000"/>
            </a:lvl6pPr>
            <a:lvl7pPr marL="2743090" indent="0">
              <a:buNone/>
              <a:defRPr sz="2000"/>
            </a:lvl7pPr>
            <a:lvl8pPr marL="3200272" indent="0">
              <a:buNone/>
              <a:defRPr sz="2000"/>
            </a:lvl8pPr>
            <a:lvl9pPr marL="3657454" indent="0">
              <a:buNone/>
              <a:defRPr sz="2000"/>
            </a:lvl9pPr>
          </a:lstStyle>
          <a:p>
            <a:endParaRPr lang="en-US"/>
          </a:p>
        </p:txBody>
      </p:sp>
      <p:sp>
        <p:nvSpPr>
          <p:cNvPr id="4" name="Text Placeholder 3">
            <a:extLst>
              <a:ext uri="{FF2B5EF4-FFF2-40B4-BE49-F238E27FC236}">
                <a16:creationId xmlns:a16="http://schemas.microsoft.com/office/drawing/2014/main" id="{D3A3926A-FF08-F75B-5C4C-155A0C435E17}"/>
              </a:ext>
            </a:extLst>
          </p:cNvPr>
          <p:cNvSpPr>
            <a:spLocks noGrp="1"/>
          </p:cNvSpPr>
          <p:nvPr>
            <p:ph type="body" sz="half" idx="2"/>
          </p:nvPr>
        </p:nvSpPr>
        <p:spPr>
          <a:xfrm>
            <a:off x="839788" y="2057400"/>
            <a:ext cx="3932237" cy="3811588"/>
          </a:xfrm>
        </p:spPr>
        <p:txBody>
          <a:bodyPr/>
          <a:lstStyle>
            <a:lvl1pPr marL="0" indent="0">
              <a:buNone/>
              <a:defRPr sz="1600"/>
            </a:lvl1pPr>
            <a:lvl2pPr marL="457182" indent="0">
              <a:buNone/>
              <a:defRPr sz="1400"/>
            </a:lvl2pPr>
            <a:lvl3pPr marL="914363" indent="0">
              <a:buNone/>
              <a:defRPr sz="1200"/>
            </a:lvl3pPr>
            <a:lvl4pPr marL="1371545" indent="0">
              <a:buNone/>
              <a:defRPr sz="1000"/>
            </a:lvl4pPr>
            <a:lvl5pPr marL="1828727" indent="0">
              <a:buNone/>
              <a:defRPr sz="1000"/>
            </a:lvl5pPr>
            <a:lvl6pPr marL="2285909" indent="0">
              <a:buNone/>
              <a:defRPr sz="1000"/>
            </a:lvl6pPr>
            <a:lvl7pPr marL="2743090" indent="0">
              <a:buNone/>
              <a:defRPr sz="1000"/>
            </a:lvl7pPr>
            <a:lvl8pPr marL="3200272" indent="0">
              <a:buNone/>
              <a:defRPr sz="1000"/>
            </a:lvl8pPr>
            <a:lvl9pPr marL="3657454"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196B79-7804-EB50-4050-9E784F457520}"/>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BA71C7D1-3937-BEF1-284A-5D74909A99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594D8E-DA04-1098-6BDF-2172586B7CF0}"/>
              </a:ext>
            </a:extLst>
          </p:cNvPr>
          <p:cNvSpPr>
            <a:spLocks noGrp="1"/>
          </p:cNvSpPr>
          <p:nvPr>
            <p:ph type="sldNum" sz="quarter" idx="12"/>
          </p:nvPr>
        </p:nvSpPr>
        <p:spPr/>
        <p:txBody>
          <a:bodyPr/>
          <a:lstStyle/>
          <a:p>
            <a:fld id="{C09AD561-9B93-486C-B5CB-D1C4B195CCAE}" type="slidenum">
              <a:rPr lang="en-US" smtClean="0"/>
              <a:t>‹#›</a:t>
            </a:fld>
            <a:endParaRPr lang="en-US"/>
          </a:p>
        </p:txBody>
      </p:sp>
    </p:spTree>
    <p:extLst>
      <p:ext uri="{BB962C8B-B14F-4D97-AF65-F5344CB8AC3E}">
        <p14:creationId xmlns:p14="http://schemas.microsoft.com/office/powerpoint/2010/main" val="35279811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97EC0-37E5-FC57-322E-92CB97ED1ED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D44E835-8789-1808-CE7F-7E45F6131E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F621C5-225C-F65F-7A8C-62C0B556C00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60F4C491-F6DD-17A2-8D2C-8FBE85C37B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EF7310-2CA9-4FFD-19C3-5FDDDD70BCF4}"/>
              </a:ext>
            </a:extLst>
          </p:cNvPr>
          <p:cNvSpPr>
            <a:spLocks noGrp="1"/>
          </p:cNvSpPr>
          <p:nvPr>
            <p:ph type="sldNum" sz="quarter" idx="12"/>
          </p:nvPr>
        </p:nvSpPr>
        <p:spPr/>
        <p:txBody>
          <a:bodyPr/>
          <a:lstStyle/>
          <a:p>
            <a:fld id="{C09AD561-9B93-486C-B5CB-D1C4B195CCAE}" type="slidenum">
              <a:rPr lang="en-US" smtClean="0"/>
              <a:t>‹#›</a:t>
            </a:fld>
            <a:endParaRPr lang="en-US"/>
          </a:p>
        </p:txBody>
      </p:sp>
    </p:spTree>
    <p:extLst>
      <p:ext uri="{BB962C8B-B14F-4D97-AF65-F5344CB8AC3E}">
        <p14:creationId xmlns:p14="http://schemas.microsoft.com/office/powerpoint/2010/main" val="37069211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861C92-C048-2B23-2BFA-A2C403373D6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CD425E-98F8-DCFC-3A1D-5A9E0DF8AC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732EDD-1D95-5E03-80B2-EF382DABFD9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EE8CAC2-0946-B784-7113-94C33ECE5F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5D25B8-8509-2EEE-2452-8BA772AE3674}"/>
              </a:ext>
            </a:extLst>
          </p:cNvPr>
          <p:cNvSpPr>
            <a:spLocks noGrp="1"/>
          </p:cNvSpPr>
          <p:nvPr>
            <p:ph type="sldNum" sz="quarter" idx="12"/>
          </p:nvPr>
        </p:nvSpPr>
        <p:spPr/>
        <p:txBody>
          <a:bodyPr/>
          <a:lstStyle/>
          <a:p>
            <a:fld id="{C09AD561-9B93-486C-B5CB-D1C4B195CCAE}" type="slidenum">
              <a:rPr lang="en-US" smtClean="0"/>
              <a:t>‹#›</a:t>
            </a:fld>
            <a:endParaRPr lang="en-US"/>
          </a:p>
        </p:txBody>
      </p:sp>
    </p:spTree>
    <p:extLst>
      <p:ext uri="{BB962C8B-B14F-4D97-AF65-F5344CB8AC3E}">
        <p14:creationId xmlns:p14="http://schemas.microsoft.com/office/powerpoint/2010/main" val="41432281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Agenda 1 and 2">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A5F51225-8F0B-4245-8086-BC5A537700FB}"/>
              </a:ext>
            </a:extLst>
          </p:cNvPr>
          <p:cNvSpPr/>
          <p:nvPr/>
        </p:nvSpPr>
        <p:spPr>
          <a:xfrm>
            <a:off x="0" y="0"/>
            <a:ext cx="12192000" cy="6860138"/>
          </a:xfrm>
          <a:prstGeom prst="rect">
            <a:avLst/>
          </a:prstGeom>
          <a:solidFill>
            <a:srgbClr val="008A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08"/>
          </a:p>
        </p:txBody>
      </p:sp>
      <p:sp>
        <p:nvSpPr>
          <p:cNvPr id="2" name="Title 1">
            <a:extLst>
              <a:ext uri="{FF2B5EF4-FFF2-40B4-BE49-F238E27FC236}">
                <a16:creationId xmlns:a16="http://schemas.microsoft.com/office/drawing/2014/main" id="{332855A5-7553-0742-89D9-7FDDEAC12245}"/>
              </a:ext>
            </a:extLst>
          </p:cNvPr>
          <p:cNvSpPr>
            <a:spLocks noGrp="1"/>
          </p:cNvSpPr>
          <p:nvPr>
            <p:ph type="ctrTitle" hasCustomPrompt="1"/>
          </p:nvPr>
        </p:nvSpPr>
        <p:spPr>
          <a:xfrm>
            <a:off x="603285" y="388389"/>
            <a:ext cx="6293099" cy="764390"/>
          </a:xfrm>
        </p:spPr>
        <p:txBody>
          <a:bodyPr anchor="b">
            <a:normAutofit/>
          </a:bodyPr>
          <a:lstStyle>
            <a:lvl1pPr algn="l">
              <a:defRPr sz="4000" b="0" i="0">
                <a:solidFill>
                  <a:schemeClr val="bg1"/>
                </a:solidFill>
                <a:latin typeface="Arial" panose="020B0604020202020204" pitchFamily="34" charset="0"/>
                <a:cs typeface="Arial" panose="020B0604020202020204" pitchFamily="34" charset="0"/>
              </a:defRPr>
            </a:lvl1pPr>
          </a:lstStyle>
          <a:p>
            <a:r>
              <a:rPr lang="en-US"/>
              <a:t>Agenda</a:t>
            </a:r>
          </a:p>
        </p:txBody>
      </p:sp>
      <p:cxnSp>
        <p:nvCxnSpPr>
          <p:cNvPr id="8" name="Straight Connector 7">
            <a:extLst>
              <a:ext uri="{FF2B5EF4-FFF2-40B4-BE49-F238E27FC236}">
                <a16:creationId xmlns:a16="http://schemas.microsoft.com/office/drawing/2014/main" id="{6429B927-B6FC-8D4F-A53C-304A6A8C41E0}"/>
              </a:ext>
            </a:extLst>
          </p:cNvPr>
          <p:cNvCxnSpPr>
            <a:cxnSpLocks/>
          </p:cNvCxnSpPr>
          <p:nvPr/>
        </p:nvCxnSpPr>
        <p:spPr>
          <a:xfrm>
            <a:off x="553090" y="2164099"/>
            <a:ext cx="7260444" cy="0"/>
          </a:xfrm>
          <a:prstGeom prst="line">
            <a:avLst/>
          </a:prstGeom>
          <a:ln w="12700">
            <a:solidFill>
              <a:srgbClr val="063A79"/>
            </a:solidFill>
          </a:ln>
        </p:spPr>
        <p:style>
          <a:lnRef idx="1">
            <a:schemeClr val="accent1"/>
          </a:lnRef>
          <a:fillRef idx="0">
            <a:schemeClr val="accent1"/>
          </a:fillRef>
          <a:effectRef idx="0">
            <a:schemeClr val="accent1"/>
          </a:effectRef>
          <a:fontRef idx="minor">
            <a:schemeClr val="tx1"/>
          </a:fontRef>
        </p:style>
      </p:cxnSp>
      <p:pic>
        <p:nvPicPr>
          <p:cNvPr id="35" name="Picture 34">
            <a:extLst>
              <a:ext uri="{FF2B5EF4-FFF2-40B4-BE49-F238E27FC236}">
                <a16:creationId xmlns:a16="http://schemas.microsoft.com/office/drawing/2014/main" id="{9459060E-9FC6-1241-86AD-AA333670AECC}"/>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603286" y="7036369"/>
            <a:ext cx="615899" cy="210019"/>
          </a:xfrm>
          <a:prstGeom prst="rect">
            <a:avLst/>
          </a:prstGeom>
        </p:spPr>
      </p:pic>
      <p:sp>
        <p:nvSpPr>
          <p:cNvPr id="36" name="Slide Number Placeholder 5">
            <a:extLst>
              <a:ext uri="{FF2B5EF4-FFF2-40B4-BE49-F238E27FC236}">
                <a16:creationId xmlns:a16="http://schemas.microsoft.com/office/drawing/2014/main" id="{6F95C518-E370-6248-AEE6-FD9099B0B015}"/>
              </a:ext>
            </a:extLst>
          </p:cNvPr>
          <p:cNvSpPr>
            <a:spLocks noGrp="1"/>
          </p:cNvSpPr>
          <p:nvPr>
            <p:ph type="sldNum" sz="quarter" idx="12"/>
          </p:nvPr>
        </p:nvSpPr>
        <p:spPr>
          <a:xfrm>
            <a:off x="8845516" y="6454782"/>
            <a:ext cx="2743200" cy="154809"/>
          </a:xfrm>
        </p:spPr>
        <p:txBody>
          <a:bodyPr/>
          <a:lstStyle>
            <a:lvl1pPr>
              <a:defRPr sz="700">
                <a:solidFill>
                  <a:schemeClr val="bg1"/>
                </a:solidFill>
              </a:defRPr>
            </a:lvl1pPr>
          </a:lstStyle>
          <a:p>
            <a:fld id="{81715770-0B66-4D89-8E61-AABF50FE504C}" type="slidenum">
              <a:rPr lang="en-US" smtClean="0"/>
              <a:t>‹#›</a:t>
            </a:fld>
            <a:endParaRPr lang="en-US"/>
          </a:p>
        </p:txBody>
      </p:sp>
      <p:sp>
        <p:nvSpPr>
          <p:cNvPr id="32" name="Rectangle 31">
            <a:extLst>
              <a:ext uri="{FF2B5EF4-FFF2-40B4-BE49-F238E27FC236}">
                <a16:creationId xmlns:a16="http://schemas.microsoft.com/office/drawing/2014/main" id="{E1F10A0D-56F7-274F-989D-ED6596A4FEF9}"/>
              </a:ext>
            </a:extLst>
          </p:cNvPr>
          <p:cNvSpPr/>
          <p:nvPr/>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308"/>
              <a:t>  </a:t>
            </a:r>
          </a:p>
        </p:txBody>
      </p:sp>
      <p:sp>
        <p:nvSpPr>
          <p:cNvPr id="4" name="Text Placeholder 3">
            <a:extLst>
              <a:ext uri="{FF2B5EF4-FFF2-40B4-BE49-F238E27FC236}">
                <a16:creationId xmlns:a16="http://schemas.microsoft.com/office/drawing/2014/main" id="{2071D07F-570D-5747-BF47-A0163B43B665}"/>
              </a:ext>
            </a:extLst>
          </p:cNvPr>
          <p:cNvSpPr>
            <a:spLocks noGrp="1"/>
          </p:cNvSpPr>
          <p:nvPr>
            <p:ph type="body" sz="quarter" idx="13" hasCustomPrompt="1"/>
          </p:nvPr>
        </p:nvSpPr>
        <p:spPr>
          <a:xfrm>
            <a:off x="1012490" y="1655805"/>
            <a:ext cx="5883893" cy="493713"/>
          </a:xfrm>
        </p:spPr>
        <p:txBody>
          <a:bodyPr anchor="b">
            <a:normAutofit/>
          </a:bodyPr>
          <a:lstStyle>
            <a:lvl1pPr marL="0" indent="0">
              <a:buNone/>
              <a:defRPr sz="2000" b="0" i="0">
                <a:solidFill>
                  <a:schemeClr val="bg1"/>
                </a:solidFill>
                <a:latin typeface="Arial" panose="020B0604020202020204" pitchFamily="34" charset="0"/>
                <a:cs typeface="Arial" panose="020B0604020202020204" pitchFamily="34" charset="0"/>
              </a:defRPr>
            </a:lvl1pPr>
          </a:lstStyle>
          <a:p>
            <a:pPr lvl="0"/>
            <a:r>
              <a:rPr lang="en-US"/>
              <a:t>Category Placeholder</a:t>
            </a:r>
          </a:p>
        </p:txBody>
      </p:sp>
      <p:pic>
        <p:nvPicPr>
          <p:cNvPr id="69" name="Picture 68">
            <a:extLst>
              <a:ext uri="{FF2B5EF4-FFF2-40B4-BE49-F238E27FC236}">
                <a16:creationId xmlns:a16="http://schemas.microsoft.com/office/drawing/2014/main" id="{FB7ECFA3-6A93-2349-B238-F09B0AB95F4B}"/>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flipH="1">
            <a:off x="8237566" y="1655805"/>
            <a:ext cx="3959104" cy="4300150"/>
          </a:xfrm>
          <a:prstGeom prst="rect">
            <a:avLst/>
          </a:prstGeom>
        </p:spPr>
      </p:pic>
      <p:cxnSp>
        <p:nvCxnSpPr>
          <p:cNvPr id="70" name="Straight Connector 69">
            <a:extLst>
              <a:ext uri="{FF2B5EF4-FFF2-40B4-BE49-F238E27FC236}">
                <a16:creationId xmlns:a16="http://schemas.microsoft.com/office/drawing/2014/main" id="{6F448927-7781-2B45-BA45-39E8497D7C83}"/>
              </a:ext>
            </a:extLst>
          </p:cNvPr>
          <p:cNvCxnSpPr>
            <a:cxnSpLocks/>
          </p:cNvCxnSpPr>
          <p:nvPr/>
        </p:nvCxnSpPr>
        <p:spPr>
          <a:xfrm>
            <a:off x="553090" y="2797988"/>
            <a:ext cx="7260444" cy="0"/>
          </a:xfrm>
          <a:prstGeom prst="line">
            <a:avLst/>
          </a:prstGeom>
          <a:ln w="12700">
            <a:solidFill>
              <a:srgbClr val="063A79"/>
            </a:solidFill>
          </a:ln>
        </p:spPr>
        <p:style>
          <a:lnRef idx="1">
            <a:schemeClr val="accent1"/>
          </a:lnRef>
          <a:fillRef idx="0">
            <a:schemeClr val="accent1"/>
          </a:fillRef>
          <a:effectRef idx="0">
            <a:schemeClr val="accent1"/>
          </a:effectRef>
          <a:fontRef idx="minor">
            <a:schemeClr val="tx1"/>
          </a:fontRef>
        </p:style>
      </p:cxnSp>
      <p:sp>
        <p:nvSpPr>
          <p:cNvPr id="71" name="Text Placeholder 3">
            <a:extLst>
              <a:ext uri="{FF2B5EF4-FFF2-40B4-BE49-F238E27FC236}">
                <a16:creationId xmlns:a16="http://schemas.microsoft.com/office/drawing/2014/main" id="{F0613E2E-3C6A-3E44-BEE8-FB391905D1DF}"/>
              </a:ext>
            </a:extLst>
          </p:cNvPr>
          <p:cNvSpPr>
            <a:spLocks noGrp="1"/>
          </p:cNvSpPr>
          <p:nvPr>
            <p:ph type="body" sz="quarter" idx="14" hasCustomPrompt="1"/>
          </p:nvPr>
        </p:nvSpPr>
        <p:spPr>
          <a:xfrm>
            <a:off x="1012490" y="2289694"/>
            <a:ext cx="5883893" cy="493713"/>
          </a:xfrm>
        </p:spPr>
        <p:txBody>
          <a:bodyPr anchor="b">
            <a:normAutofit/>
          </a:bodyPr>
          <a:lstStyle>
            <a:lvl1pPr marL="0" indent="0">
              <a:buNone/>
              <a:defRPr sz="2000" b="0" i="0">
                <a:solidFill>
                  <a:schemeClr val="bg1"/>
                </a:solidFill>
                <a:latin typeface="Arial" panose="020B0604020202020204" pitchFamily="34" charset="0"/>
                <a:cs typeface="Arial" panose="020B0604020202020204" pitchFamily="34" charset="0"/>
              </a:defRPr>
            </a:lvl1pPr>
          </a:lstStyle>
          <a:p>
            <a:pPr lvl="0"/>
            <a:r>
              <a:rPr lang="en-US"/>
              <a:t>Category Placeholder</a:t>
            </a:r>
          </a:p>
        </p:txBody>
      </p:sp>
      <p:cxnSp>
        <p:nvCxnSpPr>
          <p:cNvPr id="72" name="Straight Connector 71">
            <a:extLst>
              <a:ext uri="{FF2B5EF4-FFF2-40B4-BE49-F238E27FC236}">
                <a16:creationId xmlns:a16="http://schemas.microsoft.com/office/drawing/2014/main" id="{72E14B29-154B-CB45-A683-72B0AAA423B6}"/>
              </a:ext>
            </a:extLst>
          </p:cNvPr>
          <p:cNvCxnSpPr>
            <a:cxnSpLocks/>
          </p:cNvCxnSpPr>
          <p:nvPr/>
        </p:nvCxnSpPr>
        <p:spPr>
          <a:xfrm>
            <a:off x="553090" y="3431877"/>
            <a:ext cx="7260444" cy="0"/>
          </a:xfrm>
          <a:prstGeom prst="line">
            <a:avLst/>
          </a:prstGeom>
          <a:ln w="12700">
            <a:solidFill>
              <a:srgbClr val="063A79"/>
            </a:solidFill>
          </a:ln>
        </p:spPr>
        <p:style>
          <a:lnRef idx="1">
            <a:schemeClr val="accent1"/>
          </a:lnRef>
          <a:fillRef idx="0">
            <a:schemeClr val="accent1"/>
          </a:fillRef>
          <a:effectRef idx="0">
            <a:schemeClr val="accent1"/>
          </a:effectRef>
          <a:fontRef idx="minor">
            <a:schemeClr val="tx1"/>
          </a:fontRef>
        </p:style>
      </p:cxnSp>
      <p:sp>
        <p:nvSpPr>
          <p:cNvPr id="73" name="Text Placeholder 3">
            <a:extLst>
              <a:ext uri="{FF2B5EF4-FFF2-40B4-BE49-F238E27FC236}">
                <a16:creationId xmlns:a16="http://schemas.microsoft.com/office/drawing/2014/main" id="{594EACC3-0305-8044-BCFE-63722EA52709}"/>
              </a:ext>
            </a:extLst>
          </p:cNvPr>
          <p:cNvSpPr>
            <a:spLocks noGrp="1"/>
          </p:cNvSpPr>
          <p:nvPr>
            <p:ph type="body" sz="quarter" idx="15" hasCustomPrompt="1"/>
          </p:nvPr>
        </p:nvSpPr>
        <p:spPr>
          <a:xfrm>
            <a:off x="1012490" y="2923584"/>
            <a:ext cx="5883893" cy="493713"/>
          </a:xfrm>
        </p:spPr>
        <p:txBody>
          <a:bodyPr anchor="b">
            <a:normAutofit/>
          </a:bodyPr>
          <a:lstStyle>
            <a:lvl1pPr marL="0" indent="0">
              <a:buNone/>
              <a:defRPr sz="2000" b="0" i="0">
                <a:solidFill>
                  <a:schemeClr val="bg1"/>
                </a:solidFill>
                <a:latin typeface="Arial" panose="020B0604020202020204" pitchFamily="34" charset="0"/>
                <a:cs typeface="Arial" panose="020B0604020202020204" pitchFamily="34" charset="0"/>
              </a:defRPr>
            </a:lvl1pPr>
          </a:lstStyle>
          <a:p>
            <a:pPr lvl="0"/>
            <a:r>
              <a:rPr lang="en-US"/>
              <a:t>Category Placeholder</a:t>
            </a:r>
          </a:p>
        </p:txBody>
      </p:sp>
      <p:cxnSp>
        <p:nvCxnSpPr>
          <p:cNvPr id="74" name="Straight Connector 73">
            <a:extLst>
              <a:ext uri="{FF2B5EF4-FFF2-40B4-BE49-F238E27FC236}">
                <a16:creationId xmlns:a16="http://schemas.microsoft.com/office/drawing/2014/main" id="{6D5369A1-BD2D-4247-80CD-0E02871989CD}"/>
              </a:ext>
            </a:extLst>
          </p:cNvPr>
          <p:cNvCxnSpPr>
            <a:cxnSpLocks/>
          </p:cNvCxnSpPr>
          <p:nvPr/>
        </p:nvCxnSpPr>
        <p:spPr>
          <a:xfrm>
            <a:off x="553090" y="4065766"/>
            <a:ext cx="7260444" cy="0"/>
          </a:xfrm>
          <a:prstGeom prst="line">
            <a:avLst/>
          </a:prstGeom>
          <a:ln w="12700">
            <a:solidFill>
              <a:srgbClr val="063A79"/>
            </a:solidFill>
          </a:ln>
        </p:spPr>
        <p:style>
          <a:lnRef idx="1">
            <a:schemeClr val="accent1"/>
          </a:lnRef>
          <a:fillRef idx="0">
            <a:schemeClr val="accent1"/>
          </a:fillRef>
          <a:effectRef idx="0">
            <a:schemeClr val="accent1"/>
          </a:effectRef>
          <a:fontRef idx="minor">
            <a:schemeClr val="tx1"/>
          </a:fontRef>
        </p:style>
      </p:cxnSp>
      <p:sp>
        <p:nvSpPr>
          <p:cNvPr id="75" name="Text Placeholder 3">
            <a:extLst>
              <a:ext uri="{FF2B5EF4-FFF2-40B4-BE49-F238E27FC236}">
                <a16:creationId xmlns:a16="http://schemas.microsoft.com/office/drawing/2014/main" id="{FB63ED6A-7E23-AB44-8A96-63CD8247E728}"/>
              </a:ext>
            </a:extLst>
          </p:cNvPr>
          <p:cNvSpPr>
            <a:spLocks noGrp="1"/>
          </p:cNvSpPr>
          <p:nvPr>
            <p:ph type="body" sz="quarter" idx="16" hasCustomPrompt="1"/>
          </p:nvPr>
        </p:nvSpPr>
        <p:spPr>
          <a:xfrm>
            <a:off x="1012490" y="3557474"/>
            <a:ext cx="5883893" cy="493713"/>
          </a:xfrm>
        </p:spPr>
        <p:txBody>
          <a:bodyPr anchor="b">
            <a:normAutofit/>
          </a:bodyPr>
          <a:lstStyle>
            <a:lvl1pPr marL="0" indent="0">
              <a:buNone/>
              <a:defRPr sz="2000" b="0" i="0">
                <a:solidFill>
                  <a:schemeClr val="bg1"/>
                </a:solidFill>
                <a:latin typeface="Arial" panose="020B0604020202020204" pitchFamily="34" charset="0"/>
                <a:cs typeface="Arial" panose="020B0604020202020204" pitchFamily="34" charset="0"/>
              </a:defRPr>
            </a:lvl1pPr>
          </a:lstStyle>
          <a:p>
            <a:pPr lvl="0"/>
            <a:r>
              <a:rPr lang="en-US"/>
              <a:t>Category Placeholder</a:t>
            </a:r>
          </a:p>
        </p:txBody>
      </p:sp>
      <p:cxnSp>
        <p:nvCxnSpPr>
          <p:cNvPr id="84" name="Straight Connector 83">
            <a:extLst>
              <a:ext uri="{FF2B5EF4-FFF2-40B4-BE49-F238E27FC236}">
                <a16:creationId xmlns:a16="http://schemas.microsoft.com/office/drawing/2014/main" id="{4953B43E-6990-B04B-80D1-41DB0DF20E58}"/>
              </a:ext>
            </a:extLst>
          </p:cNvPr>
          <p:cNvCxnSpPr>
            <a:cxnSpLocks/>
          </p:cNvCxnSpPr>
          <p:nvPr/>
        </p:nvCxnSpPr>
        <p:spPr>
          <a:xfrm>
            <a:off x="553090" y="4699655"/>
            <a:ext cx="7260444" cy="0"/>
          </a:xfrm>
          <a:prstGeom prst="line">
            <a:avLst/>
          </a:prstGeom>
          <a:ln w="12700">
            <a:solidFill>
              <a:srgbClr val="063A79"/>
            </a:solidFill>
          </a:ln>
        </p:spPr>
        <p:style>
          <a:lnRef idx="1">
            <a:schemeClr val="accent1"/>
          </a:lnRef>
          <a:fillRef idx="0">
            <a:schemeClr val="accent1"/>
          </a:fillRef>
          <a:effectRef idx="0">
            <a:schemeClr val="accent1"/>
          </a:effectRef>
          <a:fontRef idx="minor">
            <a:schemeClr val="tx1"/>
          </a:fontRef>
        </p:style>
      </p:cxnSp>
      <p:sp>
        <p:nvSpPr>
          <p:cNvPr id="85" name="Text Placeholder 3">
            <a:extLst>
              <a:ext uri="{FF2B5EF4-FFF2-40B4-BE49-F238E27FC236}">
                <a16:creationId xmlns:a16="http://schemas.microsoft.com/office/drawing/2014/main" id="{2F583019-9ED7-5F4E-9215-3A34B0483E94}"/>
              </a:ext>
            </a:extLst>
          </p:cNvPr>
          <p:cNvSpPr>
            <a:spLocks noGrp="1"/>
          </p:cNvSpPr>
          <p:nvPr>
            <p:ph type="body" sz="quarter" idx="17" hasCustomPrompt="1"/>
          </p:nvPr>
        </p:nvSpPr>
        <p:spPr>
          <a:xfrm>
            <a:off x="1012490" y="4191363"/>
            <a:ext cx="5883893" cy="493713"/>
          </a:xfrm>
        </p:spPr>
        <p:txBody>
          <a:bodyPr anchor="b">
            <a:normAutofit/>
          </a:bodyPr>
          <a:lstStyle>
            <a:lvl1pPr marL="0" indent="0">
              <a:buNone/>
              <a:defRPr sz="2000" b="0" i="0">
                <a:solidFill>
                  <a:schemeClr val="bg1"/>
                </a:solidFill>
                <a:latin typeface="Arial" panose="020B0604020202020204" pitchFamily="34" charset="0"/>
                <a:cs typeface="Arial" panose="020B0604020202020204" pitchFamily="34" charset="0"/>
              </a:defRPr>
            </a:lvl1pPr>
          </a:lstStyle>
          <a:p>
            <a:pPr lvl="0"/>
            <a:r>
              <a:rPr lang="en-US"/>
              <a:t>Category Placeholder</a:t>
            </a:r>
          </a:p>
        </p:txBody>
      </p:sp>
      <p:cxnSp>
        <p:nvCxnSpPr>
          <p:cNvPr id="86" name="Straight Connector 85">
            <a:extLst>
              <a:ext uri="{FF2B5EF4-FFF2-40B4-BE49-F238E27FC236}">
                <a16:creationId xmlns:a16="http://schemas.microsoft.com/office/drawing/2014/main" id="{AF73A6E7-C6A4-164E-A09E-699C0FC25EC3}"/>
              </a:ext>
            </a:extLst>
          </p:cNvPr>
          <p:cNvCxnSpPr>
            <a:cxnSpLocks/>
          </p:cNvCxnSpPr>
          <p:nvPr/>
        </p:nvCxnSpPr>
        <p:spPr>
          <a:xfrm>
            <a:off x="553090" y="5333544"/>
            <a:ext cx="7260444" cy="0"/>
          </a:xfrm>
          <a:prstGeom prst="line">
            <a:avLst/>
          </a:prstGeom>
          <a:ln w="12700">
            <a:solidFill>
              <a:srgbClr val="063A79"/>
            </a:solidFill>
          </a:ln>
        </p:spPr>
        <p:style>
          <a:lnRef idx="1">
            <a:schemeClr val="accent1"/>
          </a:lnRef>
          <a:fillRef idx="0">
            <a:schemeClr val="accent1"/>
          </a:fillRef>
          <a:effectRef idx="0">
            <a:schemeClr val="accent1"/>
          </a:effectRef>
          <a:fontRef idx="minor">
            <a:schemeClr val="tx1"/>
          </a:fontRef>
        </p:style>
      </p:cxnSp>
      <p:sp>
        <p:nvSpPr>
          <p:cNvPr id="87" name="Text Placeholder 3">
            <a:extLst>
              <a:ext uri="{FF2B5EF4-FFF2-40B4-BE49-F238E27FC236}">
                <a16:creationId xmlns:a16="http://schemas.microsoft.com/office/drawing/2014/main" id="{C7A09DBC-4811-BA4C-AA56-7C7D2B699F64}"/>
              </a:ext>
            </a:extLst>
          </p:cNvPr>
          <p:cNvSpPr>
            <a:spLocks noGrp="1"/>
          </p:cNvSpPr>
          <p:nvPr>
            <p:ph type="body" sz="quarter" idx="18" hasCustomPrompt="1"/>
          </p:nvPr>
        </p:nvSpPr>
        <p:spPr>
          <a:xfrm>
            <a:off x="1012490" y="4825250"/>
            <a:ext cx="5883893" cy="493713"/>
          </a:xfrm>
        </p:spPr>
        <p:txBody>
          <a:bodyPr anchor="b">
            <a:normAutofit/>
          </a:bodyPr>
          <a:lstStyle>
            <a:lvl1pPr marL="0" indent="0">
              <a:buNone/>
              <a:defRPr sz="2000" b="0" i="0">
                <a:solidFill>
                  <a:schemeClr val="bg1"/>
                </a:solidFill>
                <a:latin typeface="Arial" panose="020B0604020202020204" pitchFamily="34" charset="0"/>
                <a:cs typeface="Arial" panose="020B0604020202020204" pitchFamily="34" charset="0"/>
              </a:defRPr>
            </a:lvl1pPr>
          </a:lstStyle>
          <a:p>
            <a:pPr lvl="0"/>
            <a:r>
              <a:rPr lang="en-US"/>
              <a:t>Category Placeholder</a:t>
            </a:r>
          </a:p>
        </p:txBody>
      </p:sp>
      <p:cxnSp>
        <p:nvCxnSpPr>
          <p:cNvPr id="88" name="Straight Connector 87">
            <a:extLst>
              <a:ext uri="{FF2B5EF4-FFF2-40B4-BE49-F238E27FC236}">
                <a16:creationId xmlns:a16="http://schemas.microsoft.com/office/drawing/2014/main" id="{4A12BF71-8B36-044C-ADAD-C565FC69931F}"/>
              </a:ext>
            </a:extLst>
          </p:cNvPr>
          <p:cNvCxnSpPr>
            <a:cxnSpLocks/>
          </p:cNvCxnSpPr>
          <p:nvPr/>
        </p:nvCxnSpPr>
        <p:spPr>
          <a:xfrm>
            <a:off x="553090" y="5967433"/>
            <a:ext cx="7260444" cy="0"/>
          </a:xfrm>
          <a:prstGeom prst="line">
            <a:avLst/>
          </a:prstGeom>
          <a:ln w="12700">
            <a:solidFill>
              <a:srgbClr val="063A79"/>
            </a:solidFill>
          </a:ln>
        </p:spPr>
        <p:style>
          <a:lnRef idx="1">
            <a:schemeClr val="accent1"/>
          </a:lnRef>
          <a:fillRef idx="0">
            <a:schemeClr val="accent1"/>
          </a:fillRef>
          <a:effectRef idx="0">
            <a:schemeClr val="accent1"/>
          </a:effectRef>
          <a:fontRef idx="minor">
            <a:schemeClr val="tx1"/>
          </a:fontRef>
        </p:style>
      </p:cxnSp>
      <p:sp>
        <p:nvSpPr>
          <p:cNvPr id="89" name="Text Placeholder 3">
            <a:extLst>
              <a:ext uri="{FF2B5EF4-FFF2-40B4-BE49-F238E27FC236}">
                <a16:creationId xmlns:a16="http://schemas.microsoft.com/office/drawing/2014/main" id="{36E8175E-5ED2-8242-BA2E-102050109B71}"/>
              </a:ext>
            </a:extLst>
          </p:cNvPr>
          <p:cNvSpPr>
            <a:spLocks noGrp="1"/>
          </p:cNvSpPr>
          <p:nvPr>
            <p:ph type="body" sz="quarter" idx="19" hasCustomPrompt="1"/>
          </p:nvPr>
        </p:nvSpPr>
        <p:spPr>
          <a:xfrm>
            <a:off x="1012490" y="5459139"/>
            <a:ext cx="5883893" cy="493713"/>
          </a:xfrm>
        </p:spPr>
        <p:txBody>
          <a:bodyPr anchor="b">
            <a:normAutofit/>
          </a:bodyPr>
          <a:lstStyle>
            <a:lvl1pPr marL="0" indent="0">
              <a:buNone/>
              <a:defRPr sz="2000" b="0" i="0">
                <a:solidFill>
                  <a:schemeClr val="bg1"/>
                </a:solidFill>
                <a:latin typeface="Arial" panose="020B0604020202020204" pitchFamily="34" charset="0"/>
                <a:cs typeface="Arial" panose="020B0604020202020204" pitchFamily="34" charset="0"/>
              </a:defRPr>
            </a:lvl1pPr>
          </a:lstStyle>
          <a:p>
            <a:pPr lvl="0"/>
            <a:r>
              <a:rPr lang="en-US"/>
              <a:t>Category Placeholder</a:t>
            </a:r>
          </a:p>
        </p:txBody>
      </p:sp>
      <p:pic>
        <p:nvPicPr>
          <p:cNvPr id="92" name="Picture 91">
            <a:extLst>
              <a:ext uri="{FF2B5EF4-FFF2-40B4-BE49-F238E27FC236}">
                <a16:creationId xmlns:a16="http://schemas.microsoft.com/office/drawing/2014/main" id="{550E8A97-1337-F84B-94F2-BACC34ED68F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03284" y="6454780"/>
            <a:ext cx="767123" cy="280908"/>
          </a:xfrm>
          <a:prstGeom prst="rect">
            <a:avLst/>
          </a:prstGeom>
        </p:spPr>
      </p:pic>
      <p:sp>
        <p:nvSpPr>
          <p:cNvPr id="7" name="Picture Placeholder 6">
            <a:extLst>
              <a:ext uri="{FF2B5EF4-FFF2-40B4-BE49-F238E27FC236}">
                <a16:creationId xmlns:a16="http://schemas.microsoft.com/office/drawing/2014/main" id="{77D1000D-272E-3646-A367-5EE87CF6901C}"/>
              </a:ext>
            </a:extLst>
          </p:cNvPr>
          <p:cNvSpPr>
            <a:spLocks noGrp="1"/>
          </p:cNvSpPr>
          <p:nvPr>
            <p:ph type="pic" sz="quarter" idx="20"/>
          </p:nvPr>
        </p:nvSpPr>
        <p:spPr>
          <a:xfrm>
            <a:off x="8237538" y="1655763"/>
            <a:ext cx="3954462" cy="4297362"/>
          </a:xfrm>
        </p:spPr>
        <p:txBody>
          <a:bodyPr/>
          <a:lstStyle>
            <a:lvl1pPr marL="0" indent="0">
              <a:buNone/>
              <a:defRPr>
                <a:solidFill>
                  <a:srgbClr val="008AD9"/>
                </a:solidFill>
              </a:defRPr>
            </a:lvl1pPr>
          </a:lstStyle>
          <a:p>
            <a:r>
              <a:rPr lang="en-US"/>
              <a:t>Click icon to add picture</a:t>
            </a:r>
          </a:p>
        </p:txBody>
      </p:sp>
    </p:spTree>
    <p:extLst>
      <p:ext uri="{BB962C8B-B14F-4D97-AF65-F5344CB8AC3E}">
        <p14:creationId xmlns:p14="http://schemas.microsoft.com/office/powerpoint/2010/main" val="30420516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Content: Title only">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350883" y="347096"/>
            <a:ext cx="10985432" cy="764390"/>
          </a:xfrm>
        </p:spPr>
        <p:txBody>
          <a:bodyPr anchor="b">
            <a:normAutofit/>
          </a:bodyPr>
          <a:lstStyle>
            <a:lvl1pPr algn="l">
              <a:defRPr sz="4000" b="0" i="0">
                <a:solidFill>
                  <a:srgbClr val="063A79"/>
                </a:solidFill>
                <a:latin typeface="Poppins SemiBold" panose="00000700000000000000" pitchFamily="2" charset="0"/>
                <a:cs typeface="Poppins SemiBold" panose="00000700000000000000" pitchFamily="2" charset="0"/>
              </a:defRPr>
            </a:lvl1pPr>
          </a:lstStyle>
          <a:p>
            <a:r>
              <a:rPr lang="en-US"/>
              <a:t>Placeholder for Title</a:t>
            </a:r>
          </a:p>
        </p:txBody>
      </p:sp>
      <p:pic>
        <p:nvPicPr>
          <p:cNvPr id="20" name="Picture 19">
            <a:extLst>
              <a:ext uri="{FF2B5EF4-FFF2-40B4-BE49-F238E27FC236}">
                <a16:creationId xmlns:a16="http://schemas.microsoft.com/office/drawing/2014/main" id="{60499D1E-B5BB-3141-A0F0-C62AD4413D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002852" y="6337495"/>
            <a:ext cx="767123" cy="264231"/>
          </a:xfrm>
          <a:prstGeom prst="rect">
            <a:avLst/>
          </a:prstGeom>
        </p:spPr>
      </p:pic>
      <p:sp>
        <p:nvSpPr>
          <p:cNvPr id="2" name="Rectangle 1">
            <a:extLst>
              <a:ext uri="{FF2B5EF4-FFF2-40B4-BE49-F238E27FC236}">
                <a16:creationId xmlns:a16="http://schemas.microsoft.com/office/drawing/2014/main" id="{FEEC62C7-21A3-29A1-2073-C46D015B8769}"/>
              </a:ext>
            </a:extLst>
          </p:cNvPr>
          <p:cNvSpPr/>
          <p:nvPr userDrawn="1"/>
        </p:nvSpPr>
        <p:spPr>
          <a:xfrm flipV="1">
            <a:off x="1" y="365239"/>
            <a:ext cx="79744"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308" b="1"/>
              <a:t>  </a:t>
            </a:r>
          </a:p>
        </p:txBody>
      </p:sp>
    </p:spTree>
    <p:extLst>
      <p:ext uri="{BB962C8B-B14F-4D97-AF65-F5344CB8AC3E}">
        <p14:creationId xmlns:p14="http://schemas.microsoft.com/office/powerpoint/2010/main" val="9374561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9E9507-3CE7-4248-BD33-4B6D499CFF35}"/>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1" name="Text Placeholder 12">
            <a:extLst>
              <a:ext uri="{FF2B5EF4-FFF2-40B4-BE49-F238E27FC236}">
                <a16:creationId xmlns:a16="http://schemas.microsoft.com/office/drawing/2014/main" id="{0AB0713A-C93D-9944-89CB-D82B57B927E6}"/>
              </a:ext>
            </a:extLst>
          </p:cNvPr>
          <p:cNvSpPr>
            <a:spLocks noGrp="1"/>
          </p:cNvSpPr>
          <p:nvPr>
            <p:ph type="body" sz="quarter" idx="10" hasCustomPrompt="1"/>
          </p:nvPr>
        </p:nvSpPr>
        <p:spPr>
          <a:xfrm>
            <a:off x="1282024" y="2487685"/>
            <a:ext cx="9627954" cy="1370666"/>
          </a:xfrm>
        </p:spPr>
        <p:txBody>
          <a:bodyPr>
            <a:normAutofit/>
          </a:bodyPr>
          <a:lstStyle>
            <a:lvl1pPr marL="0" indent="0" algn="ctr">
              <a:buNone/>
              <a:defRPr sz="5500" b="1" i="0">
                <a:solidFill>
                  <a:srgbClr val="FF8E00"/>
                </a:solidFill>
                <a:latin typeface="Arial" panose="020B0604020202020204" pitchFamily="34" charset="0"/>
                <a:cs typeface="Arial" panose="020B0604020202020204" pitchFamily="34" charset="0"/>
              </a:defRPr>
            </a:lvl1pPr>
          </a:lstStyle>
          <a:p>
            <a:pPr lvl="0"/>
            <a:r>
              <a:rPr lang="en-US"/>
              <a:t>Thank you</a:t>
            </a:r>
          </a:p>
        </p:txBody>
      </p:sp>
      <p:pic>
        <p:nvPicPr>
          <p:cNvPr id="12" name="Picture 11">
            <a:extLst>
              <a:ext uri="{FF2B5EF4-FFF2-40B4-BE49-F238E27FC236}">
                <a16:creationId xmlns:a16="http://schemas.microsoft.com/office/drawing/2014/main" id="{BC633160-1107-D143-9F7F-29899547B1B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5196780" y="4130140"/>
            <a:ext cx="1798438" cy="619462"/>
          </a:xfrm>
          <a:prstGeom prst="rect">
            <a:avLst/>
          </a:prstGeom>
        </p:spPr>
      </p:pic>
    </p:spTree>
    <p:extLst>
      <p:ext uri="{BB962C8B-B14F-4D97-AF65-F5344CB8AC3E}">
        <p14:creationId xmlns:p14="http://schemas.microsoft.com/office/powerpoint/2010/main" val="33365074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4_Title Onl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C3CB76-0EAE-9844-7FF1-82BB7025F438}"/>
              </a:ext>
            </a:extLst>
          </p:cNvPr>
          <p:cNvSpPr/>
          <p:nvPr userDrawn="1"/>
        </p:nvSpPr>
        <p:spPr>
          <a:xfrm>
            <a:off x="0" y="0"/>
            <a:ext cx="12192001" cy="6871413"/>
          </a:xfrm>
          <a:prstGeom prst="rect">
            <a:avLst/>
          </a:prstGeom>
          <a:gradFill>
            <a:gsLst>
              <a:gs pos="40000">
                <a:srgbClr val="F2F5F7"/>
              </a:gs>
              <a:gs pos="100000">
                <a:schemeClr val="bg1"/>
              </a:gs>
              <a:gs pos="0">
                <a:srgbClr val="F2F5F7"/>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08" b="0" i="0">
              <a:latin typeface="Poppins" pitchFamily="2" charset="77"/>
              <a:cs typeface="Poppins" pitchFamily="2" charset="77"/>
            </a:endParaRPr>
          </a:p>
        </p:txBody>
      </p:sp>
      <p:sp>
        <p:nvSpPr>
          <p:cNvPr id="7" name="Text Placeholder 12">
            <a:extLst>
              <a:ext uri="{FF2B5EF4-FFF2-40B4-BE49-F238E27FC236}">
                <a16:creationId xmlns:a16="http://schemas.microsoft.com/office/drawing/2014/main" id="{CE2DA2BF-39AA-FC40-9C3E-37237E5213A0}"/>
              </a:ext>
            </a:extLst>
          </p:cNvPr>
          <p:cNvSpPr>
            <a:spLocks noGrp="1"/>
          </p:cNvSpPr>
          <p:nvPr>
            <p:ph type="body" sz="quarter" idx="12" hasCustomPrompt="1"/>
          </p:nvPr>
        </p:nvSpPr>
        <p:spPr>
          <a:xfrm>
            <a:off x="913082" y="2054288"/>
            <a:ext cx="7264565" cy="1694005"/>
          </a:xfrm>
        </p:spPr>
        <p:txBody>
          <a:bodyPr anchor="b">
            <a:normAutofit/>
          </a:bodyPr>
          <a:lstStyle>
            <a:lvl1pPr marL="0" indent="0">
              <a:buNone/>
              <a:defRPr sz="5500" b="1" i="0">
                <a:solidFill>
                  <a:srgbClr val="063A79"/>
                </a:solidFill>
                <a:latin typeface="Poppins SemiBold" pitchFamily="2" charset="77"/>
                <a:cs typeface="Poppins SemiBold" pitchFamily="2" charset="77"/>
              </a:defRPr>
            </a:lvl1pPr>
          </a:lstStyle>
          <a:p>
            <a:pPr lvl="0"/>
            <a:r>
              <a:rPr lang="en-US"/>
              <a:t>Title Placeholder</a:t>
            </a:r>
          </a:p>
        </p:txBody>
      </p:sp>
    </p:spTree>
    <p:extLst>
      <p:ext uri="{BB962C8B-B14F-4D97-AF65-F5344CB8AC3E}">
        <p14:creationId xmlns:p14="http://schemas.microsoft.com/office/powerpoint/2010/main" val="26767610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_Case Study Single Slide - Data Result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5" y="388389"/>
            <a:ext cx="5065999" cy="764390"/>
          </a:xfrm>
        </p:spPr>
        <p:txBody>
          <a:bodyPr anchor="b">
            <a:normAutofit/>
          </a:bodyPr>
          <a:lstStyle>
            <a:lvl1pPr algn="l">
              <a:defRPr sz="4000" b="0" i="0">
                <a:solidFill>
                  <a:srgbClr val="008AD9"/>
                </a:solidFill>
                <a:latin typeface="Arial" panose="020B0604020202020204" pitchFamily="34" charset="0"/>
                <a:cs typeface="Arial" panose="020B0604020202020204" pitchFamily="34" charset="0"/>
              </a:defRPr>
            </a:lvl1pPr>
          </a:lstStyle>
          <a:p>
            <a:r>
              <a:rPr lang="en-US"/>
              <a:t>Company Name</a:t>
            </a:r>
          </a:p>
        </p:txBody>
      </p:sp>
      <p:pic>
        <p:nvPicPr>
          <p:cNvPr id="23" name="Picture 22">
            <a:extLst>
              <a:ext uri="{FF2B5EF4-FFF2-40B4-BE49-F238E27FC236}">
                <a16:creationId xmlns:a16="http://schemas.microsoft.com/office/drawing/2014/main" id="{0438C21C-6688-CD47-9B39-2BD825F592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9"/>
            <a:ext cx="767123" cy="264231"/>
          </a:xfrm>
          <a:prstGeom prst="rect">
            <a:avLst/>
          </a:prstGeom>
        </p:spPr>
      </p:pic>
      <p:sp>
        <p:nvSpPr>
          <p:cNvPr id="4" name="Text Placeholder 3">
            <a:extLst>
              <a:ext uri="{FF2B5EF4-FFF2-40B4-BE49-F238E27FC236}">
                <a16:creationId xmlns:a16="http://schemas.microsoft.com/office/drawing/2014/main" id="{E5DB3430-93CA-9540-9380-D85F161C9580}"/>
              </a:ext>
            </a:extLst>
          </p:cNvPr>
          <p:cNvSpPr>
            <a:spLocks noGrp="1"/>
          </p:cNvSpPr>
          <p:nvPr>
            <p:ph type="body" sz="quarter" idx="20"/>
          </p:nvPr>
        </p:nvSpPr>
        <p:spPr>
          <a:xfrm>
            <a:off x="603250" y="1450136"/>
            <a:ext cx="5066030" cy="4795100"/>
          </a:xfrm>
        </p:spPr>
        <p:txBody>
          <a:bodyPr/>
          <a:lstStyle>
            <a:lvl1pPr marL="0" indent="0">
              <a:lnSpc>
                <a:spcPct val="150000"/>
              </a:lnSpc>
              <a:buNone/>
              <a:defRPr sz="1600">
                <a:solidFill>
                  <a:schemeClr val="tx1">
                    <a:lumMod val="75000"/>
                    <a:lumOff val="25000"/>
                  </a:schemeClr>
                </a:solidFill>
              </a:defRPr>
            </a:lvl1pPr>
            <a:lvl2pPr>
              <a:lnSpc>
                <a:spcPct val="150000"/>
              </a:lnSpc>
              <a:defRPr sz="1400">
                <a:solidFill>
                  <a:schemeClr val="tx1">
                    <a:lumMod val="75000"/>
                    <a:lumOff val="25000"/>
                  </a:schemeClr>
                </a:solidFill>
              </a:defRPr>
            </a:lvl2pPr>
            <a:lvl3pPr>
              <a:lnSpc>
                <a:spcPct val="150000"/>
              </a:lnSpc>
              <a:defRPr sz="1400">
                <a:solidFill>
                  <a:schemeClr val="tx1">
                    <a:lumMod val="75000"/>
                    <a:lumOff val="25000"/>
                  </a:schemeClr>
                </a:solidFill>
              </a:defRPr>
            </a:lvl3pPr>
            <a:lvl4pPr>
              <a:lnSpc>
                <a:spcPct val="150000"/>
              </a:lnSpc>
              <a:defRPr sz="1400">
                <a:solidFill>
                  <a:schemeClr val="tx1">
                    <a:lumMod val="75000"/>
                    <a:lumOff val="25000"/>
                  </a:schemeClr>
                </a:solidFill>
              </a:defRPr>
            </a:lvl4pPr>
            <a:lvl5pPr>
              <a:lnSpc>
                <a:spcPct val="150000"/>
              </a:lnSpc>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7BDF28EF-1E85-5258-735A-5EBEC13813F1}"/>
              </a:ext>
            </a:extLst>
          </p:cNvPr>
          <p:cNvSpPr/>
          <p:nvPr userDrawn="1"/>
        </p:nvSpPr>
        <p:spPr>
          <a:xfrm flipV="1">
            <a:off x="1" y="365239"/>
            <a:ext cx="79744"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308" b="1"/>
              <a:t>  </a:t>
            </a:r>
          </a:p>
        </p:txBody>
      </p:sp>
    </p:spTree>
    <p:extLst>
      <p:ext uri="{BB962C8B-B14F-4D97-AF65-F5344CB8AC3E}">
        <p14:creationId xmlns:p14="http://schemas.microsoft.com/office/powerpoint/2010/main" val="4143487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2F5F7"/>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154741-34B8-A8A2-C8F4-3DCA48D35B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DFADFCF-DA7C-A7D6-93F0-84E7F61387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B97E1B-4CD3-CC6B-0224-55A5B0988C96}"/>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9DE5A856-5BE3-5808-2CC0-18ADD7AF3261}"/>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700E117-B269-14B8-F3DD-ABCBD54A083C}"/>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9AD561-9B93-486C-B5CB-D1C4B195CCAE}" type="slidenum">
              <a:rPr lang="en-US" smtClean="0"/>
              <a:t>‹#›</a:t>
            </a:fld>
            <a:endParaRPr lang="en-US"/>
          </a:p>
        </p:txBody>
      </p:sp>
    </p:spTree>
    <p:extLst>
      <p:ext uri="{BB962C8B-B14F-4D97-AF65-F5344CB8AC3E}">
        <p14:creationId xmlns:p14="http://schemas.microsoft.com/office/powerpoint/2010/main" val="2455523390"/>
      </p:ext>
    </p:extLst>
  </p:cSld>
  <p:clrMap bg1="lt1" tx1="dk1" bg2="lt2" tx2="dk2" accent1="accent1" accent2="accent2" accent3="accent3" accent4="accent4" accent5="accent5" accent6="accent6" hlink="hlink" folHlink="folHlink"/>
  <p:sldLayoutIdLst>
    <p:sldLayoutId id="2147483911" r:id="rId1"/>
    <p:sldLayoutId id="2147483912" r:id="rId2"/>
    <p:sldLayoutId id="2147483913" r:id="rId3"/>
    <p:sldLayoutId id="2147483914" r:id="rId4"/>
    <p:sldLayoutId id="2147483915" r:id="rId5"/>
    <p:sldLayoutId id="2147483916" r:id="rId6"/>
    <p:sldLayoutId id="2147483917" r:id="rId7"/>
    <p:sldLayoutId id="2147483918" r:id="rId8"/>
    <p:sldLayoutId id="2147483919" r:id="rId9"/>
    <p:sldLayoutId id="2147483920" r:id="rId10"/>
    <p:sldLayoutId id="2147483921" r:id="rId11"/>
    <p:sldLayoutId id="2147483922" r:id="rId12"/>
    <p:sldLayoutId id="2147483924" r:id="rId13"/>
    <p:sldLayoutId id="2147483925" r:id="rId14"/>
    <p:sldLayoutId id="2147483983" r:id="rId15"/>
    <p:sldLayoutId id="2147484039" r:id="rId16"/>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5.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A4250-FFD3-B4F9-6023-67766C730CD2}"/>
            </a:ext>
          </a:extLst>
        </p:cNvPr>
        <p:cNvGrpSpPr/>
        <p:nvPr/>
      </p:nvGrpSpPr>
      <p:grpSpPr>
        <a:xfrm>
          <a:off x="0" y="0"/>
          <a:ext cx="0" cy="0"/>
          <a:chOff x="0" y="0"/>
          <a:chExt cx="0" cy="0"/>
        </a:xfrm>
      </p:grpSpPr>
      <p:sp>
        <p:nvSpPr>
          <p:cNvPr id="25" name="Title 1">
            <a:extLst>
              <a:ext uri="{FF2B5EF4-FFF2-40B4-BE49-F238E27FC236}">
                <a16:creationId xmlns:a16="http://schemas.microsoft.com/office/drawing/2014/main" id="{FC17DD6D-079C-1CDB-E8FF-2A6223553B2F}"/>
              </a:ext>
            </a:extLst>
          </p:cNvPr>
          <p:cNvSpPr>
            <a:spLocks noGrp="1"/>
          </p:cNvSpPr>
          <p:nvPr>
            <p:ph type="ctrTitle"/>
          </p:nvPr>
        </p:nvSpPr>
        <p:spPr>
          <a:xfrm>
            <a:off x="350884" y="347096"/>
            <a:ext cx="11555406" cy="764390"/>
          </a:xfrm>
        </p:spPr>
        <p:txBody>
          <a:bodyPr>
            <a:noAutofit/>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r>
              <a:rPr lang="en-US" sz="3600">
                <a:solidFill>
                  <a:srgbClr val="063A79"/>
                </a:solidFill>
                <a:latin typeface="Poppins SemiBold"/>
                <a:cs typeface="Poppins SemiBold"/>
              </a:rPr>
              <a:t>Microsoft– Agentic AI Partner Support Agent</a:t>
            </a:r>
          </a:p>
        </p:txBody>
      </p:sp>
      <p:sp>
        <p:nvSpPr>
          <p:cNvPr id="7" name="Rectangle 6">
            <a:extLst>
              <a:ext uri="{FF2B5EF4-FFF2-40B4-BE49-F238E27FC236}">
                <a16:creationId xmlns:a16="http://schemas.microsoft.com/office/drawing/2014/main" id="{F78E98CD-0AA5-7B8A-484F-DFA3F226BD5A}"/>
              </a:ext>
            </a:extLst>
          </p:cNvPr>
          <p:cNvSpPr/>
          <p:nvPr/>
        </p:nvSpPr>
        <p:spPr>
          <a:xfrm>
            <a:off x="441813" y="1304135"/>
            <a:ext cx="5470769" cy="1574577"/>
          </a:xfrm>
          <a:prstGeom prst="rect">
            <a:avLst/>
          </a:prstGeom>
        </p:spPr>
        <p:txBody>
          <a:bodyPr wrap="square" lIns="91440" tIns="45720" rIns="91440" bIns="45720" anchor="t">
            <a:spAutoFit/>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pPr marL="10160" lvl="0">
              <a:lnSpc>
                <a:spcPct val="110000"/>
              </a:lnSpc>
              <a:buClr>
                <a:srgbClr val="F36F21"/>
              </a:buClr>
              <a:buSzPct val="75000"/>
            </a:pPr>
            <a:r>
              <a:rPr lang="en-US" sz="2000" b="1">
                <a:solidFill>
                  <a:srgbClr val="0089D9"/>
                </a:solidFill>
                <a:latin typeface="Poppins" panose="00000500000000000000" pitchFamily="2" charset="0"/>
                <a:cs typeface="Poppins" panose="00000500000000000000" pitchFamily="2" charset="0"/>
              </a:rPr>
              <a:t>Business Need </a:t>
            </a:r>
            <a:endParaRPr lang="en-US"/>
          </a:p>
          <a:p>
            <a:pPr lvl="0" defTabSz="976806">
              <a:lnSpc>
                <a:spcPct val="114000"/>
              </a:lnSpc>
            </a:pPr>
            <a:r>
              <a:rPr lang="en-US" sz="1333">
                <a:solidFill>
                  <a:srgbClr val="212121"/>
                </a:solidFill>
                <a:latin typeface="Poppins" panose="00000500000000000000" pitchFamily="2" charset="0"/>
                <a:cs typeface="Poppins" panose="00000500000000000000" pitchFamily="2" charset="0"/>
              </a:rPr>
              <a:t>A team of customer support agents existed to provided partners with information regarding their qualifications for programs and incentives. A manual and time intensive process was done to answer questions based on multiple data sources and reports.</a:t>
            </a:r>
          </a:p>
        </p:txBody>
      </p:sp>
      <p:sp>
        <p:nvSpPr>
          <p:cNvPr id="5" name="TextBox 4">
            <a:extLst>
              <a:ext uri="{FF2B5EF4-FFF2-40B4-BE49-F238E27FC236}">
                <a16:creationId xmlns:a16="http://schemas.microsoft.com/office/drawing/2014/main" id="{92C9AEEE-6935-7977-7529-B42E89C528A1}"/>
              </a:ext>
            </a:extLst>
          </p:cNvPr>
          <p:cNvSpPr txBox="1"/>
          <p:nvPr/>
        </p:nvSpPr>
        <p:spPr>
          <a:xfrm>
            <a:off x="6221313" y="4397857"/>
            <a:ext cx="5247764" cy="1001877"/>
          </a:xfrm>
          <a:prstGeom prst="rect">
            <a:avLst/>
          </a:prstGeom>
          <a:noFill/>
        </p:spPr>
        <p:txBody>
          <a:bodyPr wrap="square">
            <a:spAutoFit/>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pPr marL="10583" marR="0" lvl="0" indent="0" algn="l" defTabSz="976845" rtl="0" eaLnBrk="1" fontAlgn="auto" latinLnBrk="0" hangingPunct="1">
              <a:lnSpc>
                <a:spcPct val="110000"/>
              </a:lnSpc>
              <a:spcBef>
                <a:spcPts val="0"/>
              </a:spcBef>
              <a:spcAft>
                <a:spcPts val="0"/>
              </a:spcAft>
              <a:buClr>
                <a:srgbClr val="F36F21"/>
              </a:buClr>
              <a:buSzPct val="75000"/>
              <a:buFontTx/>
              <a:buNone/>
              <a:tabLst/>
              <a:defRPr/>
            </a:pPr>
            <a:r>
              <a:rPr kumimoji="0" lang="en-US" sz="2000" b="1" i="0" u="none" strike="noStrike" kern="1200" cap="none" spc="0" normalizeH="0" baseline="0" noProof="0">
                <a:ln>
                  <a:noFill/>
                </a:ln>
                <a:solidFill>
                  <a:srgbClr val="0089D9"/>
                </a:solidFill>
                <a:effectLst/>
                <a:uLnTx/>
                <a:uFillTx/>
                <a:latin typeface="Poppins" panose="00000500000000000000" pitchFamily="2" charset="0"/>
                <a:ea typeface="+mn-ea"/>
                <a:cs typeface="Poppins" panose="00000500000000000000" pitchFamily="2" charset="0"/>
              </a:rPr>
              <a:t>Results</a:t>
            </a:r>
            <a:endParaRPr kumimoji="0" lang="en-US" sz="1417" b="0" i="0" u="none" strike="noStrike" kern="1200" cap="none" spc="0" normalizeH="0" baseline="0" noProof="0">
              <a:ln>
                <a:noFill/>
              </a:ln>
              <a:solidFill>
                <a:srgbClr val="212121"/>
              </a:solidFill>
              <a:effectLst/>
              <a:uLnTx/>
              <a:uFillTx/>
              <a:latin typeface="Poppins" panose="00000500000000000000" pitchFamily="2" charset="0"/>
              <a:ea typeface="+mn-ea"/>
              <a:cs typeface="Poppins" panose="00000500000000000000" pitchFamily="2" charset="0"/>
            </a:endParaRPr>
          </a:p>
          <a:p>
            <a:pPr marL="248698" marR="0" lvl="0" indent="-238115" algn="l" defTabSz="976845" rtl="0" eaLnBrk="1" fontAlgn="auto" latinLnBrk="0" hangingPunct="1">
              <a:lnSpc>
                <a:spcPct val="110000"/>
              </a:lnSpc>
              <a:spcBef>
                <a:spcPts val="500"/>
              </a:spcBef>
              <a:buClrTx/>
              <a:buSzPct val="100000"/>
              <a:buFont typeface="Arial" panose="020B0604020202020204" pitchFamily="34" charset="0"/>
              <a:buChar char="•"/>
              <a:tabLst/>
              <a:defRPr/>
            </a:pPr>
            <a:r>
              <a:rPr kumimoji="0" lang="en-US" sz="1333" b="0" i="0" u="none" strike="noStrike" kern="1200" cap="none" spc="0" normalizeH="0" baseline="0" noProof="0">
                <a:ln>
                  <a:noFill/>
                </a:ln>
                <a:solidFill>
                  <a:srgbClr val="212121"/>
                </a:solidFill>
                <a:effectLst/>
                <a:uLnTx/>
                <a:uFillTx/>
                <a:latin typeface="Poppins" panose="00000500000000000000" pitchFamily="2" charset="0"/>
                <a:ea typeface="+mn-ea"/>
                <a:cs typeface="Poppins" panose="00000500000000000000" pitchFamily="2" charset="0"/>
              </a:rPr>
              <a:t>Increased response time to partners by 50%</a:t>
            </a:r>
          </a:p>
          <a:p>
            <a:pPr marL="248698" marR="0" lvl="0" indent="-238115" algn="l" defTabSz="976845" rtl="0" eaLnBrk="1" fontAlgn="auto" latinLnBrk="0" hangingPunct="1">
              <a:lnSpc>
                <a:spcPct val="110000"/>
              </a:lnSpc>
              <a:spcBef>
                <a:spcPts val="500"/>
              </a:spcBef>
              <a:buClrTx/>
              <a:buSzPct val="100000"/>
              <a:buFont typeface="Arial" panose="020B0604020202020204" pitchFamily="34" charset="0"/>
              <a:buChar char="•"/>
              <a:tabLst/>
              <a:defRPr/>
            </a:pPr>
            <a:r>
              <a:rPr kumimoji="0" lang="en-US" sz="1333" b="0" i="0" u="none" strike="noStrike" kern="1200" cap="none" spc="0" normalizeH="0" baseline="0" noProof="0">
                <a:ln>
                  <a:noFill/>
                </a:ln>
                <a:solidFill>
                  <a:srgbClr val="212121"/>
                </a:solidFill>
                <a:effectLst/>
                <a:uLnTx/>
                <a:uFillTx/>
                <a:latin typeface="Poppins" panose="00000500000000000000" pitchFamily="2" charset="0"/>
                <a:ea typeface="+mn-ea"/>
                <a:cs typeface="Poppins" panose="00000500000000000000" pitchFamily="2" charset="0"/>
              </a:rPr>
              <a:t>Reduced hours from human support agents by 20%</a:t>
            </a:r>
          </a:p>
        </p:txBody>
      </p:sp>
      <p:sp>
        <p:nvSpPr>
          <p:cNvPr id="11" name="TextBox 10">
            <a:extLst>
              <a:ext uri="{FF2B5EF4-FFF2-40B4-BE49-F238E27FC236}">
                <a16:creationId xmlns:a16="http://schemas.microsoft.com/office/drawing/2014/main" id="{90ADC3E7-3AE2-797C-3501-2EFB9DCD4105}"/>
              </a:ext>
            </a:extLst>
          </p:cNvPr>
          <p:cNvSpPr txBox="1"/>
          <p:nvPr/>
        </p:nvSpPr>
        <p:spPr>
          <a:xfrm>
            <a:off x="441812" y="2991813"/>
            <a:ext cx="5382847" cy="3564223"/>
          </a:xfrm>
          <a:prstGeom prst="rect">
            <a:avLst/>
          </a:prstGeom>
          <a:noFill/>
        </p:spPr>
        <p:txBody>
          <a:bodyPr wrap="square" lIns="91440" tIns="45720" rIns="91440" bIns="45720" anchor="t">
            <a:spAutoFit/>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pPr marL="10583" marR="0" lvl="0" indent="0" algn="l" defTabSz="976845" rtl="0" eaLnBrk="1" fontAlgn="auto" latinLnBrk="0" hangingPunct="1">
              <a:lnSpc>
                <a:spcPct val="110000"/>
              </a:lnSpc>
              <a:spcBef>
                <a:spcPts val="0"/>
              </a:spcBef>
              <a:spcAft>
                <a:spcPts val="0"/>
              </a:spcAft>
              <a:buClr>
                <a:srgbClr val="F36F21"/>
              </a:buClr>
              <a:buSzPct val="75000"/>
              <a:buFontTx/>
              <a:buNone/>
              <a:tabLst/>
              <a:defRPr/>
            </a:pPr>
            <a:r>
              <a:rPr kumimoji="0" lang="en-US" sz="2000" b="1" i="0" u="none" strike="noStrike" kern="1200" cap="none" spc="0" normalizeH="0" baseline="0" noProof="0">
                <a:ln>
                  <a:noFill/>
                </a:ln>
                <a:solidFill>
                  <a:srgbClr val="0089D9"/>
                </a:solidFill>
                <a:effectLst/>
                <a:uLnTx/>
                <a:uFillTx/>
                <a:latin typeface="Poppins" panose="00000500000000000000" pitchFamily="2" charset="0"/>
                <a:ea typeface="+mn-ea"/>
                <a:cs typeface="Poppins" panose="00000500000000000000" pitchFamily="2" charset="0"/>
              </a:rPr>
              <a:t>What we Did</a:t>
            </a:r>
          </a:p>
          <a:p>
            <a:pPr marL="10583" marR="0" lvl="0" indent="0" algn="l" defTabSz="976845" rtl="0" eaLnBrk="1" fontAlgn="auto" latinLnBrk="0" hangingPunct="1">
              <a:lnSpc>
                <a:spcPct val="110000"/>
              </a:lnSpc>
              <a:spcBef>
                <a:spcPts val="500"/>
              </a:spcBef>
              <a:spcAft>
                <a:spcPts val="500"/>
              </a:spcAft>
              <a:buClrTx/>
              <a:buSzPct val="100000"/>
              <a:buFontTx/>
              <a:buNone/>
              <a:tabLst/>
              <a:defRPr/>
            </a:pPr>
            <a:r>
              <a:rPr kumimoji="0" lang="en-US" sz="1333" b="0" i="0" u="none" strike="noStrike" kern="1200" cap="none" spc="0" normalizeH="0" baseline="0" noProof="0">
                <a:ln>
                  <a:noFill/>
                </a:ln>
                <a:solidFill>
                  <a:srgbClr val="212121"/>
                </a:solidFill>
                <a:effectLst/>
                <a:uLnTx/>
                <a:uFillTx/>
                <a:latin typeface="Poppins" panose="00000500000000000000" pitchFamily="2" charset="0"/>
                <a:ea typeface="+mn-ea"/>
                <a:cs typeface="Poppins" panose="00000500000000000000" pitchFamily="2" charset="0"/>
              </a:rPr>
              <a:t>Affirma developed a CoPilot agent using Copilot Studio to trained multiple data sources and Power BI reports that could answer questions from partners. The agent needed to understand the difference between data sources and make judgement decisions if there was any conflicting data.</a:t>
            </a:r>
          </a:p>
          <a:p>
            <a:pPr marL="10583" marR="0" lvl="0" indent="0" algn="l" defTabSz="976845" rtl="0" eaLnBrk="1" fontAlgn="auto" latinLnBrk="0" hangingPunct="1">
              <a:lnSpc>
                <a:spcPct val="110000"/>
              </a:lnSpc>
              <a:spcBef>
                <a:spcPts val="500"/>
              </a:spcBef>
              <a:spcAft>
                <a:spcPts val="500"/>
              </a:spcAft>
              <a:buClrTx/>
              <a:buSzPct val="100000"/>
              <a:buFontTx/>
              <a:buNone/>
              <a:tabLst/>
              <a:defRPr/>
            </a:pPr>
            <a:r>
              <a:rPr kumimoji="0" lang="en-US" sz="1333" b="1" i="0" u="none" strike="noStrike" kern="1200" cap="none" spc="0" normalizeH="0" baseline="0" noProof="0">
                <a:ln>
                  <a:noFill/>
                </a:ln>
                <a:solidFill>
                  <a:srgbClr val="212121"/>
                </a:solidFill>
                <a:effectLst/>
                <a:uLnTx/>
                <a:uFillTx/>
                <a:latin typeface="Poppins" panose="00000500000000000000" pitchFamily="2" charset="0"/>
                <a:ea typeface="+mn-ea"/>
                <a:cs typeface="Poppins" panose="00000500000000000000" pitchFamily="2" charset="0"/>
              </a:rPr>
              <a:t>Knowledge Base</a:t>
            </a:r>
            <a:r>
              <a:rPr kumimoji="0" lang="en-US" sz="1333" b="0" i="0" u="none" strike="noStrike" kern="1200" cap="none" spc="0" normalizeH="0" baseline="0" noProof="0">
                <a:ln>
                  <a:noFill/>
                </a:ln>
                <a:solidFill>
                  <a:srgbClr val="212121"/>
                </a:solidFill>
                <a:effectLst/>
                <a:uLnTx/>
                <a:uFillTx/>
                <a:latin typeface="Poppins" panose="00000500000000000000" pitchFamily="2" charset="0"/>
                <a:ea typeface="+mn-ea"/>
                <a:cs typeface="Poppins" panose="00000500000000000000" pitchFamily="2" charset="0"/>
              </a:rPr>
              <a:t>: Trained from 4 different data sets with a method for non-technical users to retrain the agent</a:t>
            </a:r>
          </a:p>
          <a:p>
            <a:pPr marL="10160" marR="0" lvl="0" indent="0" algn="l" defTabSz="976845" rtl="0" eaLnBrk="1" fontAlgn="auto" latinLnBrk="0" hangingPunct="1">
              <a:lnSpc>
                <a:spcPct val="110000"/>
              </a:lnSpc>
              <a:spcBef>
                <a:spcPts val="500"/>
              </a:spcBef>
              <a:spcAft>
                <a:spcPts val="500"/>
              </a:spcAft>
              <a:buClrTx/>
              <a:buSzPct val="100000"/>
              <a:buFontTx/>
              <a:buNone/>
              <a:tabLst/>
              <a:defRPr/>
            </a:pPr>
            <a:r>
              <a:rPr kumimoji="0" lang="en-US" sz="1333" b="1" i="0" u="none" strike="noStrike" kern="1200" cap="none" spc="0" normalizeH="0" baseline="0" noProof="0">
                <a:ln>
                  <a:noFill/>
                </a:ln>
                <a:solidFill>
                  <a:srgbClr val="212121"/>
                </a:solidFill>
                <a:effectLst/>
                <a:uLnTx/>
                <a:uFillTx/>
                <a:latin typeface="Poppins" panose="00000500000000000000" pitchFamily="2" charset="0"/>
                <a:ea typeface="+mn-ea"/>
                <a:cs typeface="Poppins" panose="00000500000000000000" pitchFamily="2" charset="0"/>
              </a:rPr>
              <a:t>Logging and Governance</a:t>
            </a:r>
            <a:r>
              <a:rPr kumimoji="0" lang="en-US" sz="1333" b="0" i="0" u="none" strike="noStrike" kern="1200" cap="none" spc="0" normalizeH="0" baseline="0" noProof="0">
                <a:ln>
                  <a:noFill/>
                </a:ln>
                <a:solidFill>
                  <a:srgbClr val="212121"/>
                </a:solidFill>
                <a:effectLst/>
                <a:uLnTx/>
                <a:uFillTx/>
                <a:latin typeface="Poppins" panose="00000500000000000000" pitchFamily="2" charset="0"/>
                <a:ea typeface="+mn-ea"/>
                <a:cs typeface="Poppins" panose="00000500000000000000" pitchFamily="2" charset="0"/>
              </a:rPr>
              <a:t>: Detailed logs of all communications for compliance and auditing requirements.</a:t>
            </a:r>
            <a:endParaRPr lang="en-US" sz="1333" b="0" i="0" u="none" strike="noStrike" kern="1200" cap="none" spc="0" normalizeH="0" baseline="0" noProof="0">
              <a:ln>
                <a:noFill/>
              </a:ln>
              <a:solidFill>
                <a:srgbClr val="212121"/>
              </a:solidFill>
              <a:effectLst/>
              <a:uLnTx/>
              <a:uFillTx/>
              <a:latin typeface="Poppins" panose="00000500000000000000" pitchFamily="2" charset="0"/>
              <a:cs typeface="Poppins" panose="00000500000000000000" pitchFamily="2" charset="0"/>
            </a:endParaRPr>
          </a:p>
          <a:p>
            <a:pPr marL="10160" marR="0" lvl="0" indent="0" algn="l" defTabSz="976845" rtl="0" eaLnBrk="1" fontAlgn="auto" latinLnBrk="0" hangingPunct="1">
              <a:lnSpc>
                <a:spcPct val="110000"/>
              </a:lnSpc>
              <a:spcBef>
                <a:spcPts val="500"/>
              </a:spcBef>
              <a:spcAft>
                <a:spcPts val="500"/>
              </a:spcAft>
              <a:buClrTx/>
              <a:buSzPct val="100000"/>
              <a:buFontTx/>
              <a:buNone/>
              <a:tabLst/>
              <a:defRPr/>
            </a:pPr>
            <a:r>
              <a:rPr kumimoji="0" lang="en-US" sz="1333" b="1" i="0" u="none" strike="noStrike" kern="1200" cap="none" spc="0" normalizeH="0" baseline="0" noProof="0">
                <a:ln>
                  <a:noFill/>
                </a:ln>
                <a:solidFill>
                  <a:srgbClr val="212121"/>
                </a:solidFill>
                <a:effectLst/>
                <a:uLnTx/>
                <a:uFillTx/>
                <a:latin typeface="Poppins" panose="00000500000000000000" pitchFamily="2" charset="0"/>
                <a:ea typeface="+mn-ea"/>
                <a:cs typeface="Poppins" panose="00000500000000000000" pitchFamily="2" charset="0"/>
              </a:rPr>
              <a:t>Streamline Process</a:t>
            </a:r>
            <a:r>
              <a:rPr kumimoji="0" lang="en-US" sz="1333" b="0" i="0" u="none" strike="noStrike" kern="1200" cap="none" spc="0" normalizeH="0" baseline="0" noProof="0">
                <a:ln>
                  <a:noFill/>
                </a:ln>
                <a:solidFill>
                  <a:srgbClr val="212121"/>
                </a:solidFill>
                <a:effectLst/>
                <a:uLnTx/>
                <a:uFillTx/>
                <a:latin typeface="Poppins" panose="00000500000000000000" pitchFamily="2" charset="0"/>
                <a:ea typeface="+mn-ea"/>
                <a:cs typeface="Poppins" panose="00000500000000000000" pitchFamily="2" charset="0"/>
              </a:rPr>
              <a:t>: Increased time to close support tickets by automating asks with Agentic AI and defaulting to support agents for less cases</a:t>
            </a:r>
            <a:r>
              <a:rPr lang="en-US" sz="1333">
                <a:solidFill>
                  <a:srgbClr val="212121"/>
                </a:solidFill>
                <a:latin typeface="Poppins" panose="00000500000000000000" pitchFamily="2" charset="0"/>
                <a:cs typeface="Poppins" panose="00000500000000000000" pitchFamily="2" charset="0"/>
              </a:rPr>
              <a:t>.</a:t>
            </a:r>
            <a:endParaRPr lang="en-US" sz="1333" b="0" i="0" u="none" strike="noStrike" kern="1200" cap="none" spc="0" normalizeH="0" baseline="0" noProof="0">
              <a:ln>
                <a:noFill/>
              </a:ln>
              <a:solidFill>
                <a:srgbClr val="212121"/>
              </a:solidFill>
              <a:effectLst/>
              <a:uLnTx/>
              <a:uFillTx/>
              <a:latin typeface="Poppins" panose="00000500000000000000" pitchFamily="2" charset="0"/>
              <a:cs typeface="Poppins" panose="00000500000000000000" pitchFamily="2" charset="0"/>
            </a:endParaRPr>
          </a:p>
        </p:txBody>
      </p:sp>
      <p:pic>
        <p:nvPicPr>
          <p:cNvPr id="2" name="Picture 8" descr="Customize Copilot and Create Agents | Microsoft Copilot Studio">
            <a:extLst>
              <a:ext uri="{FF2B5EF4-FFF2-40B4-BE49-F238E27FC236}">
                <a16:creationId xmlns:a16="http://schemas.microsoft.com/office/drawing/2014/main" id="{0E4EA010-B3B9-8157-3CA2-51A262AD3F7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577"/>
          <a:stretch>
            <a:fillRect/>
          </a:stretch>
        </p:blipFill>
        <p:spPr bwMode="auto">
          <a:xfrm>
            <a:off x="6221313" y="1534466"/>
            <a:ext cx="5528875" cy="260768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8" descr="http://www.psdeps.com/wp-content/uploads/New-Microsoft-2013-Logo-Vector.png">
            <a:extLst>
              <a:ext uri="{FF2B5EF4-FFF2-40B4-BE49-F238E27FC236}">
                <a16:creationId xmlns:a16="http://schemas.microsoft.com/office/drawing/2014/main" id="{22809478-61FF-B79F-BCD2-F49965EF153A}"/>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26151" b="31476"/>
          <a:stretch/>
        </p:blipFill>
        <p:spPr bwMode="auto">
          <a:xfrm>
            <a:off x="9175509" y="1708008"/>
            <a:ext cx="2322875" cy="650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89079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customXsn xmlns="http://schemas.microsoft.com/office/2006/metadata/customXsn">
  <xsnLocation/>
  <cached>True</cached>
  <openByDefault>False</openByDefault>
  <xsnScope/>
</customXsn>
</file>

<file path=customXml/item3.xml><?xml version="1.0" encoding="utf-8"?>
<p:properties xmlns:p="http://schemas.microsoft.com/office/2006/metadata/properties" xmlns:xsi="http://www.w3.org/2001/XMLSchema-instance" xmlns:pc="http://schemas.microsoft.com/office/infopath/2007/PartnerControls">
  <documentManagement>
    <ApprovedByClient xmlns="f0ee8362-fa7e-4bc9-ab88-7dcfb17cb19b">false</ApprovedByClient>
    <Notes0 xmlns="f0ee8362-fa7e-4bc9-ab88-7dcfb17cb19b" xsi:nil="true"/>
    <Named_x0020_Account xmlns="f0ee8362-fa7e-4bc9-ab88-7dcfb17cb19b">Microsoft</Named_x0020_Account>
    <Industries xmlns="f0ee8362-fa7e-4bc9-ab88-7dcfb17cb19b">
      <Value>Technology</Value>
    </Industries>
    <PlatTech xmlns="f0ee8362-fa7e-4bc9-ab88-7dcfb17cb19b" xsi:nil="true"/>
    <ProjectCompletionDate xmlns="f0ee8362-fa7e-4bc9-ab88-7dcfb17cb19b" xsi:nil="true"/>
    <BusinessUnit xmlns="f0ee8362-fa7e-4bc9-ab88-7dcfb17cb19b">
      <Value>Custom Development</Value>
    </BusinessUnit>
    <Solutions xmlns="f0ee8362-fa7e-4bc9-ab88-7dcfb17cb19b">
      <Value>AI</Value>
    </Solutions>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E774896-DBC6-4445-B745-98F4B222C139}">
  <ds:schemaRefs>
    <ds:schemaRef ds:uri="f0ee8362-fa7e-4bc9-ab88-7dcfb17cb19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295C07E-0DF9-408D-A849-B08227780EB3}">
  <ds:schemaRefs>
    <ds:schemaRef ds:uri="http://schemas.microsoft.com/office/2006/metadata/customXsn"/>
  </ds:schemaRefs>
</ds:datastoreItem>
</file>

<file path=customXml/itemProps3.xml><?xml version="1.0" encoding="utf-8"?>
<ds:datastoreItem xmlns:ds="http://schemas.openxmlformats.org/officeDocument/2006/customXml" ds:itemID="{99C78D57-BECD-4666-B589-7A0841E0A58F}">
  <ds:schemaRefs>
    <ds:schemaRef ds:uri="f0ee8362-fa7e-4bc9-ab88-7dcfb17cb19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4.xml><?xml version="1.0" encoding="utf-8"?>
<ds:datastoreItem xmlns:ds="http://schemas.openxmlformats.org/officeDocument/2006/customXml" ds:itemID="{89EBBA76-C7DC-4857-B7E0-0EEAD9B3376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Slides>
  <Notes>1</Notes>
  <HiddenSlides>0</HiddenSlides>
  <ScaleCrop>false</ScaleCrop>
  <HeadingPairs>
    <vt:vector size="4" baseType="variant">
      <vt:variant>
        <vt:lpstr>Theme</vt:lpstr>
      </vt:variant>
      <vt:variant>
        <vt:i4>2</vt:i4>
      </vt:variant>
      <vt:variant>
        <vt:lpstr>Slide Titles</vt:lpstr>
      </vt:variant>
      <vt:variant>
        <vt:i4>1</vt:i4>
      </vt:variant>
    </vt:vector>
  </HeadingPairs>
  <TitlesOfParts>
    <vt:vector size="3" baseType="lpstr">
      <vt:lpstr>office theme</vt:lpstr>
      <vt:lpstr>12_Office Theme</vt:lpstr>
      <vt:lpstr>Microsoft– Agentic AI Partner Support Agent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2026-01-15T00:50:46Z</dcterms:created>
  <dcterms:modified xsi:type="dcterms:W3CDTF">2026-01-26T18:20:03Z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