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customXml/itemProps4.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5"/>
    <p:sldMasterId id="2147483673" r:id="rId6"/>
  </p:sldMasterIdLst>
  <p:notesMasterIdLst>
    <p:notesMasterId r:id="rId10"/>
  </p:notesMasterIdLst>
  <p:sldIdLst>
    <p:sldId id="2147481414" r:id="rId7"/>
    <p:sldId id="2147481412" r:id="rId8"/>
    <p:sldId id="2147469661" r:id="rId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5B6348BE-55EF-4D87-975E-AFA454E747DE}" v="5" dt="2026-01-27T01:16:28.474"/>
    <p1510:client id="{9052D79D-73DC-4439-D846-BFEC33714A2B}" v="2" dt="2026-01-27T01:15:56.709"/>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2.xml"/><Relationship Id="rId13" Type="http://schemas.openxmlformats.org/officeDocument/2006/relationships/theme" Target="theme/theme1.xml"/><Relationship Id="rId3" Type="http://schemas.openxmlformats.org/officeDocument/2006/relationships/customXml" Target="../customXml/item3.xml"/><Relationship Id="rId7" Type="http://schemas.openxmlformats.org/officeDocument/2006/relationships/slide" Target="slides/slide1.xml"/><Relationship Id="rId12" Type="http://schemas.openxmlformats.org/officeDocument/2006/relationships/viewProps" Target="viewProps.xml"/><Relationship Id="rId2" Type="http://schemas.openxmlformats.org/officeDocument/2006/relationships/customXml" Target="../customXml/item2.xml"/><Relationship Id="rId16" Type="http://schemas.microsoft.com/office/2015/10/relationships/revisionInfo" Target="revisionInfo.xml"/><Relationship Id="rId1" Type="http://schemas.openxmlformats.org/officeDocument/2006/relationships/customXml" Target="../customXml/item1.xml"/><Relationship Id="rId6" Type="http://schemas.openxmlformats.org/officeDocument/2006/relationships/slideMaster" Target="slideMasters/slideMaster2.xml"/><Relationship Id="rId11" Type="http://schemas.openxmlformats.org/officeDocument/2006/relationships/presProps" Target="presProps.xml"/><Relationship Id="rId5" Type="http://schemas.openxmlformats.org/officeDocument/2006/relationships/slideMaster" Target="slideMasters/slideMaster1.xml"/><Relationship Id="rId15" Type="http://schemas.microsoft.com/office/2016/11/relationships/changesInfo" Target="changesInfos/changesInfo1.xml"/><Relationship Id="rId10" Type="http://schemas.openxmlformats.org/officeDocument/2006/relationships/notesMaster" Target="notesMasters/notesMaster1.xml"/><Relationship Id="rId4" Type="http://schemas.openxmlformats.org/officeDocument/2006/relationships/customXml" Target="../customXml/item4.xml"/><Relationship Id="rId9" Type="http://schemas.openxmlformats.org/officeDocument/2006/relationships/slide" Target="slides/slide3.xml"/><Relationship Id="rId14"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Brendan Murphy" userId="S::bmurphy@affirma.com::e9f923b6-6d89-4d4e-a3b7-d9304b9d44ba" providerId="AD" clId="Web-{9052D79D-73DC-4439-D846-BFEC33714A2B}"/>
    <pc:docChg chg="addSld sldOrd">
      <pc:chgData name="Brendan Murphy" userId="S::bmurphy@affirma.com::e9f923b6-6d89-4d4e-a3b7-d9304b9d44ba" providerId="AD" clId="Web-{9052D79D-73DC-4439-D846-BFEC33714A2B}" dt="2026-01-27T01:15:56.709" v="1"/>
      <pc:docMkLst>
        <pc:docMk/>
      </pc:docMkLst>
      <pc:sldChg chg="add ord">
        <pc:chgData name="Brendan Murphy" userId="S::bmurphy@affirma.com::e9f923b6-6d89-4d4e-a3b7-d9304b9d44ba" providerId="AD" clId="Web-{9052D79D-73DC-4439-D846-BFEC33714A2B}" dt="2026-01-27T01:15:56.709" v="1"/>
        <pc:sldMkLst>
          <pc:docMk/>
          <pc:sldMk cId="792860246" sldId="2147481414"/>
        </pc:sldMkLst>
      </pc:sldChg>
    </pc:docChg>
  </pc:docChgLst>
  <pc:docChgLst>
    <pc:chgData name="Brendan Murphy" userId="e9f923b6-6d89-4d4e-a3b7-d9304b9d44ba" providerId="ADAL" clId="{0A53A762-B531-4BAF-AEEB-EDB07CAAC5ED}"/>
    <pc:docChg chg="addSld delSld modSld">
      <pc:chgData name="Brendan Murphy" userId="e9f923b6-6d89-4d4e-a3b7-d9304b9d44ba" providerId="ADAL" clId="{0A53A762-B531-4BAF-AEEB-EDB07CAAC5ED}" dt="2026-01-27T01:16:28.474" v="4" actId="47"/>
      <pc:docMkLst>
        <pc:docMk/>
      </pc:docMkLst>
      <pc:sldChg chg="del">
        <pc:chgData name="Brendan Murphy" userId="e9f923b6-6d89-4d4e-a3b7-d9304b9d44ba" providerId="ADAL" clId="{0A53A762-B531-4BAF-AEEB-EDB07CAAC5ED}" dt="2026-01-27T01:16:28.474" v="4" actId="47"/>
        <pc:sldMkLst>
          <pc:docMk/>
          <pc:sldMk cId="2100026910" sldId="2147481413"/>
        </pc:sldMkLst>
      </pc:sldChg>
      <pc:sldChg chg="del">
        <pc:chgData name="Brendan Murphy" userId="e9f923b6-6d89-4d4e-a3b7-d9304b9d44ba" providerId="ADAL" clId="{0A53A762-B531-4BAF-AEEB-EDB07CAAC5ED}" dt="2026-01-27T01:16:14.018" v="0" actId="47"/>
        <pc:sldMkLst>
          <pc:docMk/>
          <pc:sldMk cId="792860246" sldId="2147481414"/>
        </pc:sldMkLst>
      </pc:sldChg>
      <pc:sldChg chg="add del">
        <pc:chgData name="Brendan Murphy" userId="e9f923b6-6d89-4d4e-a3b7-d9304b9d44ba" providerId="ADAL" clId="{0A53A762-B531-4BAF-AEEB-EDB07CAAC5ED}" dt="2026-01-27T01:16:26.268" v="2"/>
        <pc:sldMkLst>
          <pc:docMk/>
          <pc:sldMk cId="2274837996" sldId="2147481414"/>
        </pc:sldMkLst>
      </pc:sldChg>
      <pc:sldChg chg="add">
        <pc:chgData name="Brendan Murphy" userId="e9f923b6-6d89-4d4e-a3b7-d9304b9d44ba" providerId="ADAL" clId="{0A53A762-B531-4BAF-AEEB-EDB07CAAC5ED}" dt="2026-01-27T01:16:26.302" v="3"/>
        <pc:sldMkLst>
          <pc:docMk/>
          <pc:sldMk cId="3234979351" sldId="2147481414"/>
        </pc:sldMkLst>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DF79A11-3AC4-4B21-9735-1BD83029FBEF}" type="datetimeFigureOut">
              <a:rPr lang="en-US" smtClean="0"/>
              <a:t>1/27/2026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432329E-D6DF-4ABA-A533-B55E1FC94889}" type="slidenum">
              <a:rPr lang="en-US" smtClean="0"/>
              <a:t>‹#›</a:t>
            </a:fld>
            <a:endParaRPr lang="en-US"/>
          </a:p>
        </p:txBody>
      </p:sp>
    </p:spTree>
    <p:extLst>
      <p:ext uri="{BB962C8B-B14F-4D97-AF65-F5344CB8AC3E}">
        <p14:creationId xmlns:p14="http://schemas.microsoft.com/office/powerpoint/2010/main" val="46056652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0ADF32A-244E-2590-E02A-E76A7A3DD66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D19770E-7D64-5003-C713-36AE9FD7BA4E}"/>
              </a:ext>
            </a:extLst>
          </p:cNvPr>
          <p:cNvSpPr>
            <a:spLocks noGrp="1" noRot="1" noChangeAspect="1"/>
          </p:cNvSpPr>
          <p:nvPr>
            <p:ph type="sldImg"/>
          </p:nvPr>
        </p:nvSpPr>
        <p:spPr>
          <a:xfrm>
            <a:off x="654050" y="1162050"/>
            <a:ext cx="5573713" cy="3136900"/>
          </a:xfrm>
        </p:spPr>
      </p:sp>
      <p:sp>
        <p:nvSpPr>
          <p:cNvPr id="3" name="Notes Placeholder 2">
            <a:extLst>
              <a:ext uri="{FF2B5EF4-FFF2-40B4-BE49-F238E27FC236}">
                <a16:creationId xmlns:a16="http://schemas.microsoft.com/office/drawing/2014/main" id="{9B6E3348-9EF1-FF58-DF20-64A71679F54D}"/>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8C5892AB-8A64-22BF-1E9C-8E78D5E3A719}"/>
              </a:ext>
            </a:extLst>
          </p:cNvPr>
          <p:cNvSpPr>
            <a:spLocks noGrp="1"/>
          </p:cNvSpPr>
          <p:nvPr>
            <p:ph type="sldNum" sz="quarter" idx="10"/>
          </p:nvPr>
        </p:nvSpPr>
        <p:spPr/>
        <p:txBody>
          <a:bodyPr/>
          <a:lstStyle/>
          <a:p>
            <a:pPr marL="0" marR="0" lvl="0" indent="0" algn="r" defTabSz="1172261" rtl="0" eaLnBrk="1" fontAlgn="auto" latinLnBrk="0" hangingPunct="1">
              <a:lnSpc>
                <a:spcPct val="100000"/>
              </a:lnSpc>
              <a:spcBef>
                <a:spcPts val="0"/>
              </a:spcBef>
              <a:spcAft>
                <a:spcPts val="0"/>
              </a:spcAft>
              <a:buClrTx/>
              <a:buSzTx/>
              <a:buFontTx/>
              <a:buNone/>
              <a:tabLst/>
              <a:defRPr/>
            </a:pPr>
            <a:fld id="{5EE3F6CF-073A-4B4F-A2B7-08B9C7DBCB96}" type="slidenum">
              <a:rPr kumimoji="0" lang="en-US"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1172261" rtl="0" eaLnBrk="1" fontAlgn="auto" latinLnBrk="0" hangingPunct="1">
                <a:lnSpc>
                  <a:spcPct val="100000"/>
                </a:lnSpc>
                <a:spcBef>
                  <a:spcPts val="0"/>
                </a:spcBef>
                <a:spcAft>
                  <a:spcPts val="0"/>
                </a:spcAft>
                <a:buClrTx/>
                <a:buSzTx/>
                <a:buFontTx/>
                <a:buNone/>
                <a:tabLst/>
                <a:defRPr/>
              </a:pPr>
              <a:t>1</a:t>
            </a:fld>
            <a:endParaRPr kumimoji="0" lang="en-US"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316168717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0ADF32A-244E-2590-E02A-E76A7A3DD66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D19770E-7D64-5003-C713-36AE9FD7BA4E}"/>
              </a:ext>
            </a:extLst>
          </p:cNvPr>
          <p:cNvSpPr>
            <a:spLocks noGrp="1" noRot="1" noChangeAspect="1"/>
          </p:cNvSpPr>
          <p:nvPr>
            <p:ph type="sldImg"/>
          </p:nvPr>
        </p:nvSpPr>
        <p:spPr>
          <a:xfrm>
            <a:off x="654050" y="1162050"/>
            <a:ext cx="5573713" cy="3136900"/>
          </a:xfrm>
        </p:spPr>
      </p:sp>
      <p:sp>
        <p:nvSpPr>
          <p:cNvPr id="3" name="Notes Placeholder 2">
            <a:extLst>
              <a:ext uri="{FF2B5EF4-FFF2-40B4-BE49-F238E27FC236}">
                <a16:creationId xmlns:a16="http://schemas.microsoft.com/office/drawing/2014/main" id="{9B6E3348-9EF1-FF58-DF20-64A71679F54D}"/>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8C5892AB-8A64-22BF-1E9C-8E78D5E3A719}"/>
              </a:ext>
            </a:extLst>
          </p:cNvPr>
          <p:cNvSpPr>
            <a:spLocks noGrp="1"/>
          </p:cNvSpPr>
          <p:nvPr>
            <p:ph type="sldNum" sz="quarter" idx="10"/>
          </p:nvPr>
        </p:nvSpPr>
        <p:spPr/>
        <p:txBody>
          <a:bodyPr/>
          <a:lstStyle/>
          <a:p>
            <a:fld id="{5EE3F6CF-073A-4B4F-A2B7-08B9C7DBCB96}" type="slidenum">
              <a:rPr lang="en-US" smtClean="0"/>
              <a:t>2</a:t>
            </a:fld>
            <a:endParaRPr lang="en-US"/>
          </a:p>
        </p:txBody>
      </p:sp>
    </p:spTree>
    <p:extLst>
      <p:ext uri="{BB962C8B-B14F-4D97-AF65-F5344CB8AC3E}">
        <p14:creationId xmlns:p14="http://schemas.microsoft.com/office/powerpoint/2010/main" val="316168717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54050" y="1162050"/>
            <a:ext cx="5573713" cy="3136900"/>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5EE3F6CF-073A-4B4F-A2B7-08B9C7DBCB96}"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83089202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2.png"/><Relationship Id="rId1" Type="http://schemas.openxmlformats.org/officeDocument/2006/relationships/slideMaster" Target="../slideMasters/slideMaster2.xml"/><Relationship Id="rId4" Type="http://schemas.openxmlformats.org/officeDocument/2006/relationships/image" Target="../media/image4.png"/></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jpeg"/><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p>
            <a:fld id="{846CE7D5-CF57-46EF-B807-FDD0502418D4}" type="datetimeFigureOut">
              <a:rPr lang="en-US" smtClean="0"/>
              <a:t>1/27/2026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238538789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846CE7D5-CF57-46EF-B807-FDD0502418D4}" type="datetimeFigureOut">
              <a:rPr lang="en-US" smtClean="0"/>
              <a:t>1/27/2026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94913845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846CE7D5-CF57-46EF-B807-FDD0502418D4}" type="datetimeFigureOut">
              <a:rPr lang="en-US" smtClean="0"/>
              <a:t>1/27/2026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259152452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846CE7D5-CF57-46EF-B807-FDD0502418D4}" type="datetimeFigureOut">
              <a:rPr lang="en-US" smtClean="0"/>
              <a:t>1/27/2026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120309203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846CE7D5-CF57-46EF-B807-FDD0502418D4}" type="datetimeFigureOut">
              <a:rPr lang="en-US" smtClean="0"/>
              <a:t>1/27/2026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73317233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846CE7D5-CF57-46EF-B807-FDD0502418D4}" type="datetimeFigureOut">
              <a:rPr lang="en-US" smtClean="0"/>
              <a:t>1/27/2026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21031255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46CE7D5-CF57-46EF-B807-FDD0502418D4}" type="datetimeFigureOut">
              <a:rPr lang="en-US" smtClean="0"/>
              <a:t>1/27/2026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14638898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846CE7D5-CF57-46EF-B807-FDD0502418D4}" type="datetimeFigureOut">
              <a:rPr lang="en-US" smtClean="0"/>
              <a:t>1/27/2026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17184145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846CE7D5-CF57-46EF-B807-FDD0502418D4}" type="datetimeFigureOut">
              <a:rPr lang="en-US" smtClean="0"/>
              <a:t>1/27/2026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171895827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846CE7D5-CF57-46EF-B807-FDD0502418D4}" type="datetimeFigureOut">
              <a:rPr lang="en-US" smtClean="0"/>
              <a:t>1/27/2026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220290545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846CE7D5-CF57-46EF-B807-FDD0502418D4}" type="datetimeFigureOut">
              <a:rPr lang="en-US" smtClean="0"/>
              <a:t>1/27/2026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47944565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Content: Title only">
    <p:spTree>
      <p:nvGrpSpPr>
        <p:cNvPr id="1" name=""/>
        <p:cNvGrpSpPr/>
        <p:nvPr/>
      </p:nvGrpSpPr>
      <p:grpSpPr>
        <a:xfrm>
          <a:off x="0" y="0"/>
          <a:ext cx="0" cy="0"/>
          <a:chOff x="0" y="0"/>
          <a:chExt cx="0" cy="0"/>
        </a:xfrm>
      </p:grpSpPr>
      <p:sp>
        <p:nvSpPr>
          <p:cNvPr id="8" name="Slide Number Placeholder 5">
            <a:extLst>
              <a:ext uri="{FF2B5EF4-FFF2-40B4-BE49-F238E27FC236}">
                <a16:creationId xmlns:a16="http://schemas.microsoft.com/office/drawing/2014/main" id="{6C0C770B-B4AF-E443-922A-886366399C36}"/>
              </a:ext>
            </a:extLst>
          </p:cNvPr>
          <p:cNvSpPr>
            <a:spLocks noGrp="1"/>
          </p:cNvSpPr>
          <p:nvPr>
            <p:ph type="sldNum" sz="quarter" idx="12"/>
          </p:nvPr>
        </p:nvSpPr>
        <p:spPr>
          <a:xfrm>
            <a:off x="8845516" y="6454780"/>
            <a:ext cx="2743200" cy="154809"/>
          </a:xfrm>
        </p:spPr>
        <p:txBody>
          <a:bodyPr/>
          <a:lstStyle>
            <a:lvl1pPr>
              <a:defRPr sz="700">
                <a:solidFill>
                  <a:schemeClr val="tx1">
                    <a:lumMod val="85000"/>
                    <a:lumOff val="15000"/>
                  </a:schemeClr>
                </a:solidFill>
              </a:defRPr>
            </a:lvl1pPr>
          </a:lstStyle>
          <a:p>
            <a:fld id="{056F86DB-78DF-EB43-A6BE-40415A3A0052}" type="slidenum">
              <a:rPr lang="en-US" smtClean="0"/>
              <a:pPr/>
              <a:t>‹#›</a:t>
            </a:fld>
            <a:endParaRPr lang="en-US"/>
          </a:p>
        </p:txBody>
      </p:sp>
      <p:sp>
        <p:nvSpPr>
          <p:cNvPr id="9" name="Title 1">
            <a:extLst>
              <a:ext uri="{FF2B5EF4-FFF2-40B4-BE49-F238E27FC236}">
                <a16:creationId xmlns:a16="http://schemas.microsoft.com/office/drawing/2014/main" id="{0E93CEEC-4F06-5349-BB63-F02B2B211B29}"/>
              </a:ext>
            </a:extLst>
          </p:cNvPr>
          <p:cNvSpPr>
            <a:spLocks noGrp="1"/>
          </p:cNvSpPr>
          <p:nvPr>
            <p:ph type="ctrTitle" hasCustomPrompt="1"/>
          </p:nvPr>
        </p:nvSpPr>
        <p:spPr>
          <a:xfrm>
            <a:off x="603284" y="388389"/>
            <a:ext cx="10985432" cy="764390"/>
          </a:xfrm>
        </p:spPr>
        <p:txBody>
          <a:bodyPr anchor="b">
            <a:normAutofit/>
          </a:bodyPr>
          <a:lstStyle>
            <a:lvl1pPr algn="l">
              <a:defRPr sz="4000" b="0" i="0">
                <a:solidFill>
                  <a:srgbClr val="063A79"/>
                </a:solidFill>
                <a:latin typeface="Poppins" panose="00000500000000000000" pitchFamily="2" charset="0"/>
                <a:cs typeface="Poppins" panose="00000500000000000000" pitchFamily="2" charset="0"/>
              </a:defRPr>
            </a:lvl1pPr>
          </a:lstStyle>
          <a:p>
            <a:r>
              <a:rPr lang="en-US"/>
              <a:t>Placeholder for Title</a:t>
            </a:r>
          </a:p>
        </p:txBody>
      </p:sp>
      <p:pic>
        <p:nvPicPr>
          <p:cNvPr id="20" name="Picture 19">
            <a:extLst>
              <a:ext uri="{FF2B5EF4-FFF2-40B4-BE49-F238E27FC236}">
                <a16:creationId xmlns:a16="http://schemas.microsoft.com/office/drawing/2014/main" id="{60499D1E-B5BB-3141-A0F0-C62AD4413DC7}"/>
              </a:ext>
            </a:extLst>
          </p:cNvPr>
          <p:cNvPicPr>
            <a:picLocks noChangeAspect="1"/>
          </p:cNvPicPr>
          <p:nvPr userDrawn="1"/>
        </p:nvPicPr>
        <p:blipFill>
          <a:blip r:embed="rId2"/>
          <a:srcRect/>
          <a:stretch/>
        </p:blipFill>
        <p:spPr>
          <a:xfrm>
            <a:off x="603284" y="6440198"/>
            <a:ext cx="767123" cy="264231"/>
          </a:xfrm>
          <a:prstGeom prst="rect">
            <a:avLst/>
          </a:prstGeom>
        </p:spPr>
      </p:pic>
    </p:spTree>
    <p:extLst>
      <p:ext uri="{BB962C8B-B14F-4D97-AF65-F5344CB8AC3E}">
        <p14:creationId xmlns:p14="http://schemas.microsoft.com/office/powerpoint/2010/main" val="138012395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3.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95117A8-AB85-AC13-3432-A15BAA435397}"/>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D19657A1-3C95-B680-2C53-BC7A4B8F9343}"/>
              </a:ext>
            </a:extLst>
          </p:cNvPr>
          <p:cNvSpPr>
            <a:spLocks noGrp="1"/>
          </p:cNvSpPr>
          <p:nvPr>
            <p:ph type="subTitle" idx="1"/>
          </p:nvPr>
        </p:nvSpPr>
        <p:spPr>
          <a:xfrm>
            <a:off x="1524000" y="3602038"/>
            <a:ext cx="9144000" cy="1655762"/>
          </a:xfrm>
        </p:spPr>
        <p:txBody>
          <a:bodyPr/>
          <a:lstStyle>
            <a:lvl1pPr marL="0" indent="0" algn="ctr">
              <a:buNone/>
              <a:defRPr sz="2400"/>
            </a:lvl1pPr>
            <a:lvl2pPr marL="457182" indent="0" algn="ctr">
              <a:buNone/>
              <a:defRPr sz="2000"/>
            </a:lvl2pPr>
            <a:lvl3pPr marL="914363" indent="0" algn="ctr">
              <a:buNone/>
              <a:defRPr sz="1800"/>
            </a:lvl3pPr>
            <a:lvl4pPr marL="1371545" indent="0" algn="ctr">
              <a:buNone/>
              <a:defRPr sz="1600"/>
            </a:lvl4pPr>
            <a:lvl5pPr marL="1828727" indent="0" algn="ctr">
              <a:buNone/>
              <a:defRPr sz="1600"/>
            </a:lvl5pPr>
            <a:lvl6pPr marL="2285909" indent="0" algn="ctr">
              <a:buNone/>
              <a:defRPr sz="1600"/>
            </a:lvl6pPr>
            <a:lvl7pPr marL="2743090" indent="0" algn="ctr">
              <a:buNone/>
              <a:defRPr sz="1600"/>
            </a:lvl7pPr>
            <a:lvl8pPr marL="3200272" indent="0" algn="ctr">
              <a:buNone/>
              <a:defRPr sz="1600"/>
            </a:lvl8pPr>
            <a:lvl9pPr marL="3657454"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7DB59F3A-B0B6-7FE5-EE91-65713EF7F8B6}"/>
              </a:ext>
            </a:extLst>
          </p:cNvPr>
          <p:cNvSpPr>
            <a:spLocks noGrp="1"/>
          </p:cNvSpPr>
          <p:nvPr>
            <p:ph type="dt" sz="half" idx="10"/>
          </p:nvPr>
        </p:nvSpPr>
        <p:spPr/>
        <p:txBody>
          <a:bodyPr/>
          <a:lstStyle/>
          <a:p>
            <a:endParaRPr lang="en-US"/>
          </a:p>
        </p:txBody>
      </p:sp>
      <p:sp>
        <p:nvSpPr>
          <p:cNvPr id="5" name="Footer Placeholder 4">
            <a:extLst>
              <a:ext uri="{FF2B5EF4-FFF2-40B4-BE49-F238E27FC236}">
                <a16:creationId xmlns:a16="http://schemas.microsoft.com/office/drawing/2014/main" id="{C2DA3C62-EF48-A92C-41F8-80D38A7D634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A1F9109-B92C-A941-9F50-853E229AAF97}"/>
              </a:ext>
            </a:extLst>
          </p:cNvPr>
          <p:cNvSpPr>
            <a:spLocks noGrp="1"/>
          </p:cNvSpPr>
          <p:nvPr>
            <p:ph type="sldNum" sz="quarter" idx="12"/>
          </p:nvPr>
        </p:nvSpPr>
        <p:spPr/>
        <p:txBody>
          <a:bodyPr/>
          <a:lstStyle/>
          <a:p>
            <a:fld id="{C09AD561-9B93-486C-B5CB-D1C4B195CCAE}" type="slidenum">
              <a:rPr lang="en-US" smtClean="0"/>
              <a:t>‹#›</a:t>
            </a:fld>
            <a:endParaRPr lang="en-US"/>
          </a:p>
        </p:txBody>
      </p:sp>
    </p:spTree>
    <p:extLst>
      <p:ext uri="{BB962C8B-B14F-4D97-AF65-F5344CB8AC3E}">
        <p14:creationId xmlns:p14="http://schemas.microsoft.com/office/powerpoint/2010/main" val="189720689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4.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3D0ECA-A3DA-3D65-B8EC-AAF7099EF038}"/>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B25ABD93-1D5D-0621-EDA2-A142CC5B9B91}"/>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7C4EE0F-11D9-C2F8-27F0-940679370DD7}"/>
              </a:ext>
            </a:extLst>
          </p:cNvPr>
          <p:cNvSpPr>
            <a:spLocks noGrp="1"/>
          </p:cNvSpPr>
          <p:nvPr>
            <p:ph type="dt" sz="half" idx="10"/>
          </p:nvPr>
        </p:nvSpPr>
        <p:spPr/>
        <p:txBody>
          <a:bodyPr/>
          <a:lstStyle/>
          <a:p>
            <a:endParaRPr lang="en-US"/>
          </a:p>
        </p:txBody>
      </p:sp>
      <p:sp>
        <p:nvSpPr>
          <p:cNvPr id="5" name="Footer Placeholder 4">
            <a:extLst>
              <a:ext uri="{FF2B5EF4-FFF2-40B4-BE49-F238E27FC236}">
                <a16:creationId xmlns:a16="http://schemas.microsoft.com/office/drawing/2014/main" id="{23372BF4-F64B-5689-DAA4-F085469AA78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E7801B8-83D4-5691-34BB-493AB2E5F4E4}"/>
              </a:ext>
            </a:extLst>
          </p:cNvPr>
          <p:cNvSpPr>
            <a:spLocks noGrp="1"/>
          </p:cNvSpPr>
          <p:nvPr>
            <p:ph type="sldNum" sz="quarter" idx="12"/>
          </p:nvPr>
        </p:nvSpPr>
        <p:spPr/>
        <p:txBody>
          <a:bodyPr/>
          <a:lstStyle/>
          <a:p>
            <a:fld id="{C09AD561-9B93-486C-B5CB-D1C4B195CCAE}" type="slidenum">
              <a:rPr lang="en-US" smtClean="0"/>
              <a:t>‹#›</a:t>
            </a:fld>
            <a:endParaRPr lang="en-US"/>
          </a:p>
        </p:txBody>
      </p:sp>
    </p:spTree>
    <p:extLst>
      <p:ext uri="{BB962C8B-B14F-4D97-AF65-F5344CB8AC3E}">
        <p14:creationId xmlns:p14="http://schemas.microsoft.com/office/powerpoint/2010/main" val="239591547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5.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827E8E6-9F39-78A2-113B-E94C504F9771}"/>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2CB84691-D5AD-4A20-5FC5-C955995BA725}"/>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182" indent="0">
              <a:buNone/>
              <a:defRPr sz="2000">
                <a:solidFill>
                  <a:schemeClr val="tx1">
                    <a:tint val="82000"/>
                  </a:schemeClr>
                </a:solidFill>
              </a:defRPr>
            </a:lvl2pPr>
            <a:lvl3pPr marL="914363" indent="0">
              <a:buNone/>
              <a:defRPr sz="1800">
                <a:solidFill>
                  <a:schemeClr val="tx1">
                    <a:tint val="82000"/>
                  </a:schemeClr>
                </a:solidFill>
              </a:defRPr>
            </a:lvl3pPr>
            <a:lvl4pPr marL="1371545" indent="0">
              <a:buNone/>
              <a:defRPr sz="1600">
                <a:solidFill>
                  <a:schemeClr val="tx1">
                    <a:tint val="82000"/>
                  </a:schemeClr>
                </a:solidFill>
              </a:defRPr>
            </a:lvl4pPr>
            <a:lvl5pPr marL="1828727" indent="0">
              <a:buNone/>
              <a:defRPr sz="1600">
                <a:solidFill>
                  <a:schemeClr val="tx1">
                    <a:tint val="82000"/>
                  </a:schemeClr>
                </a:solidFill>
              </a:defRPr>
            </a:lvl5pPr>
            <a:lvl6pPr marL="2285909" indent="0">
              <a:buNone/>
              <a:defRPr sz="1600">
                <a:solidFill>
                  <a:schemeClr val="tx1">
                    <a:tint val="82000"/>
                  </a:schemeClr>
                </a:solidFill>
              </a:defRPr>
            </a:lvl6pPr>
            <a:lvl7pPr marL="2743090" indent="0">
              <a:buNone/>
              <a:defRPr sz="1600">
                <a:solidFill>
                  <a:schemeClr val="tx1">
                    <a:tint val="82000"/>
                  </a:schemeClr>
                </a:solidFill>
              </a:defRPr>
            </a:lvl7pPr>
            <a:lvl8pPr marL="3200272" indent="0">
              <a:buNone/>
              <a:defRPr sz="1600">
                <a:solidFill>
                  <a:schemeClr val="tx1">
                    <a:tint val="82000"/>
                  </a:schemeClr>
                </a:solidFill>
              </a:defRPr>
            </a:lvl8pPr>
            <a:lvl9pPr marL="3657454"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15951B9F-A506-8114-6944-5D26A073FD0D}"/>
              </a:ext>
            </a:extLst>
          </p:cNvPr>
          <p:cNvSpPr>
            <a:spLocks noGrp="1"/>
          </p:cNvSpPr>
          <p:nvPr>
            <p:ph type="dt" sz="half" idx="10"/>
          </p:nvPr>
        </p:nvSpPr>
        <p:spPr/>
        <p:txBody>
          <a:bodyPr/>
          <a:lstStyle/>
          <a:p>
            <a:endParaRPr lang="en-US"/>
          </a:p>
        </p:txBody>
      </p:sp>
      <p:sp>
        <p:nvSpPr>
          <p:cNvPr id="5" name="Footer Placeholder 4">
            <a:extLst>
              <a:ext uri="{FF2B5EF4-FFF2-40B4-BE49-F238E27FC236}">
                <a16:creationId xmlns:a16="http://schemas.microsoft.com/office/drawing/2014/main" id="{7F842FCE-67CE-0AF1-E75A-53877CCE766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C03D1CD-E49D-3850-76D1-FF90BFB4805A}"/>
              </a:ext>
            </a:extLst>
          </p:cNvPr>
          <p:cNvSpPr>
            <a:spLocks noGrp="1"/>
          </p:cNvSpPr>
          <p:nvPr>
            <p:ph type="sldNum" sz="quarter" idx="12"/>
          </p:nvPr>
        </p:nvSpPr>
        <p:spPr/>
        <p:txBody>
          <a:bodyPr/>
          <a:lstStyle/>
          <a:p>
            <a:fld id="{C09AD561-9B93-486C-B5CB-D1C4B195CCAE}" type="slidenum">
              <a:rPr lang="en-US" smtClean="0"/>
              <a:t>‹#›</a:t>
            </a:fld>
            <a:endParaRPr lang="en-US"/>
          </a:p>
        </p:txBody>
      </p:sp>
    </p:spTree>
    <p:extLst>
      <p:ext uri="{BB962C8B-B14F-4D97-AF65-F5344CB8AC3E}">
        <p14:creationId xmlns:p14="http://schemas.microsoft.com/office/powerpoint/2010/main" val="170435585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6.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5009EA-D4DF-6F4D-F27B-98044A193AC8}"/>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5A0BF5D2-BBA8-128B-4566-AA3AD8C33A8A}"/>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C748C46B-391C-9BDB-3E72-90B97DDDBA9A}"/>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B2A5D951-8E27-4656-32D2-2F8EE9A35BA4}"/>
              </a:ext>
            </a:extLst>
          </p:cNvPr>
          <p:cNvSpPr>
            <a:spLocks noGrp="1"/>
          </p:cNvSpPr>
          <p:nvPr>
            <p:ph type="dt" sz="half" idx="10"/>
          </p:nvPr>
        </p:nvSpPr>
        <p:spPr/>
        <p:txBody>
          <a:bodyPr/>
          <a:lstStyle/>
          <a:p>
            <a:endParaRPr lang="en-US"/>
          </a:p>
        </p:txBody>
      </p:sp>
      <p:sp>
        <p:nvSpPr>
          <p:cNvPr id="6" name="Footer Placeholder 5">
            <a:extLst>
              <a:ext uri="{FF2B5EF4-FFF2-40B4-BE49-F238E27FC236}">
                <a16:creationId xmlns:a16="http://schemas.microsoft.com/office/drawing/2014/main" id="{0824EF59-59D0-2EC4-82DE-1CC1A31B2B2A}"/>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5E80FE4B-822A-CDC7-84A6-1FAF6415F385}"/>
              </a:ext>
            </a:extLst>
          </p:cNvPr>
          <p:cNvSpPr>
            <a:spLocks noGrp="1"/>
          </p:cNvSpPr>
          <p:nvPr>
            <p:ph type="sldNum" sz="quarter" idx="12"/>
          </p:nvPr>
        </p:nvSpPr>
        <p:spPr/>
        <p:txBody>
          <a:bodyPr/>
          <a:lstStyle/>
          <a:p>
            <a:fld id="{C09AD561-9B93-486C-B5CB-D1C4B195CCAE}" type="slidenum">
              <a:rPr lang="en-US" smtClean="0"/>
              <a:t>‹#›</a:t>
            </a:fld>
            <a:endParaRPr lang="en-US"/>
          </a:p>
        </p:txBody>
      </p:sp>
    </p:spTree>
    <p:extLst>
      <p:ext uri="{BB962C8B-B14F-4D97-AF65-F5344CB8AC3E}">
        <p14:creationId xmlns:p14="http://schemas.microsoft.com/office/powerpoint/2010/main" val="151042082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7.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A1DD8E-4F91-63FF-F48E-E40DD07F17A7}"/>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5A0A9771-D93B-6BFB-869C-0E70D9D5C470}"/>
              </a:ext>
            </a:extLst>
          </p:cNvPr>
          <p:cNvSpPr>
            <a:spLocks noGrp="1"/>
          </p:cNvSpPr>
          <p:nvPr>
            <p:ph type="body" idx="1"/>
          </p:nvPr>
        </p:nvSpPr>
        <p:spPr>
          <a:xfrm>
            <a:off x="839788" y="1681163"/>
            <a:ext cx="5157787" cy="823912"/>
          </a:xfrm>
        </p:spPr>
        <p:txBody>
          <a:bodyPr anchor="b"/>
          <a:lstStyle>
            <a:lvl1pPr marL="0" indent="0">
              <a:buNone/>
              <a:defRPr sz="2400" b="1"/>
            </a:lvl1pPr>
            <a:lvl2pPr marL="457182" indent="0">
              <a:buNone/>
              <a:defRPr sz="2000" b="1"/>
            </a:lvl2pPr>
            <a:lvl3pPr marL="914363" indent="0">
              <a:buNone/>
              <a:defRPr sz="1800" b="1"/>
            </a:lvl3pPr>
            <a:lvl4pPr marL="1371545" indent="0">
              <a:buNone/>
              <a:defRPr sz="1600" b="1"/>
            </a:lvl4pPr>
            <a:lvl5pPr marL="1828727" indent="0">
              <a:buNone/>
              <a:defRPr sz="1600" b="1"/>
            </a:lvl5pPr>
            <a:lvl6pPr marL="2285909" indent="0">
              <a:buNone/>
              <a:defRPr sz="1600" b="1"/>
            </a:lvl6pPr>
            <a:lvl7pPr marL="2743090" indent="0">
              <a:buNone/>
              <a:defRPr sz="1600" b="1"/>
            </a:lvl7pPr>
            <a:lvl8pPr marL="3200272" indent="0">
              <a:buNone/>
              <a:defRPr sz="1600" b="1"/>
            </a:lvl8pPr>
            <a:lvl9pPr marL="3657454"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2C424FBC-A49E-366A-D3CA-E6B297585676}"/>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C2B8B45B-5398-F668-FCBB-BC322A537A15}"/>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182" indent="0">
              <a:buNone/>
              <a:defRPr sz="2000" b="1"/>
            </a:lvl2pPr>
            <a:lvl3pPr marL="914363" indent="0">
              <a:buNone/>
              <a:defRPr sz="1800" b="1"/>
            </a:lvl3pPr>
            <a:lvl4pPr marL="1371545" indent="0">
              <a:buNone/>
              <a:defRPr sz="1600" b="1"/>
            </a:lvl4pPr>
            <a:lvl5pPr marL="1828727" indent="0">
              <a:buNone/>
              <a:defRPr sz="1600" b="1"/>
            </a:lvl5pPr>
            <a:lvl6pPr marL="2285909" indent="0">
              <a:buNone/>
              <a:defRPr sz="1600" b="1"/>
            </a:lvl6pPr>
            <a:lvl7pPr marL="2743090" indent="0">
              <a:buNone/>
              <a:defRPr sz="1600" b="1"/>
            </a:lvl7pPr>
            <a:lvl8pPr marL="3200272" indent="0">
              <a:buNone/>
              <a:defRPr sz="1600" b="1"/>
            </a:lvl8pPr>
            <a:lvl9pPr marL="3657454"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AD1A5AC7-B826-A9CC-89FC-D29D1B3C0083}"/>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50580717-85C6-CCC8-18CC-4946CCD36946}"/>
              </a:ext>
            </a:extLst>
          </p:cNvPr>
          <p:cNvSpPr>
            <a:spLocks noGrp="1"/>
          </p:cNvSpPr>
          <p:nvPr>
            <p:ph type="dt" sz="half" idx="10"/>
          </p:nvPr>
        </p:nvSpPr>
        <p:spPr/>
        <p:txBody>
          <a:bodyPr/>
          <a:lstStyle/>
          <a:p>
            <a:endParaRPr lang="en-US"/>
          </a:p>
        </p:txBody>
      </p:sp>
      <p:sp>
        <p:nvSpPr>
          <p:cNvPr id="8" name="Footer Placeholder 7">
            <a:extLst>
              <a:ext uri="{FF2B5EF4-FFF2-40B4-BE49-F238E27FC236}">
                <a16:creationId xmlns:a16="http://schemas.microsoft.com/office/drawing/2014/main" id="{FC1A4EFD-55BF-270D-DED6-A3816F4B5684}"/>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A6054FE4-B67F-F3BB-4301-7B4D60025323}"/>
              </a:ext>
            </a:extLst>
          </p:cNvPr>
          <p:cNvSpPr>
            <a:spLocks noGrp="1"/>
          </p:cNvSpPr>
          <p:nvPr>
            <p:ph type="sldNum" sz="quarter" idx="12"/>
          </p:nvPr>
        </p:nvSpPr>
        <p:spPr/>
        <p:txBody>
          <a:bodyPr/>
          <a:lstStyle/>
          <a:p>
            <a:fld id="{C09AD561-9B93-486C-B5CB-D1C4B195CCAE}" type="slidenum">
              <a:rPr lang="en-US" smtClean="0"/>
              <a:t>‹#›</a:t>
            </a:fld>
            <a:endParaRPr lang="en-US"/>
          </a:p>
        </p:txBody>
      </p:sp>
    </p:spTree>
    <p:extLst>
      <p:ext uri="{BB962C8B-B14F-4D97-AF65-F5344CB8AC3E}">
        <p14:creationId xmlns:p14="http://schemas.microsoft.com/office/powerpoint/2010/main" val="299848496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8.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A45E6F-98C0-B178-145B-2A47D44C188F}"/>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35DBB20A-8404-CC7B-AF0C-AF4AE1D3CB6F}"/>
              </a:ext>
            </a:extLst>
          </p:cNvPr>
          <p:cNvSpPr>
            <a:spLocks noGrp="1"/>
          </p:cNvSpPr>
          <p:nvPr>
            <p:ph type="dt" sz="half" idx="10"/>
          </p:nvPr>
        </p:nvSpPr>
        <p:spPr/>
        <p:txBody>
          <a:bodyPr/>
          <a:lstStyle/>
          <a:p>
            <a:endParaRPr lang="en-US"/>
          </a:p>
        </p:txBody>
      </p:sp>
      <p:sp>
        <p:nvSpPr>
          <p:cNvPr id="4" name="Footer Placeholder 3">
            <a:extLst>
              <a:ext uri="{FF2B5EF4-FFF2-40B4-BE49-F238E27FC236}">
                <a16:creationId xmlns:a16="http://schemas.microsoft.com/office/drawing/2014/main" id="{451F04D5-5B4B-0D8F-FCE7-A70488855B74}"/>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F7586998-0238-711E-B8F0-98E502C48BC9}"/>
              </a:ext>
            </a:extLst>
          </p:cNvPr>
          <p:cNvSpPr>
            <a:spLocks noGrp="1"/>
          </p:cNvSpPr>
          <p:nvPr>
            <p:ph type="sldNum" sz="quarter" idx="12"/>
          </p:nvPr>
        </p:nvSpPr>
        <p:spPr/>
        <p:txBody>
          <a:bodyPr/>
          <a:lstStyle/>
          <a:p>
            <a:fld id="{C09AD561-9B93-486C-B5CB-D1C4B195CCAE}" type="slidenum">
              <a:rPr lang="en-US" smtClean="0"/>
              <a:t>‹#›</a:t>
            </a:fld>
            <a:endParaRPr lang="en-US"/>
          </a:p>
        </p:txBody>
      </p:sp>
    </p:spTree>
    <p:extLst>
      <p:ext uri="{BB962C8B-B14F-4D97-AF65-F5344CB8AC3E}">
        <p14:creationId xmlns:p14="http://schemas.microsoft.com/office/powerpoint/2010/main" val="131942462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9.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45A4993B-75BF-E7DB-8752-D6B87CBF2357}"/>
              </a:ext>
            </a:extLst>
          </p:cNvPr>
          <p:cNvSpPr>
            <a:spLocks noGrp="1"/>
          </p:cNvSpPr>
          <p:nvPr>
            <p:ph type="dt" sz="half" idx="10"/>
          </p:nvPr>
        </p:nvSpPr>
        <p:spPr/>
        <p:txBody>
          <a:bodyPr/>
          <a:lstStyle/>
          <a:p>
            <a:endParaRPr lang="en-US"/>
          </a:p>
        </p:txBody>
      </p:sp>
      <p:sp>
        <p:nvSpPr>
          <p:cNvPr id="3" name="Footer Placeholder 2">
            <a:extLst>
              <a:ext uri="{FF2B5EF4-FFF2-40B4-BE49-F238E27FC236}">
                <a16:creationId xmlns:a16="http://schemas.microsoft.com/office/drawing/2014/main" id="{9F979C8F-6D49-ACAF-8780-3107CEAFAEA9}"/>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BA6C6CE9-EEDA-E375-8DA3-F92E839D17EE}"/>
              </a:ext>
            </a:extLst>
          </p:cNvPr>
          <p:cNvSpPr>
            <a:spLocks noGrp="1"/>
          </p:cNvSpPr>
          <p:nvPr>
            <p:ph type="sldNum" sz="quarter" idx="12"/>
          </p:nvPr>
        </p:nvSpPr>
        <p:spPr/>
        <p:txBody>
          <a:bodyPr/>
          <a:lstStyle/>
          <a:p>
            <a:fld id="{C09AD561-9B93-486C-B5CB-D1C4B195CCAE}" type="slidenum">
              <a:rPr lang="en-US" smtClean="0"/>
              <a:t>‹#›</a:t>
            </a:fld>
            <a:endParaRPr lang="en-US"/>
          </a:p>
        </p:txBody>
      </p:sp>
    </p:spTree>
    <p:extLst>
      <p:ext uri="{BB962C8B-B14F-4D97-AF65-F5344CB8AC3E}">
        <p14:creationId xmlns:p14="http://schemas.microsoft.com/office/powerpoint/2010/main" val="304948922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0.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D4964CA-82EF-1720-E3AC-A5A3E38E9EF9}"/>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F84086E4-E58D-FCB6-35A9-1C07F90015D8}"/>
              </a:ext>
            </a:extLst>
          </p:cNvPr>
          <p:cNvSpPr>
            <a:spLocks noGrp="1"/>
          </p:cNvSpPr>
          <p:nvPr>
            <p:ph idx="1"/>
          </p:nvPr>
        </p:nvSpPr>
        <p:spPr>
          <a:xfrm>
            <a:off x="5183188" y="987426"/>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1C5C6445-2E2D-8CB7-513B-1BE6387F5FDE}"/>
              </a:ext>
            </a:extLst>
          </p:cNvPr>
          <p:cNvSpPr>
            <a:spLocks noGrp="1"/>
          </p:cNvSpPr>
          <p:nvPr>
            <p:ph type="body" sz="half" idx="2"/>
          </p:nvPr>
        </p:nvSpPr>
        <p:spPr>
          <a:xfrm>
            <a:off x="839788" y="2057400"/>
            <a:ext cx="3932237" cy="3811588"/>
          </a:xfrm>
        </p:spPr>
        <p:txBody>
          <a:bodyPr/>
          <a:lstStyle>
            <a:lvl1pPr marL="0" indent="0">
              <a:buNone/>
              <a:defRPr sz="1600"/>
            </a:lvl1pPr>
            <a:lvl2pPr marL="457182" indent="0">
              <a:buNone/>
              <a:defRPr sz="1400"/>
            </a:lvl2pPr>
            <a:lvl3pPr marL="914363" indent="0">
              <a:buNone/>
              <a:defRPr sz="1200"/>
            </a:lvl3pPr>
            <a:lvl4pPr marL="1371545" indent="0">
              <a:buNone/>
              <a:defRPr sz="1000"/>
            </a:lvl4pPr>
            <a:lvl5pPr marL="1828727" indent="0">
              <a:buNone/>
              <a:defRPr sz="1000"/>
            </a:lvl5pPr>
            <a:lvl6pPr marL="2285909" indent="0">
              <a:buNone/>
              <a:defRPr sz="1000"/>
            </a:lvl6pPr>
            <a:lvl7pPr marL="2743090" indent="0">
              <a:buNone/>
              <a:defRPr sz="1000"/>
            </a:lvl7pPr>
            <a:lvl8pPr marL="3200272" indent="0">
              <a:buNone/>
              <a:defRPr sz="1000"/>
            </a:lvl8pPr>
            <a:lvl9pPr marL="3657454"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681EC624-2E89-75E9-D410-1AE811475A1E}"/>
              </a:ext>
            </a:extLst>
          </p:cNvPr>
          <p:cNvSpPr>
            <a:spLocks noGrp="1"/>
          </p:cNvSpPr>
          <p:nvPr>
            <p:ph type="dt" sz="half" idx="10"/>
          </p:nvPr>
        </p:nvSpPr>
        <p:spPr/>
        <p:txBody>
          <a:bodyPr/>
          <a:lstStyle/>
          <a:p>
            <a:endParaRPr lang="en-US"/>
          </a:p>
        </p:txBody>
      </p:sp>
      <p:sp>
        <p:nvSpPr>
          <p:cNvPr id="6" name="Footer Placeholder 5">
            <a:extLst>
              <a:ext uri="{FF2B5EF4-FFF2-40B4-BE49-F238E27FC236}">
                <a16:creationId xmlns:a16="http://schemas.microsoft.com/office/drawing/2014/main" id="{771610C5-A80B-123F-BED2-CDF0BA2BB685}"/>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2A426842-ABC7-AFCE-1988-C25DE7CB769D}"/>
              </a:ext>
            </a:extLst>
          </p:cNvPr>
          <p:cNvSpPr>
            <a:spLocks noGrp="1"/>
          </p:cNvSpPr>
          <p:nvPr>
            <p:ph type="sldNum" sz="quarter" idx="12"/>
          </p:nvPr>
        </p:nvSpPr>
        <p:spPr/>
        <p:txBody>
          <a:bodyPr/>
          <a:lstStyle/>
          <a:p>
            <a:fld id="{C09AD561-9B93-486C-B5CB-D1C4B195CCAE}" type="slidenum">
              <a:rPr lang="en-US" smtClean="0"/>
              <a:t>‹#›</a:t>
            </a:fld>
            <a:endParaRPr lang="en-US"/>
          </a:p>
        </p:txBody>
      </p:sp>
    </p:spTree>
    <p:extLst>
      <p:ext uri="{BB962C8B-B14F-4D97-AF65-F5344CB8AC3E}">
        <p14:creationId xmlns:p14="http://schemas.microsoft.com/office/powerpoint/2010/main" val="237764428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1.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244AFF-A4D7-61F2-4A35-01BDDF6BC4A8}"/>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5B62A19B-8417-2116-432F-0A2406E00ED1}"/>
              </a:ext>
            </a:extLst>
          </p:cNvPr>
          <p:cNvSpPr>
            <a:spLocks noGrp="1"/>
          </p:cNvSpPr>
          <p:nvPr>
            <p:ph type="pic" idx="1"/>
          </p:nvPr>
        </p:nvSpPr>
        <p:spPr>
          <a:xfrm>
            <a:off x="5183188" y="987426"/>
            <a:ext cx="6172200" cy="4873625"/>
          </a:xfrm>
        </p:spPr>
        <p:txBody>
          <a:bodyPr/>
          <a:lstStyle>
            <a:lvl1pPr marL="0" indent="0">
              <a:buNone/>
              <a:defRPr sz="3200"/>
            </a:lvl1pPr>
            <a:lvl2pPr marL="457182" indent="0">
              <a:buNone/>
              <a:defRPr sz="2800"/>
            </a:lvl2pPr>
            <a:lvl3pPr marL="914363" indent="0">
              <a:buNone/>
              <a:defRPr sz="2400"/>
            </a:lvl3pPr>
            <a:lvl4pPr marL="1371545" indent="0">
              <a:buNone/>
              <a:defRPr sz="2000"/>
            </a:lvl4pPr>
            <a:lvl5pPr marL="1828727" indent="0">
              <a:buNone/>
              <a:defRPr sz="2000"/>
            </a:lvl5pPr>
            <a:lvl6pPr marL="2285909" indent="0">
              <a:buNone/>
              <a:defRPr sz="2000"/>
            </a:lvl6pPr>
            <a:lvl7pPr marL="2743090" indent="0">
              <a:buNone/>
              <a:defRPr sz="2000"/>
            </a:lvl7pPr>
            <a:lvl8pPr marL="3200272" indent="0">
              <a:buNone/>
              <a:defRPr sz="2000"/>
            </a:lvl8pPr>
            <a:lvl9pPr marL="3657454" indent="0">
              <a:buNone/>
              <a:defRPr sz="2000"/>
            </a:lvl9pPr>
          </a:lstStyle>
          <a:p>
            <a:endParaRPr lang="en-US"/>
          </a:p>
        </p:txBody>
      </p:sp>
      <p:sp>
        <p:nvSpPr>
          <p:cNvPr id="4" name="Text Placeholder 3">
            <a:extLst>
              <a:ext uri="{FF2B5EF4-FFF2-40B4-BE49-F238E27FC236}">
                <a16:creationId xmlns:a16="http://schemas.microsoft.com/office/drawing/2014/main" id="{D3A3926A-FF08-F75B-5C4C-155A0C435E17}"/>
              </a:ext>
            </a:extLst>
          </p:cNvPr>
          <p:cNvSpPr>
            <a:spLocks noGrp="1"/>
          </p:cNvSpPr>
          <p:nvPr>
            <p:ph type="body" sz="half" idx="2"/>
          </p:nvPr>
        </p:nvSpPr>
        <p:spPr>
          <a:xfrm>
            <a:off x="839788" y="2057400"/>
            <a:ext cx="3932237" cy="3811588"/>
          </a:xfrm>
        </p:spPr>
        <p:txBody>
          <a:bodyPr/>
          <a:lstStyle>
            <a:lvl1pPr marL="0" indent="0">
              <a:buNone/>
              <a:defRPr sz="1600"/>
            </a:lvl1pPr>
            <a:lvl2pPr marL="457182" indent="0">
              <a:buNone/>
              <a:defRPr sz="1400"/>
            </a:lvl2pPr>
            <a:lvl3pPr marL="914363" indent="0">
              <a:buNone/>
              <a:defRPr sz="1200"/>
            </a:lvl3pPr>
            <a:lvl4pPr marL="1371545" indent="0">
              <a:buNone/>
              <a:defRPr sz="1000"/>
            </a:lvl4pPr>
            <a:lvl5pPr marL="1828727" indent="0">
              <a:buNone/>
              <a:defRPr sz="1000"/>
            </a:lvl5pPr>
            <a:lvl6pPr marL="2285909" indent="0">
              <a:buNone/>
              <a:defRPr sz="1000"/>
            </a:lvl6pPr>
            <a:lvl7pPr marL="2743090" indent="0">
              <a:buNone/>
              <a:defRPr sz="1000"/>
            </a:lvl7pPr>
            <a:lvl8pPr marL="3200272" indent="0">
              <a:buNone/>
              <a:defRPr sz="1000"/>
            </a:lvl8pPr>
            <a:lvl9pPr marL="3657454"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70196B79-7804-EB50-4050-9E784F457520}"/>
              </a:ext>
            </a:extLst>
          </p:cNvPr>
          <p:cNvSpPr>
            <a:spLocks noGrp="1"/>
          </p:cNvSpPr>
          <p:nvPr>
            <p:ph type="dt" sz="half" idx="10"/>
          </p:nvPr>
        </p:nvSpPr>
        <p:spPr/>
        <p:txBody>
          <a:bodyPr/>
          <a:lstStyle/>
          <a:p>
            <a:endParaRPr lang="en-US"/>
          </a:p>
        </p:txBody>
      </p:sp>
      <p:sp>
        <p:nvSpPr>
          <p:cNvPr id="6" name="Footer Placeholder 5">
            <a:extLst>
              <a:ext uri="{FF2B5EF4-FFF2-40B4-BE49-F238E27FC236}">
                <a16:creationId xmlns:a16="http://schemas.microsoft.com/office/drawing/2014/main" id="{BA71C7D1-3937-BEF1-284A-5D74909A99D9}"/>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8D594D8E-DA04-1098-6BDF-2172586B7CF0}"/>
              </a:ext>
            </a:extLst>
          </p:cNvPr>
          <p:cNvSpPr>
            <a:spLocks noGrp="1"/>
          </p:cNvSpPr>
          <p:nvPr>
            <p:ph type="sldNum" sz="quarter" idx="12"/>
          </p:nvPr>
        </p:nvSpPr>
        <p:spPr/>
        <p:txBody>
          <a:bodyPr/>
          <a:lstStyle/>
          <a:p>
            <a:fld id="{C09AD561-9B93-486C-B5CB-D1C4B195CCAE}" type="slidenum">
              <a:rPr lang="en-US" smtClean="0"/>
              <a:t>‹#›</a:t>
            </a:fld>
            <a:endParaRPr lang="en-US"/>
          </a:p>
        </p:txBody>
      </p:sp>
    </p:spTree>
    <p:extLst>
      <p:ext uri="{BB962C8B-B14F-4D97-AF65-F5344CB8AC3E}">
        <p14:creationId xmlns:p14="http://schemas.microsoft.com/office/powerpoint/2010/main" val="360203373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2.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B97EC0-37E5-FC57-322E-92CB97ED1EDC}"/>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CD44E835-8789-1808-CE7F-7E45F6131E56}"/>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FF621C5-225C-F65F-7A8C-62C0B556C00B}"/>
              </a:ext>
            </a:extLst>
          </p:cNvPr>
          <p:cNvSpPr>
            <a:spLocks noGrp="1"/>
          </p:cNvSpPr>
          <p:nvPr>
            <p:ph type="dt" sz="half" idx="10"/>
          </p:nvPr>
        </p:nvSpPr>
        <p:spPr/>
        <p:txBody>
          <a:bodyPr/>
          <a:lstStyle/>
          <a:p>
            <a:endParaRPr lang="en-US"/>
          </a:p>
        </p:txBody>
      </p:sp>
      <p:sp>
        <p:nvSpPr>
          <p:cNvPr id="5" name="Footer Placeholder 4">
            <a:extLst>
              <a:ext uri="{FF2B5EF4-FFF2-40B4-BE49-F238E27FC236}">
                <a16:creationId xmlns:a16="http://schemas.microsoft.com/office/drawing/2014/main" id="{60F4C491-F6DD-17A2-8D2C-8FBE85C37BE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DEF7310-2CA9-4FFD-19C3-5FDDDD70BCF4}"/>
              </a:ext>
            </a:extLst>
          </p:cNvPr>
          <p:cNvSpPr>
            <a:spLocks noGrp="1"/>
          </p:cNvSpPr>
          <p:nvPr>
            <p:ph type="sldNum" sz="quarter" idx="12"/>
          </p:nvPr>
        </p:nvSpPr>
        <p:spPr/>
        <p:txBody>
          <a:bodyPr/>
          <a:lstStyle/>
          <a:p>
            <a:fld id="{C09AD561-9B93-486C-B5CB-D1C4B195CCAE}" type="slidenum">
              <a:rPr lang="en-US" smtClean="0"/>
              <a:t>‹#›</a:t>
            </a:fld>
            <a:endParaRPr lang="en-US"/>
          </a:p>
        </p:txBody>
      </p:sp>
    </p:spTree>
    <p:extLst>
      <p:ext uri="{BB962C8B-B14F-4D97-AF65-F5344CB8AC3E}">
        <p14:creationId xmlns:p14="http://schemas.microsoft.com/office/powerpoint/2010/main" val="87200086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3.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F8861C92-C048-2B23-2BFA-A2C403373D6F}"/>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96CD425E-98F8-DCFC-3A1D-5A9E0DF8ACF9}"/>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B732EDD-1D95-5E03-80B2-EF382DABFD95}"/>
              </a:ext>
            </a:extLst>
          </p:cNvPr>
          <p:cNvSpPr>
            <a:spLocks noGrp="1"/>
          </p:cNvSpPr>
          <p:nvPr>
            <p:ph type="dt" sz="half" idx="10"/>
          </p:nvPr>
        </p:nvSpPr>
        <p:spPr/>
        <p:txBody>
          <a:bodyPr/>
          <a:lstStyle/>
          <a:p>
            <a:endParaRPr lang="en-US"/>
          </a:p>
        </p:txBody>
      </p:sp>
      <p:sp>
        <p:nvSpPr>
          <p:cNvPr id="5" name="Footer Placeholder 4">
            <a:extLst>
              <a:ext uri="{FF2B5EF4-FFF2-40B4-BE49-F238E27FC236}">
                <a16:creationId xmlns:a16="http://schemas.microsoft.com/office/drawing/2014/main" id="{2EE8CAC2-0946-B784-7113-94C33ECE5F9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C5D25B8-8509-2EEE-2452-8BA772AE3674}"/>
              </a:ext>
            </a:extLst>
          </p:cNvPr>
          <p:cNvSpPr>
            <a:spLocks noGrp="1"/>
          </p:cNvSpPr>
          <p:nvPr>
            <p:ph type="sldNum" sz="quarter" idx="12"/>
          </p:nvPr>
        </p:nvSpPr>
        <p:spPr/>
        <p:txBody>
          <a:bodyPr/>
          <a:lstStyle/>
          <a:p>
            <a:fld id="{C09AD561-9B93-486C-B5CB-D1C4B195CCAE}" type="slidenum">
              <a:rPr lang="en-US" smtClean="0"/>
              <a:t>‹#›</a:t>
            </a:fld>
            <a:endParaRPr lang="en-US"/>
          </a:p>
        </p:txBody>
      </p:sp>
    </p:spTree>
    <p:extLst>
      <p:ext uri="{BB962C8B-B14F-4D97-AF65-F5344CB8AC3E}">
        <p14:creationId xmlns:p14="http://schemas.microsoft.com/office/powerpoint/2010/main" val="113133750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4.xml><?xml version="1.0" encoding="utf-8"?>
<p:sldLayout xmlns:a="http://schemas.openxmlformats.org/drawingml/2006/main" xmlns:r="http://schemas.openxmlformats.org/officeDocument/2006/relationships" xmlns:p="http://schemas.openxmlformats.org/presentationml/2006/main">
  <p:cSld name="Agenda 1 and 2">
    <p:spTree>
      <p:nvGrpSpPr>
        <p:cNvPr id="1" name=""/>
        <p:cNvGrpSpPr/>
        <p:nvPr/>
      </p:nvGrpSpPr>
      <p:grpSpPr>
        <a:xfrm>
          <a:off x="0" y="0"/>
          <a:ext cx="0" cy="0"/>
          <a:chOff x="0" y="0"/>
          <a:chExt cx="0" cy="0"/>
        </a:xfrm>
      </p:grpSpPr>
      <p:sp>
        <p:nvSpPr>
          <p:cNvPr id="41" name="Rectangle 40">
            <a:extLst>
              <a:ext uri="{FF2B5EF4-FFF2-40B4-BE49-F238E27FC236}">
                <a16:creationId xmlns:a16="http://schemas.microsoft.com/office/drawing/2014/main" id="{A5F51225-8F0B-4245-8086-BC5A537700FB}"/>
              </a:ext>
            </a:extLst>
          </p:cNvPr>
          <p:cNvSpPr/>
          <p:nvPr/>
        </p:nvSpPr>
        <p:spPr>
          <a:xfrm>
            <a:off x="0" y="0"/>
            <a:ext cx="12192000" cy="6860138"/>
          </a:xfrm>
          <a:prstGeom prst="rect">
            <a:avLst/>
          </a:prstGeom>
          <a:solidFill>
            <a:srgbClr val="008AD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308"/>
          </a:p>
        </p:txBody>
      </p:sp>
      <p:sp>
        <p:nvSpPr>
          <p:cNvPr id="2" name="Title 1">
            <a:extLst>
              <a:ext uri="{FF2B5EF4-FFF2-40B4-BE49-F238E27FC236}">
                <a16:creationId xmlns:a16="http://schemas.microsoft.com/office/drawing/2014/main" id="{332855A5-7553-0742-89D9-7FDDEAC12245}"/>
              </a:ext>
            </a:extLst>
          </p:cNvPr>
          <p:cNvSpPr>
            <a:spLocks noGrp="1"/>
          </p:cNvSpPr>
          <p:nvPr>
            <p:ph type="ctrTitle" hasCustomPrompt="1"/>
          </p:nvPr>
        </p:nvSpPr>
        <p:spPr>
          <a:xfrm>
            <a:off x="603285" y="388389"/>
            <a:ext cx="6293099" cy="764390"/>
          </a:xfrm>
        </p:spPr>
        <p:txBody>
          <a:bodyPr anchor="b">
            <a:normAutofit/>
          </a:bodyPr>
          <a:lstStyle>
            <a:lvl1pPr algn="l">
              <a:defRPr sz="4000" b="0" i="0">
                <a:solidFill>
                  <a:schemeClr val="bg1"/>
                </a:solidFill>
                <a:latin typeface="Arial" panose="020B0604020202020204" pitchFamily="34" charset="0"/>
                <a:cs typeface="Arial" panose="020B0604020202020204" pitchFamily="34" charset="0"/>
              </a:defRPr>
            </a:lvl1pPr>
          </a:lstStyle>
          <a:p>
            <a:r>
              <a:rPr lang="en-US"/>
              <a:t>Agenda</a:t>
            </a:r>
          </a:p>
        </p:txBody>
      </p:sp>
      <p:cxnSp>
        <p:nvCxnSpPr>
          <p:cNvPr id="8" name="Straight Connector 7">
            <a:extLst>
              <a:ext uri="{FF2B5EF4-FFF2-40B4-BE49-F238E27FC236}">
                <a16:creationId xmlns:a16="http://schemas.microsoft.com/office/drawing/2014/main" id="{6429B927-B6FC-8D4F-A53C-304A6A8C41E0}"/>
              </a:ext>
            </a:extLst>
          </p:cNvPr>
          <p:cNvCxnSpPr>
            <a:cxnSpLocks/>
          </p:cNvCxnSpPr>
          <p:nvPr/>
        </p:nvCxnSpPr>
        <p:spPr>
          <a:xfrm>
            <a:off x="553090" y="2164099"/>
            <a:ext cx="7260444" cy="0"/>
          </a:xfrm>
          <a:prstGeom prst="line">
            <a:avLst/>
          </a:prstGeom>
          <a:ln w="12700">
            <a:solidFill>
              <a:srgbClr val="063A79"/>
            </a:solidFill>
          </a:ln>
        </p:spPr>
        <p:style>
          <a:lnRef idx="1">
            <a:schemeClr val="accent1"/>
          </a:lnRef>
          <a:fillRef idx="0">
            <a:schemeClr val="accent1"/>
          </a:fillRef>
          <a:effectRef idx="0">
            <a:schemeClr val="accent1"/>
          </a:effectRef>
          <a:fontRef idx="minor">
            <a:schemeClr val="tx1"/>
          </a:fontRef>
        </p:style>
      </p:cxnSp>
      <p:pic>
        <p:nvPicPr>
          <p:cNvPr id="35" name="Picture 34">
            <a:extLst>
              <a:ext uri="{FF2B5EF4-FFF2-40B4-BE49-F238E27FC236}">
                <a16:creationId xmlns:a16="http://schemas.microsoft.com/office/drawing/2014/main" id="{9459060E-9FC6-1241-86AD-AA333670AECC}"/>
              </a:ext>
            </a:extLst>
          </p:cNvPr>
          <p:cNvPicPr>
            <a:picLocks noChangeAspect="1"/>
          </p:cNvPicPr>
          <p:nvPr/>
        </p:nvPicPr>
        <p:blipFill>
          <a:blip r:embed="rId2" cstate="screen">
            <a:extLst>
              <a:ext uri="{28A0092B-C50C-407E-A947-70E740481C1C}">
                <a14:useLocalDpi xmlns:a14="http://schemas.microsoft.com/office/drawing/2010/main"/>
              </a:ext>
            </a:extLst>
          </a:blip>
          <a:srcRect/>
          <a:stretch/>
        </p:blipFill>
        <p:spPr>
          <a:xfrm>
            <a:off x="603286" y="7036369"/>
            <a:ext cx="615899" cy="210019"/>
          </a:xfrm>
          <a:prstGeom prst="rect">
            <a:avLst/>
          </a:prstGeom>
        </p:spPr>
      </p:pic>
      <p:sp>
        <p:nvSpPr>
          <p:cNvPr id="36" name="Slide Number Placeholder 5">
            <a:extLst>
              <a:ext uri="{FF2B5EF4-FFF2-40B4-BE49-F238E27FC236}">
                <a16:creationId xmlns:a16="http://schemas.microsoft.com/office/drawing/2014/main" id="{6F95C518-E370-6248-AEE6-FD9099B0B015}"/>
              </a:ext>
            </a:extLst>
          </p:cNvPr>
          <p:cNvSpPr>
            <a:spLocks noGrp="1"/>
          </p:cNvSpPr>
          <p:nvPr>
            <p:ph type="sldNum" sz="quarter" idx="12"/>
          </p:nvPr>
        </p:nvSpPr>
        <p:spPr>
          <a:xfrm>
            <a:off x="8845516" y="6454782"/>
            <a:ext cx="2743200" cy="154809"/>
          </a:xfrm>
        </p:spPr>
        <p:txBody>
          <a:bodyPr/>
          <a:lstStyle>
            <a:lvl1pPr>
              <a:defRPr sz="700">
                <a:solidFill>
                  <a:schemeClr val="bg1"/>
                </a:solidFill>
              </a:defRPr>
            </a:lvl1pPr>
          </a:lstStyle>
          <a:p>
            <a:fld id="{81715770-0B66-4D89-8E61-AABF50FE504C}" type="slidenum">
              <a:rPr lang="en-US" smtClean="0"/>
              <a:t>‹#›</a:t>
            </a:fld>
            <a:endParaRPr lang="en-US"/>
          </a:p>
        </p:txBody>
      </p:sp>
      <p:sp>
        <p:nvSpPr>
          <p:cNvPr id="32" name="Rectangle 31">
            <a:extLst>
              <a:ext uri="{FF2B5EF4-FFF2-40B4-BE49-F238E27FC236}">
                <a16:creationId xmlns:a16="http://schemas.microsoft.com/office/drawing/2014/main" id="{E1F10A0D-56F7-274F-989D-ED6596A4FEF9}"/>
              </a:ext>
            </a:extLst>
          </p:cNvPr>
          <p:cNvSpPr/>
          <p:nvPr/>
        </p:nvSpPr>
        <p:spPr>
          <a:xfrm flipV="1">
            <a:off x="0" y="365239"/>
            <a:ext cx="243068" cy="764390"/>
          </a:xfrm>
          <a:prstGeom prst="rect">
            <a:avLst/>
          </a:prstGeom>
          <a:solidFill>
            <a:srgbClr val="FF8E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308"/>
              <a:t>  </a:t>
            </a:r>
          </a:p>
        </p:txBody>
      </p:sp>
      <p:sp>
        <p:nvSpPr>
          <p:cNvPr id="4" name="Text Placeholder 3">
            <a:extLst>
              <a:ext uri="{FF2B5EF4-FFF2-40B4-BE49-F238E27FC236}">
                <a16:creationId xmlns:a16="http://schemas.microsoft.com/office/drawing/2014/main" id="{2071D07F-570D-5747-BF47-A0163B43B665}"/>
              </a:ext>
            </a:extLst>
          </p:cNvPr>
          <p:cNvSpPr>
            <a:spLocks noGrp="1"/>
          </p:cNvSpPr>
          <p:nvPr>
            <p:ph type="body" sz="quarter" idx="13" hasCustomPrompt="1"/>
          </p:nvPr>
        </p:nvSpPr>
        <p:spPr>
          <a:xfrm>
            <a:off x="1012490" y="1655805"/>
            <a:ext cx="5883893" cy="493713"/>
          </a:xfrm>
        </p:spPr>
        <p:txBody>
          <a:bodyPr anchor="b">
            <a:normAutofit/>
          </a:bodyPr>
          <a:lstStyle>
            <a:lvl1pPr marL="0" indent="0">
              <a:buNone/>
              <a:defRPr sz="2000" b="0" i="0">
                <a:solidFill>
                  <a:schemeClr val="bg1"/>
                </a:solidFill>
                <a:latin typeface="Arial" panose="020B0604020202020204" pitchFamily="34" charset="0"/>
                <a:cs typeface="Arial" panose="020B0604020202020204" pitchFamily="34" charset="0"/>
              </a:defRPr>
            </a:lvl1pPr>
          </a:lstStyle>
          <a:p>
            <a:pPr lvl="0"/>
            <a:r>
              <a:rPr lang="en-US"/>
              <a:t>Category Placeholder</a:t>
            </a:r>
          </a:p>
        </p:txBody>
      </p:sp>
      <p:pic>
        <p:nvPicPr>
          <p:cNvPr id="69" name="Picture 68">
            <a:extLst>
              <a:ext uri="{FF2B5EF4-FFF2-40B4-BE49-F238E27FC236}">
                <a16:creationId xmlns:a16="http://schemas.microsoft.com/office/drawing/2014/main" id="{FB7ECFA3-6A93-2349-B238-F09B0AB95F4B}"/>
              </a:ext>
            </a:extLst>
          </p:cNvPr>
          <p:cNvPicPr>
            <a:picLocks noChangeAspect="1"/>
          </p:cNvPicPr>
          <p:nvPr/>
        </p:nvPicPr>
        <p:blipFill rotWithShape="1">
          <a:blip r:embed="rId3" cstate="screen">
            <a:extLst>
              <a:ext uri="{28A0092B-C50C-407E-A947-70E740481C1C}">
                <a14:useLocalDpi xmlns:a14="http://schemas.microsoft.com/office/drawing/2010/main"/>
              </a:ext>
            </a:extLst>
          </a:blip>
          <a:srcRect/>
          <a:stretch/>
        </p:blipFill>
        <p:spPr>
          <a:xfrm flipH="1">
            <a:off x="8237566" y="1655805"/>
            <a:ext cx="3959104" cy="4300150"/>
          </a:xfrm>
          <a:prstGeom prst="rect">
            <a:avLst/>
          </a:prstGeom>
        </p:spPr>
      </p:pic>
      <p:cxnSp>
        <p:nvCxnSpPr>
          <p:cNvPr id="70" name="Straight Connector 69">
            <a:extLst>
              <a:ext uri="{FF2B5EF4-FFF2-40B4-BE49-F238E27FC236}">
                <a16:creationId xmlns:a16="http://schemas.microsoft.com/office/drawing/2014/main" id="{6F448927-7781-2B45-BA45-39E8497D7C83}"/>
              </a:ext>
            </a:extLst>
          </p:cNvPr>
          <p:cNvCxnSpPr>
            <a:cxnSpLocks/>
          </p:cNvCxnSpPr>
          <p:nvPr/>
        </p:nvCxnSpPr>
        <p:spPr>
          <a:xfrm>
            <a:off x="553090" y="2797988"/>
            <a:ext cx="7260444" cy="0"/>
          </a:xfrm>
          <a:prstGeom prst="line">
            <a:avLst/>
          </a:prstGeom>
          <a:ln w="12700">
            <a:solidFill>
              <a:srgbClr val="063A79"/>
            </a:solidFill>
          </a:ln>
        </p:spPr>
        <p:style>
          <a:lnRef idx="1">
            <a:schemeClr val="accent1"/>
          </a:lnRef>
          <a:fillRef idx="0">
            <a:schemeClr val="accent1"/>
          </a:fillRef>
          <a:effectRef idx="0">
            <a:schemeClr val="accent1"/>
          </a:effectRef>
          <a:fontRef idx="minor">
            <a:schemeClr val="tx1"/>
          </a:fontRef>
        </p:style>
      </p:cxnSp>
      <p:sp>
        <p:nvSpPr>
          <p:cNvPr id="71" name="Text Placeholder 3">
            <a:extLst>
              <a:ext uri="{FF2B5EF4-FFF2-40B4-BE49-F238E27FC236}">
                <a16:creationId xmlns:a16="http://schemas.microsoft.com/office/drawing/2014/main" id="{F0613E2E-3C6A-3E44-BEE8-FB391905D1DF}"/>
              </a:ext>
            </a:extLst>
          </p:cNvPr>
          <p:cNvSpPr>
            <a:spLocks noGrp="1"/>
          </p:cNvSpPr>
          <p:nvPr>
            <p:ph type="body" sz="quarter" idx="14" hasCustomPrompt="1"/>
          </p:nvPr>
        </p:nvSpPr>
        <p:spPr>
          <a:xfrm>
            <a:off x="1012490" y="2289694"/>
            <a:ext cx="5883893" cy="493713"/>
          </a:xfrm>
        </p:spPr>
        <p:txBody>
          <a:bodyPr anchor="b">
            <a:normAutofit/>
          </a:bodyPr>
          <a:lstStyle>
            <a:lvl1pPr marL="0" indent="0">
              <a:buNone/>
              <a:defRPr sz="2000" b="0" i="0">
                <a:solidFill>
                  <a:schemeClr val="bg1"/>
                </a:solidFill>
                <a:latin typeface="Arial" panose="020B0604020202020204" pitchFamily="34" charset="0"/>
                <a:cs typeface="Arial" panose="020B0604020202020204" pitchFamily="34" charset="0"/>
              </a:defRPr>
            </a:lvl1pPr>
          </a:lstStyle>
          <a:p>
            <a:pPr lvl="0"/>
            <a:r>
              <a:rPr lang="en-US"/>
              <a:t>Category Placeholder</a:t>
            </a:r>
          </a:p>
        </p:txBody>
      </p:sp>
      <p:cxnSp>
        <p:nvCxnSpPr>
          <p:cNvPr id="72" name="Straight Connector 71">
            <a:extLst>
              <a:ext uri="{FF2B5EF4-FFF2-40B4-BE49-F238E27FC236}">
                <a16:creationId xmlns:a16="http://schemas.microsoft.com/office/drawing/2014/main" id="{72E14B29-154B-CB45-A683-72B0AAA423B6}"/>
              </a:ext>
            </a:extLst>
          </p:cNvPr>
          <p:cNvCxnSpPr>
            <a:cxnSpLocks/>
          </p:cNvCxnSpPr>
          <p:nvPr/>
        </p:nvCxnSpPr>
        <p:spPr>
          <a:xfrm>
            <a:off x="553090" y="3431877"/>
            <a:ext cx="7260444" cy="0"/>
          </a:xfrm>
          <a:prstGeom prst="line">
            <a:avLst/>
          </a:prstGeom>
          <a:ln w="12700">
            <a:solidFill>
              <a:srgbClr val="063A79"/>
            </a:solidFill>
          </a:ln>
        </p:spPr>
        <p:style>
          <a:lnRef idx="1">
            <a:schemeClr val="accent1"/>
          </a:lnRef>
          <a:fillRef idx="0">
            <a:schemeClr val="accent1"/>
          </a:fillRef>
          <a:effectRef idx="0">
            <a:schemeClr val="accent1"/>
          </a:effectRef>
          <a:fontRef idx="minor">
            <a:schemeClr val="tx1"/>
          </a:fontRef>
        </p:style>
      </p:cxnSp>
      <p:sp>
        <p:nvSpPr>
          <p:cNvPr id="73" name="Text Placeholder 3">
            <a:extLst>
              <a:ext uri="{FF2B5EF4-FFF2-40B4-BE49-F238E27FC236}">
                <a16:creationId xmlns:a16="http://schemas.microsoft.com/office/drawing/2014/main" id="{594EACC3-0305-8044-BCFE-63722EA52709}"/>
              </a:ext>
            </a:extLst>
          </p:cNvPr>
          <p:cNvSpPr>
            <a:spLocks noGrp="1"/>
          </p:cNvSpPr>
          <p:nvPr>
            <p:ph type="body" sz="quarter" idx="15" hasCustomPrompt="1"/>
          </p:nvPr>
        </p:nvSpPr>
        <p:spPr>
          <a:xfrm>
            <a:off x="1012490" y="2923584"/>
            <a:ext cx="5883893" cy="493713"/>
          </a:xfrm>
        </p:spPr>
        <p:txBody>
          <a:bodyPr anchor="b">
            <a:normAutofit/>
          </a:bodyPr>
          <a:lstStyle>
            <a:lvl1pPr marL="0" indent="0">
              <a:buNone/>
              <a:defRPr sz="2000" b="0" i="0">
                <a:solidFill>
                  <a:schemeClr val="bg1"/>
                </a:solidFill>
                <a:latin typeface="Arial" panose="020B0604020202020204" pitchFamily="34" charset="0"/>
                <a:cs typeface="Arial" panose="020B0604020202020204" pitchFamily="34" charset="0"/>
              </a:defRPr>
            </a:lvl1pPr>
          </a:lstStyle>
          <a:p>
            <a:pPr lvl="0"/>
            <a:r>
              <a:rPr lang="en-US"/>
              <a:t>Category Placeholder</a:t>
            </a:r>
          </a:p>
        </p:txBody>
      </p:sp>
      <p:cxnSp>
        <p:nvCxnSpPr>
          <p:cNvPr id="74" name="Straight Connector 73">
            <a:extLst>
              <a:ext uri="{FF2B5EF4-FFF2-40B4-BE49-F238E27FC236}">
                <a16:creationId xmlns:a16="http://schemas.microsoft.com/office/drawing/2014/main" id="{6D5369A1-BD2D-4247-80CD-0E02871989CD}"/>
              </a:ext>
            </a:extLst>
          </p:cNvPr>
          <p:cNvCxnSpPr>
            <a:cxnSpLocks/>
          </p:cNvCxnSpPr>
          <p:nvPr/>
        </p:nvCxnSpPr>
        <p:spPr>
          <a:xfrm>
            <a:off x="553090" y="4065766"/>
            <a:ext cx="7260444" cy="0"/>
          </a:xfrm>
          <a:prstGeom prst="line">
            <a:avLst/>
          </a:prstGeom>
          <a:ln w="12700">
            <a:solidFill>
              <a:srgbClr val="063A79"/>
            </a:solidFill>
          </a:ln>
        </p:spPr>
        <p:style>
          <a:lnRef idx="1">
            <a:schemeClr val="accent1"/>
          </a:lnRef>
          <a:fillRef idx="0">
            <a:schemeClr val="accent1"/>
          </a:fillRef>
          <a:effectRef idx="0">
            <a:schemeClr val="accent1"/>
          </a:effectRef>
          <a:fontRef idx="minor">
            <a:schemeClr val="tx1"/>
          </a:fontRef>
        </p:style>
      </p:cxnSp>
      <p:sp>
        <p:nvSpPr>
          <p:cNvPr id="75" name="Text Placeholder 3">
            <a:extLst>
              <a:ext uri="{FF2B5EF4-FFF2-40B4-BE49-F238E27FC236}">
                <a16:creationId xmlns:a16="http://schemas.microsoft.com/office/drawing/2014/main" id="{FB63ED6A-7E23-AB44-8A96-63CD8247E728}"/>
              </a:ext>
            </a:extLst>
          </p:cNvPr>
          <p:cNvSpPr>
            <a:spLocks noGrp="1"/>
          </p:cNvSpPr>
          <p:nvPr>
            <p:ph type="body" sz="quarter" idx="16" hasCustomPrompt="1"/>
          </p:nvPr>
        </p:nvSpPr>
        <p:spPr>
          <a:xfrm>
            <a:off x="1012490" y="3557474"/>
            <a:ext cx="5883893" cy="493713"/>
          </a:xfrm>
        </p:spPr>
        <p:txBody>
          <a:bodyPr anchor="b">
            <a:normAutofit/>
          </a:bodyPr>
          <a:lstStyle>
            <a:lvl1pPr marL="0" indent="0">
              <a:buNone/>
              <a:defRPr sz="2000" b="0" i="0">
                <a:solidFill>
                  <a:schemeClr val="bg1"/>
                </a:solidFill>
                <a:latin typeface="Arial" panose="020B0604020202020204" pitchFamily="34" charset="0"/>
                <a:cs typeface="Arial" panose="020B0604020202020204" pitchFamily="34" charset="0"/>
              </a:defRPr>
            </a:lvl1pPr>
          </a:lstStyle>
          <a:p>
            <a:pPr lvl="0"/>
            <a:r>
              <a:rPr lang="en-US"/>
              <a:t>Category Placeholder</a:t>
            </a:r>
          </a:p>
        </p:txBody>
      </p:sp>
      <p:cxnSp>
        <p:nvCxnSpPr>
          <p:cNvPr id="84" name="Straight Connector 83">
            <a:extLst>
              <a:ext uri="{FF2B5EF4-FFF2-40B4-BE49-F238E27FC236}">
                <a16:creationId xmlns:a16="http://schemas.microsoft.com/office/drawing/2014/main" id="{4953B43E-6990-B04B-80D1-41DB0DF20E58}"/>
              </a:ext>
            </a:extLst>
          </p:cNvPr>
          <p:cNvCxnSpPr>
            <a:cxnSpLocks/>
          </p:cNvCxnSpPr>
          <p:nvPr/>
        </p:nvCxnSpPr>
        <p:spPr>
          <a:xfrm>
            <a:off x="553090" y="4699655"/>
            <a:ext cx="7260444" cy="0"/>
          </a:xfrm>
          <a:prstGeom prst="line">
            <a:avLst/>
          </a:prstGeom>
          <a:ln w="12700">
            <a:solidFill>
              <a:srgbClr val="063A79"/>
            </a:solidFill>
          </a:ln>
        </p:spPr>
        <p:style>
          <a:lnRef idx="1">
            <a:schemeClr val="accent1"/>
          </a:lnRef>
          <a:fillRef idx="0">
            <a:schemeClr val="accent1"/>
          </a:fillRef>
          <a:effectRef idx="0">
            <a:schemeClr val="accent1"/>
          </a:effectRef>
          <a:fontRef idx="minor">
            <a:schemeClr val="tx1"/>
          </a:fontRef>
        </p:style>
      </p:cxnSp>
      <p:sp>
        <p:nvSpPr>
          <p:cNvPr id="85" name="Text Placeholder 3">
            <a:extLst>
              <a:ext uri="{FF2B5EF4-FFF2-40B4-BE49-F238E27FC236}">
                <a16:creationId xmlns:a16="http://schemas.microsoft.com/office/drawing/2014/main" id="{2F583019-9ED7-5F4E-9215-3A34B0483E94}"/>
              </a:ext>
            </a:extLst>
          </p:cNvPr>
          <p:cNvSpPr>
            <a:spLocks noGrp="1"/>
          </p:cNvSpPr>
          <p:nvPr>
            <p:ph type="body" sz="quarter" idx="17" hasCustomPrompt="1"/>
          </p:nvPr>
        </p:nvSpPr>
        <p:spPr>
          <a:xfrm>
            <a:off x="1012490" y="4191363"/>
            <a:ext cx="5883893" cy="493713"/>
          </a:xfrm>
        </p:spPr>
        <p:txBody>
          <a:bodyPr anchor="b">
            <a:normAutofit/>
          </a:bodyPr>
          <a:lstStyle>
            <a:lvl1pPr marL="0" indent="0">
              <a:buNone/>
              <a:defRPr sz="2000" b="0" i="0">
                <a:solidFill>
                  <a:schemeClr val="bg1"/>
                </a:solidFill>
                <a:latin typeface="Arial" panose="020B0604020202020204" pitchFamily="34" charset="0"/>
                <a:cs typeface="Arial" panose="020B0604020202020204" pitchFamily="34" charset="0"/>
              </a:defRPr>
            </a:lvl1pPr>
          </a:lstStyle>
          <a:p>
            <a:pPr lvl="0"/>
            <a:r>
              <a:rPr lang="en-US"/>
              <a:t>Category Placeholder</a:t>
            </a:r>
          </a:p>
        </p:txBody>
      </p:sp>
      <p:cxnSp>
        <p:nvCxnSpPr>
          <p:cNvPr id="86" name="Straight Connector 85">
            <a:extLst>
              <a:ext uri="{FF2B5EF4-FFF2-40B4-BE49-F238E27FC236}">
                <a16:creationId xmlns:a16="http://schemas.microsoft.com/office/drawing/2014/main" id="{AF73A6E7-C6A4-164E-A09E-699C0FC25EC3}"/>
              </a:ext>
            </a:extLst>
          </p:cNvPr>
          <p:cNvCxnSpPr>
            <a:cxnSpLocks/>
          </p:cNvCxnSpPr>
          <p:nvPr/>
        </p:nvCxnSpPr>
        <p:spPr>
          <a:xfrm>
            <a:off x="553090" y="5333544"/>
            <a:ext cx="7260444" cy="0"/>
          </a:xfrm>
          <a:prstGeom prst="line">
            <a:avLst/>
          </a:prstGeom>
          <a:ln w="12700">
            <a:solidFill>
              <a:srgbClr val="063A79"/>
            </a:solidFill>
          </a:ln>
        </p:spPr>
        <p:style>
          <a:lnRef idx="1">
            <a:schemeClr val="accent1"/>
          </a:lnRef>
          <a:fillRef idx="0">
            <a:schemeClr val="accent1"/>
          </a:fillRef>
          <a:effectRef idx="0">
            <a:schemeClr val="accent1"/>
          </a:effectRef>
          <a:fontRef idx="minor">
            <a:schemeClr val="tx1"/>
          </a:fontRef>
        </p:style>
      </p:cxnSp>
      <p:sp>
        <p:nvSpPr>
          <p:cNvPr id="87" name="Text Placeholder 3">
            <a:extLst>
              <a:ext uri="{FF2B5EF4-FFF2-40B4-BE49-F238E27FC236}">
                <a16:creationId xmlns:a16="http://schemas.microsoft.com/office/drawing/2014/main" id="{C7A09DBC-4811-BA4C-AA56-7C7D2B699F64}"/>
              </a:ext>
            </a:extLst>
          </p:cNvPr>
          <p:cNvSpPr>
            <a:spLocks noGrp="1"/>
          </p:cNvSpPr>
          <p:nvPr>
            <p:ph type="body" sz="quarter" idx="18" hasCustomPrompt="1"/>
          </p:nvPr>
        </p:nvSpPr>
        <p:spPr>
          <a:xfrm>
            <a:off x="1012490" y="4825250"/>
            <a:ext cx="5883893" cy="493713"/>
          </a:xfrm>
        </p:spPr>
        <p:txBody>
          <a:bodyPr anchor="b">
            <a:normAutofit/>
          </a:bodyPr>
          <a:lstStyle>
            <a:lvl1pPr marL="0" indent="0">
              <a:buNone/>
              <a:defRPr sz="2000" b="0" i="0">
                <a:solidFill>
                  <a:schemeClr val="bg1"/>
                </a:solidFill>
                <a:latin typeface="Arial" panose="020B0604020202020204" pitchFamily="34" charset="0"/>
                <a:cs typeface="Arial" panose="020B0604020202020204" pitchFamily="34" charset="0"/>
              </a:defRPr>
            </a:lvl1pPr>
          </a:lstStyle>
          <a:p>
            <a:pPr lvl="0"/>
            <a:r>
              <a:rPr lang="en-US"/>
              <a:t>Category Placeholder</a:t>
            </a:r>
          </a:p>
        </p:txBody>
      </p:sp>
      <p:cxnSp>
        <p:nvCxnSpPr>
          <p:cNvPr id="88" name="Straight Connector 87">
            <a:extLst>
              <a:ext uri="{FF2B5EF4-FFF2-40B4-BE49-F238E27FC236}">
                <a16:creationId xmlns:a16="http://schemas.microsoft.com/office/drawing/2014/main" id="{4A12BF71-8B36-044C-ADAD-C565FC69931F}"/>
              </a:ext>
            </a:extLst>
          </p:cNvPr>
          <p:cNvCxnSpPr>
            <a:cxnSpLocks/>
          </p:cNvCxnSpPr>
          <p:nvPr/>
        </p:nvCxnSpPr>
        <p:spPr>
          <a:xfrm>
            <a:off x="553090" y="5967433"/>
            <a:ext cx="7260444" cy="0"/>
          </a:xfrm>
          <a:prstGeom prst="line">
            <a:avLst/>
          </a:prstGeom>
          <a:ln w="12700">
            <a:solidFill>
              <a:srgbClr val="063A79"/>
            </a:solidFill>
          </a:ln>
        </p:spPr>
        <p:style>
          <a:lnRef idx="1">
            <a:schemeClr val="accent1"/>
          </a:lnRef>
          <a:fillRef idx="0">
            <a:schemeClr val="accent1"/>
          </a:fillRef>
          <a:effectRef idx="0">
            <a:schemeClr val="accent1"/>
          </a:effectRef>
          <a:fontRef idx="minor">
            <a:schemeClr val="tx1"/>
          </a:fontRef>
        </p:style>
      </p:cxnSp>
      <p:sp>
        <p:nvSpPr>
          <p:cNvPr id="89" name="Text Placeholder 3">
            <a:extLst>
              <a:ext uri="{FF2B5EF4-FFF2-40B4-BE49-F238E27FC236}">
                <a16:creationId xmlns:a16="http://schemas.microsoft.com/office/drawing/2014/main" id="{36E8175E-5ED2-8242-BA2E-102050109B71}"/>
              </a:ext>
            </a:extLst>
          </p:cNvPr>
          <p:cNvSpPr>
            <a:spLocks noGrp="1"/>
          </p:cNvSpPr>
          <p:nvPr>
            <p:ph type="body" sz="quarter" idx="19" hasCustomPrompt="1"/>
          </p:nvPr>
        </p:nvSpPr>
        <p:spPr>
          <a:xfrm>
            <a:off x="1012490" y="5459139"/>
            <a:ext cx="5883893" cy="493713"/>
          </a:xfrm>
        </p:spPr>
        <p:txBody>
          <a:bodyPr anchor="b">
            <a:normAutofit/>
          </a:bodyPr>
          <a:lstStyle>
            <a:lvl1pPr marL="0" indent="0">
              <a:buNone/>
              <a:defRPr sz="2000" b="0" i="0">
                <a:solidFill>
                  <a:schemeClr val="bg1"/>
                </a:solidFill>
                <a:latin typeface="Arial" panose="020B0604020202020204" pitchFamily="34" charset="0"/>
                <a:cs typeface="Arial" panose="020B0604020202020204" pitchFamily="34" charset="0"/>
              </a:defRPr>
            </a:lvl1pPr>
          </a:lstStyle>
          <a:p>
            <a:pPr lvl="0"/>
            <a:r>
              <a:rPr lang="en-US"/>
              <a:t>Category Placeholder</a:t>
            </a:r>
          </a:p>
        </p:txBody>
      </p:sp>
      <p:pic>
        <p:nvPicPr>
          <p:cNvPr id="92" name="Picture 91">
            <a:extLst>
              <a:ext uri="{FF2B5EF4-FFF2-40B4-BE49-F238E27FC236}">
                <a16:creationId xmlns:a16="http://schemas.microsoft.com/office/drawing/2014/main" id="{550E8A97-1337-F84B-94F2-BACC34ED68FC}"/>
              </a:ext>
            </a:extLst>
          </p:cNvPr>
          <p:cNvPicPr>
            <a:picLocks noChangeAspect="1"/>
          </p:cNvPicPr>
          <p:nvPr/>
        </p:nvPicPr>
        <p:blipFill>
          <a:blip r:embed="rId4" cstate="screen">
            <a:extLst>
              <a:ext uri="{28A0092B-C50C-407E-A947-70E740481C1C}">
                <a14:useLocalDpi xmlns:a14="http://schemas.microsoft.com/office/drawing/2010/main"/>
              </a:ext>
            </a:extLst>
          </a:blip>
          <a:stretch>
            <a:fillRect/>
          </a:stretch>
        </p:blipFill>
        <p:spPr>
          <a:xfrm>
            <a:off x="603284" y="6454780"/>
            <a:ext cx="767123" cy="280908"/>
          </a:xfrm>
          <a:prstGeom prst="rect">
            <a:avLst/>
          </a:prstGeom>
        </p:spPr>
      </p:pic>
      <p:sp>
        <p:nvSpPr>
          <p:cNvPr id="7" name="Picture Placeholder 6">
            <a:extLst>
              <a:ext uri="{FF2B5EF4-FFF2-40B4-BE49-F238E27FC236}">
                <a16:creationId xmlns:a16="http://schemas.microsoft.com/office/drawing/2014/main" id="{77D1000D-272E-3646-A367-5EE87CF6901C}"/>
              </a:ext>
            </a:extLst>
          </p:cNvPr>
          <p:cNvSpPr>
            <a:spLocks noGrp="1"/>
          </p:cNvSpPr>
          <p:nvPr>
            <p:ph type="pic" sz="quarter" idx="20"/>
          </p:nvPr>
        </p:nvSpPr>
        <p:spPr>
          <a:xfrm>
            <a:off x="8237538" y="1655763"/>
            <a:ext cx="3954462" cy="4297362"/>
          </a:xfrm>
        </p:spPr>
        <p:txBody>
          <a:bodyPr/>
          <a:lstStyle>
            <a:lvl1pPr marL="0" indent="0">
              <a:buNone/>
              <a:defRPr>
                <a:solidFill>
                  <a:srgbClr val="008AD9"/>
                </a:solidFill>
              </a:defRPr>
            </a:lvl1pPr>
          </a:lstStyle>
          <a:p>
            <a:r>
              <a:rPr lang="en-US"/>
              <a:t>Click icon to add picture</a:t>
            </a:r>
          </a:p>
        </p:txBody>
      </p:sp>
    </p:spTree>
    <p:extLst>
      <p:ext uri="{BB962C8B-B14F-4D97-AF65-F5344CB8AC3E}">
        <p14:creationId xmlns:p14="http://schemas.microsoft.com/office/powerpoint/2010/main" val="188412975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5.xml><?xml version="1.0" encoding="utf-8"?>
<p:sldLayout xmlns:a="http://schemas.openxmlformats.org/drawingml/2006/main" xmlns:r="http://schemas.openxmlformats.org/officeDocument/2006/relationships" xmlns:p="http://schemas.openxmlformats.org/presentationml/2006/main" userDrawn="1">
  <p:cSld name="Content: Title only">
    <p:spTree>
      <p:nvGrpSpPr>
        <p:cNvPr id="1" name=""/>
        <p:cNvGrpSpPr/>
        <p:nvPr/>
      </p:nvGrpSpPr>
      <p:grpSpPr>
        <a:xfrm>
          <a:off x="0" y="0"/>
          <a:ext cx="0" cy="0"/>
          <a:chOff x="0" y="0"/>
          <a:chExt cx="0" cy="0"/>
        </a:xfrm>
      </p:grpSpPr>
      <p:sp>
        <p:nvSpPr>
          <p:cNvPr id="9" name="Title 1">
            <a:extLst>
              <a:ext uri="{FF2B5EF4-FFF2-40B4-BE49-F238E27FC236}">
                <a16:creationId xmlns:a16="http://schemas.microsoft.com/office/drawing/2014/main" id="{0E93CEEC-4F06-5349-BB63-F02B2B211B29}"/>
              </a:ext>
            </a:extLst>
          </p:cNvPr>
          <p:cNvSpPr>
            <a:spLocks noGrp="1"/>
          </p:cNvSpPr>
          <p:nvPr>
            <p:ph type="ctrTitle" hasCustomPrompt="1"/>
          </p:nvPr>
        </p:nvSpPr>
        <p:spPr>
          <a:xfrm>
            <a:off x="350883" y="347096"/>
            <a:ext cx="10985432" cy="764390"/>
          </a:xfrm>
        </p:spPr>
        <p:txBody>
          <a:bodyPr anchor="b">
            <a:normAutofit/>
          </a:bodyPr>
          <a:lstStyle>
            <a:lvl1pPr algn="l">
              <a:defRPr sz="4000" b="0" i="0">
                <a:solidFill>
                  <a:srgbClr val="063A79"/>
                </a:solidFill>
                <a:latin typeface="Poppins SemiBold" panose="00000700000000000000" pitchFamily="2" charset="0"/>
                <a:cs typeface="Poppins SemiBold" panose="00000700000000000000" pitchFamily="2" charset="0"/>
              </a:defRPr>
            </a:lvl1pPr>
          </a:lstStyle>
          <a:p>
            <a:r>
              <a:rPr lang="en-US"/>
              <a:t>Placeholder for Title</a:t>
            </a:r>
          </a:p>
        </p:txBody>
      </p:sp>
      <p:pic>
        <p:nvPicPr>
          <p:cNvPr id="20" name="Picture 19">
            <a:extLst>
              <a:ext uri="{FF2B5EF4-FFF2-40B4-BE49-F238E27FC236}">
                <a16:creationId xmlns:a16="http://schemas.microsoft.com/office/drawing/2014/main" id="{60499D1E-B5BB-3141-A0F0-C62AD4413DC7}"/>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11002852" y="6337495"/>
            <a:ext cx="767123" cy="264231"/>
          </a:xfrm>
          <a:prstGeom prst="rect">
            <a:avLst/>
          </a:prstGeom>
        </p:spPr>
      </p:pic>
      <p:sp>
        <p:nvSpPr>
          <p:cNvPr id="2" name="Rectangle 1">
            <a:extLst>
              <a:ext uri="{FF2B5EF4-FFF2-40B4-BE49-F238E27FC236}">
                <a16:creationId xmlns:a16="http://schemas.microsoft.com/office/drawing/2014/main" id="{FEEC62C7-21A3-29A1-2073-C46D015B8769}"/>
              </a:ext>
            </a:extLst>
          </p:cNvPr>
          <p:cNvSpPr/>
          <p:nvPr userDrawn="1"/>
        </p:nvSpPr>
        <p:spPr>
          <a:xfrm flipV="1">
            <a:off x="1" y="365239"/>
            <a:ext cx="79744" cy="764390"/>
          </a:xfrm>
          <a:prstGeom prst="rect">
            <a:avLst/>
          </a:prstGeom>
          <a:solidFill>
            <a:srgbClr val="FF8E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308" b="1"/>
              <a:t>  </a:t>
            </a:r>
          </a:p>
        </p:txBody>
      </p:sp>
    </p:spTree>
    <p:extLst>
      <p:ext uri="{BB962C8B-B14F-4D97-AF65-F5344CB8AC3E}">
        <p14:creationId xmlns:p14="http://schemas.microsoft.com/office/powerpoint/2010/main" val="134748174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6.xml><?xml version="1.0" encoding="utf-8"?>
<p:sldLayout xmlns:a="http://schemas.openxmlformats.org/drawingml/2006/main" xmlns:r="http://schemas.openxmlformats.org/officeDocument/2006/relationships" xmlns:p="http://schemas.openxmlformats.org/presentationml/2006/main" userDrawn="1">
  <p:cSld name="Thank You">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4A9E9507-3CE7-4248-BD33-4B6D499CFF35}"/>
              </a:ext>
            </a:extLst>
          </p:cNvPr>
          <p:cNvPicPr>
            <a:picLocks noChangeAspect="1"/>
          </p:cNvPicPr>
          <p:nvPr userDrawn="1"/>
        </p:nvPicPr>
        <p:blipFill>
          <a:blip r:embed="rId2"/>
          <a:stretch>
            <a:fillRect/>
          </a:stretch>
        </p:blipFill>
        <p:spPr>
          <a:xfrm>
            <a:off x="0" y="0"/>
            <a:ext cx="12192000" cy="6858000"/>
          </a:xfrm>
          <a:prstGeom prst="rect">
            <a:avLst/>
          </a:prstGeom>
        </p:spPr>
      </p:pic>
      <p:sp>
        <p:nvSpPr>
          <p:cNvPr id="11" name="Text Placeholder 12">
            <a:extLst>
              <a:ext uri="{FF2B5EF4-FFF2-40B4-BE49-F238E27FC236}">
                <a16:creationId xmlns:a16="http://schemas.microsoft.com/office/drawing/2014/main" id="{0AB0713A-C93D-9944-89CB-D82B57B927E6}"/>
              </a:ext>
            </a:extLst>
          </p:cNvPr>
          <p:cNvSpPr>
            <a:spLocks noGrp="1"/>
          </p:cNvSpPr>
          <p:nvPr>
            <p:ph type="body" sz="quarter" idx="10" hasCustomPrompt="1"/>
          </p:nvPr>
        </p:nvSpPr>
        <p:spPr>
          <a:xfrm>
            <a:off x="1282024" y="2487685"/>
            <a:ext cx="9627954" cy="1370666"/>
          </a:xfrm>
        </p:spPr>
        <p:txBody>
          <a:bodyPr>
            <a:normAutofit/>
          </a:bodyPr>
          <a:lstStyle>
            <a:lvl1pPr marL="0" indent="0" algn="ctr">
              <a:buNone/>
              <a:defRPr sz="5500" b="1" i="0">
                <a:solidFill>
                  <a:srgbClr val="FF8E00"/>
                </a:solidFill>
                <a:latin typeface="Arial" panose="020B0604020202020204" pitchFamily="34" charset="0"/>
                <a:cs typeface="Arial" panose="020B0604020202020204" pitchFamily="34" charset="0"/>
              </a:defRPr>
            </a:lvl1pPr>
          </a:lstStyle>
          <a:p>
            <a:pPr lvl="0"/>
            <a:r>
              <a:rPr lang="en-US"/>
              <a:t>Thank you</a:t>
            </a:r>
          </a:p>
        </p:txBody>
      </p:sp>
      <p:pic>
        <p:nvPicPr>
          <p:cNvPr id="12" name="Picture 11">
            <a:extLst>
              <a:ext uri="{FF2B5EF4-FFF2-40B4-BE49-F238E27FC236}">
                <a16:creationId xmlns:a16="http://schemas.microsoft.com/office/drawing/2014/main" id="{BC633160-1107-D143-9F7F-29899547B1BE}"/>
              </a:ext>
            </a:extLst>
          </p:cNvPr>
          <p:cNvPicPr>
            <a:picLocks noChangeAspect="1"/>
          </p:cNvPicPr>
          <p:nvPr userDrawn="1"/>
        </p:nvPicPr>
        <p:blipFill>
          <a:blip r:embed="rId3" cstate="screen">
            <a:extLst>
              <a:ext uri="{28A0092B-C50C-407E-A947-70E740481C1C}">
                <a14:useLocalDpi xmlns:a14="http://schemas.microsoft.com/office/drawing/2010/main"/>
              </a:ext>
            </a:extLst>
          </a:blip>
          <a:srcRect/>
          <a:stretch/>
        </p:blipFill>
        <p:spPr>
          <a:xfrm>
            <a:off x="5196780" y="4130140"/>
            <a:ext cx="1798438" cy="619462"/>
          </a:xfrm>
          <a:prstGeom prst="rect">
            <a:avLst/>
          </a:prstGeom>
        </p:spPr>
      </p:pic>
    </p:spTree>
    <p:extLst>
      <p:ext uri="{BB962C8B-B14F-4D97-AF65-F5344CB8AC3E}">
        <p14:creationId xmlns:p14="http://schemas.microsoft.com/office/powerpoint/2010/main" val="197451629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7.xml><?xml version="1.0" encoding="utf-8"?>
<p:sldLayout xmlns:a="http://schemas.openxmlformats.org/drawingml/2006/main" xmlns:r="http://schemas.openxmlformats.org/officeDocument/2006/relationships" xmlns:p="http://schemas.openxmlformats.org/presentationml/2006/main" userDrawn="1">
  <p:cSld name="4_Title Only">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8CC3CB76-0EAE-9844-7FF1-82BB7025F438}"/>
              </a:ext>
            </a:extLst>
          </p:cNvPr>
          <p:cNvSpPr/>
          <p:nvPr userDrawn="1"/>
        </p:nvSpPr>
        <p:spPr>
          <a:xfrm>
            <a:off x="0" y="0"/>
            <a:ext cx="12192001" cy="6871413"/>
          </a:xfrm>
          <a:prstGeom prst="rect">
            <a:avLst/>
          </a:prstGeom>
          <a:gradFill>
            <a:gsLst>
              <a:gs pos="40000">
                <a:srgbClr val="F2F5F7"/>
              </a:gs>
              <a:gs pos="100000">
                <a:schemeClr val="bg1"/>
              </a:gs>
              <a:gs pos="0">
                <a:srgbClr val="F2F5F7"/>
              </a:gs>
            </a:gsLst>
            <a:lin ang="2700000" scaled="0"/>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308" b="0" i="0">
              <a:latin typeface="Poppins" pitchFamily="2" charset="77"/>
              <a:cs typeface="Poppins" pitchFamily="2" charset="77"/>
            </a:endParaRPr>
          </a:p>
        </p:txBody>
      </p:sp>
      <p:sp>
        <p:nvSpPr>
          <p:cNvPr id="7" name="Text Placeholder 12">
            <a:extLst>
              <a:ext uri="{FF2B5EF4-FFF2-40B4-BE49-F238E27FC236}">
                <a16:creationId xmlns:a16="http://schemas.microsoft.com/office/drawing/2014/main" id="{CE2DA2BF-39AA-FC40-9C3E-37237E5213A0}"/>
              </a:ext>
            </a:extLst>
          </p:cNvPr>
          <p:cNvSpPr>
            <a:spLocks noGrp="1"/>
          </p:cNvSpPr>
          <p:nvPr>
            <p:ph type="body" sz="quarter" idx="12" hasCustomPrompt="1"/>
          </p:nvPr>
        </p:nvSpPr>
        <p:spPr>
          <a:xfrm>
            <a:off x="913082" y="2054288"/>
            <a:ext cx="7264565" cy="1694005"/>
          </a:xfrm>
        </p:spPr>
        <p:txBody>
          <a:bodyPr anchor="b">
            <a:normAutofit/>
          </a:bodyPr>
          <a:lstStyle>
            <a:lvl1pPr marL="0" indent="0">
              <a:buNone/>
              <a:defRPr sz="5500" b="1" i="0">
                <a:solidFill>
                  <a:srgbClr val="063A79"/>
                </a:solidFill>
                <a:latin typeface="Poppins SemiBold" pitchFamily="2" charset="77"/>
                <a:cs typeface="Poppins SemiBold" pitchFamily="2" charset="77"/>
              </a:defRPr>
            </a:lvl1pPr>
          </a:lstStyle>
          <a:p>
            <a:pPr lvl="0"/>
            <a:r>
              <a:rPr lang="en-US"/>
              <a:t>Title Placeholder</a:t>
            </a:r>
          </a:p>
        </p:txBody>
      </p:sp>
    </p:spTree>
    <p:extLst>
      <p:ext uri="{BB962C8B-B14F-4D97-AF65-F5344CB8AC3E}">
        <p14:creationId xmlns:p14="http://schemas.microsoft.com/office/powerpoint/2010/main" val="348972810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8.xml><?xml version="1.0" encoding="utf-8"?>
<p:sldLayout xmlns:a="http://schemas.openxmlformats.org/drawingml/2006/main" xmlns:r="http://schemas.openxmlformats.org/officeDocument/2006/relationships" xmlns:p="http://schemas.openxmlformats.org/presentationml/2006/main" userDrawn="1">
  <p:cSld name="2_Case Study Single Slide - Data Results">
    <p:spTree>
      <p:nvGrpSpPr>
        <p:cNvPr id="1" name=""/>
        <p:cNvGrpSpPr/>
        <p:nvPr/>
      </p:nvGrpSpPr>
      <p:grpSpPr>
        <a:xfrm>
          <a:off x="0" y="0"/>
          <a:ext cx="0" cy="0"/>
          <a:chOff x="0" y="0"/>
          <a:chExt cx="0" cy="0"/>
        </a:xfrm>
      </p:grpSpPr>
      <p:sp>
        <p:nvSpPr>
          <p:cNvPr id="9" name="Title 1">
            <a:extLst>
              <a:ext uri="{FF2B5EF4-FFF2-40B4-BE49-F238E27FC236}">
                <a16:creationId xmlns:a16="http://schemas.microsoft.com/office/drawing/2014/main" id="{0E93CEEC-4F06-5349-BB63-F02B2B211B29}"/>
              </a:ext>
            </a:extLst>
          </p:cNvPr>
          <p:cNvSpPr>
            <a:spLocks noGrp="1"/>
          </p:cNvSpPr>
          <p:nvPr>
            <p:ph type="ctrTitle" hasCustomPrompt="1"/>
          </p:nvPr>
        </p:nvSpPr>
        <p:spPr>
          <a:xfrm>
            <a:off x="603285" y="388389"/>
            <a:ext cx="5065999" cy="764390"/>
          </a:xfrm>
        </p:spPr>
        <p:txBody>
          <a:bodyPr anchor="b">
            <a:normAutofit/>
          </a:bodyPr>
          <a:lstStyle>
            <a:lvl1pPr algn="l">
              <a:defRPr sz="4000" b="0" i="0">
                <a:solidFill>
                  <a:srgbClr val="008AD9"/>
                </a:solidFill>
                <a:latin typeface="Arial" panose="020B0604020202020204" pitchFamily="34" charset="0"/>
                <a:cs typeface="Arial" panose="020B0604020202020204" pitchFamily="34" charset="0"/>
              </a:defRPr>
            </a:lvl1pPr>
          </a:lstStyle>
          <a:p>
            <a:r>
              <a:rPr lang="en-US"/>
              <a:t>Company Name</a:t>
            </a:r>
          </a:p>
        </p:txBody>
      </p:sp>
      <p:pic>
        <p:nvPicPr>
          <p:cNvPr id="23" name="Picture 22">
            <a:extLst>
              <a:ext uri="{FF2B5EF4-FFF2-40B4-BE49-F238E27FC236}">
                <a16:creationId xmlns:a16="http://schemas.microsoft.com/office/drawing/2014/main" id="{0438C21C-6688-CD47-9B39-2BD825F592A9}"/>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603284" y="6440199"/>
            <a:ext cx="767123" cy="264231"/>
          </a:xfrm>
          <a:prstGeom prst="rect">
            <a:avLst/>
          </a:prstGeom>
        </p:spPr>
      </p:pic>
      <p:sp>
        <p:nvSpPr>
          <p:cNvPr id="4" name="Text Placeholder 3">
            <a:extLst>
              <a:ext uri="{FF2B5EF4-FFF2-40B4-BE49-F238E27FC236}">
                <a16:creationId xmlns:a16="http://schemas.microsoft.com/office/drawing/2014/main" id="{E5DB3430-93CA-9540-9380-D85F161C9580}"/>
              </a:ext>
            </a:extLst>
          </p:cNvPr>
          <p:cNvSpPr>
            <a:spLocks noGrp="1"/>
          </p:cNvSpPr>
          <p:nvPr>
            <p:ph type="body" sz="quarter" idx="20"/>
          </p:nvPr>
        </p:nvSpPr>
        <p:spPr>
          <a:xfrm>
            <a:off x="603250" y="1450136"/>
            <a:ext cx="5066030" cy="4795100"/>
          </a:xfrm>
        </p:spPr>
        <p:txBody>
          <a:bodyPr/>
          <a:lstStyle>
            <a:lvl1pPr marL="0" indent="0">
              <a:lnSpc>
                <a:spcPct val="150000"/>
              </a:lnSpc>
              <a:buNone/>
              <a:defRPr sz="1600">
                <a:solidFill>
                  <a:schemeClr val="tx1">
                    <a:lumMod val="75000"/>
                    <a:lumOff val="25000"/>
                  </a:schemeClr>
                </a:solidFill>
              </a:defRPr>
            </a:lvl1pPr>
            <a:lvl2pPr>
              <a:lnSpc>
                <a:spcPct val="150000"/>
              </a:lnSpc>
              <a:defRPr sz="1400">
                <a:solidFill>
                  <a:schemeClr val="tx1">
                    <a:lumMod val="75000"/>
                    <a:lumOff val="25000"/>
                  </a:schemeClr>
                </a:solidFill>
              </a:defRPr>
            </a:lvl2pPr>
            <a:lvl3pPr>
              <a:lnSpc>
                <a:spcPct val="150000"/>
              </a:lnSpc>
              <a:defRPr sz="1400">
                <a:solidFill>
                  <a:schemeClr val="tx1">
                    <a:lumMod val="75000"/>
                    <a:lumOff val="25000"/>
                  </a:schemeClr>
                </a:solidFill>
              </a:defRPr>
            </a:lvl3pPr>
            <a:lvl4pPr>
              <a:lnSpc>
                <a:spcPct val="150000"/>
              </a:lnSpc>
              <a:defRPr sz="1400">
                <a:solidFill>
                  <a:schemeClr val="tx1">
                    <a:lumMod val="75000"/>
                    <a:lumOff val="25000"/>
                  </a:schemeClr>
                </a:solidFill>
              </a:defRPr>
            </a:lvl4pPr>
            <a:lvl5pPr>
              <a:lnSpc>
                <a:spcPct val="150000"/>
              </a:lnSpc>
              <a:defRPr sz="1400">
                <a:solidFill>
                  <a:schemeClr val="tx1">
                    <a:lumMod val="75000"/>
                    <a:lumOff val="25000"/>
                  </a:schemeClr>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53441109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0.xml"/><Relationship Id="rId13" Type="http://schemas.openxmlformats.org/officeDocument/2006/relationships/slideLayout" Target="../slideLayouts/slideLayout25.xml"/><Relationship Id="rId3" Type="http://schemas.openxmlformats.org/officeDocument/2006/relationships/slideLayout" Target="../slideLayouts/slideLayout15.xml"/><Relationship Id="rId7" Type="http://schemas.openxmlformats.org/officeDocument/2006/relationships/slideLayout" Target="../slideLayouts/slideLayout19.xml"/><Relationship Id="rId12" Type="http://schemas.openxmlformats.org/officeDocument/2006/relationships/slideLayout" Target="../slideLayouts/slideLayout24.xml"/><Relationship Id="rId17" Type="http://schemas.openxmlformats.org/officeDocument/2006/relationships/theme" Target="../theme/theme2.xml"/><Relationship Id="rId2" Type="http://schemas.openxmlformats.org/officeDocument/2006/relationships/slideLayout" Target="../slideLayouts/slideLayout14.xml"/><Relationship Id="rId16" Type="http://schemas.openxmlformats.org/officeDocument/2006/relationships/slideLayout" Target="../slideLayouts/slideLayout28.xml"/><Relationship Id="rId1" Type="http://schemas.openxmlformats.org/officeDocument/2006/relationships/slideLayout" Target="../slideLayouts/slideLayout13.xml"/><Relationship Id="rId6" Type="http://schemas.openxmlformats.org/officeDocument/2006/relationships/slideLayout" Target="../slideLayouts/slideLayout18.xml"/><Relationship Id="rId11" Type="http://schemas.openxmlformats.org/officeDocument/2006/relationships/slideLayout" Target="../slideLayouts/slideLayout23.xml"/><Relationship Id="rId5" Type="http://schemas.openxmlformats.org/officeDocument/2006/relationships/slideLayout" Target="../slideLayouts/slideLayout17.xml"/><Relationship Id="rId15" Type="http://schemas.openxmlformats.org/officeDocument/2006/relationships/slideLayout" Target="../slideLayouts/slideLayout27.xml"/><Relationship Id="rId10" Type="http://schemas.openxmlformats.org/officeDocument/2006/relationships/slideLayout" Target="../slideLayouts/slideLayout22.xml"/><Relationship Id="rId4" Type="http://schemas.openxmlformats.org/officeDocument/2006/relationships/slideLayout" Target="../slideLayouts/slideLayout16.xml"/><Relationship Id="rId9" Type="http://schemas.openxmlformats.org/officeDocument/2006/relationships/slideLayout" Target="../slideLayouts/slideLayout21.xml"/><Relationship Id="rId14" Type="http://schemas.openxmlformats.org/officeDocument/2006/relationships/slideLayout" Target="../slideLayouts/slideLayout26.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846CE7D5-CF57-46EF-B807-FDD0502418D4}" type="datetimeFigureOut">
              <a:rPr lang="en-US" smtClean="0"/>
              <a:t>1/27/2026</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330EA680-D336-4FF7-8B7A-9848BB0A1C32}" type="slidenum">
              <a:rPr lang="en-US" smtClean="0"/>
              <a:t>‹#›</a:t>
            </a:fld>
            <a:endParaRPr lang="en-US"/>
          </a:p>
        </p:txBody>
      </p:sp>
    </p:spTree>
    <p:extLst>
      <p:ext uri="{BB962C8B-B14F-4D97-AF65-F5344CB8AC3E}">
        <p14:creationId xmlns:p14="http://schemas.microsoft.com/office/powerpoint/2010/main" val="2460954070"/>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rgbClr val="F2F5F7"/>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C5154741-34B8-A8A2-C8F4-3DCA48D35B85}"/>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FDFADFCF-DA7C-A7D6-93F0-84E7F61387E7}"/>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73B97E1B-4CD3-CC6B-0224-55A5B0988C96}"/>
              </a:ext>
            </a:extLst>
          </p:cNvPr>
          <p:cNvSpPr>
            <a:spLocks noGrp="1"/>
          </p:cNvSpPr>
          <p:nvPr>
            <p:ph type="dt" sz="half" idx="2"/>
          </p:nvPr>
        </p:nvSpPr>
        <p:spPr>
          <a:xfrm>
            <a:off x="838200" y="6356351"/>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endParaRPr lang="en-US"/>
          </a:p>
        </p:txBody>
      </p:sp>
      <p:sp>
        <p:nvSpPr>
          <p:cNvPr id="5" name="Footer Placeholder 4">
            <a:extLst>
              <a:ext uri="{FF2B5EF4-FFF2-40B4-BE49-F238E27FC236}">
                <a16:creationId xmlns:a16="http://schemas.microsoft.com/office/drawing/2014/main" id="{9DE5A856-5BE3-5808-2CC0-18ADD7AF3261}"/>
              </a:ext>
            </a:extLst>
          </p:cNvPr>
          <p:cNvSpPr>
            <a:spLocks noGrp="1"/>
          </p:cNvSpPr>
          <p:nvPr>
            <p:ph type="ftr" sz="quarter" idx="3"/>
          </p:nvPr>
        </p:nvSpPr>
        <p:spPr>
          <a:xfrm>
            <a:off x="4038600" y="6356351"/>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3700E117-B269-14B8-F3DD-ABCBD54A083C}"/>
              </a:ext>
            </a:extLst>
          </p:cNvPr>
          <p:cNvSpPr>
            <a:spLocks noGrp="1"/>
          </p:cNvSpPr>
          <p:nvPr>
            <p:ph type="sldNum" sz="quarter" idx="4"/>
          </p:nvPr>
        </p:nvSpPr>
        <p:spPr>
          <a:xfrm>
            <a:off x="8610600" y="6356351"/>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C09AD561-9B93-486C-B5CB-D1C4B195CCAE}" type="slidenum">
              <a:rPr lang="en-US" smtClean="0"/>
              <a:t>‹#›</a:t>
            </a:fld>
            <a:endParaRPr lang="en-US"/>
          </a:p>
        </p:txBody>
      </p:sp>
    </p:spTree>
    <p:extLst>
      <p:ext uri="{BB962C8B-B14F-4D97-AF65-F5344CB8AC3E}">
        <p14:creationId xmlns:p14="http://schemas.microsoft.com/office/powerpoint/2010/main" val="3621453841"/>
      </p:ext>
    </p:extLst>
  </p:cSld>
  <p:clrMap bg1="lt1" tx1="dk1" bg2="lt2" tx2="dk2" accent1="accent1" accent2="accent2" accent3="accent3" accent4="accent4" accent5="accent5" accent6="accent6" hlink="hlink" folHlink="folHlink"/>
  <p:sldLayoutIdLst>
    <p:sldLayoutId id="2147483674" r:id="rId1"/>
    <p:sldLayoutId id="2147483675" r:id="rId2"/>
    <p:sldLayoutId id="2147483676" r:id="rId3"/>
    <p:sldLayoutId id="2147483677" r:id="rId4"/>
    <p:sldLayoutId id="2147483678" r:id="rId5"/>
    <p:sldLayoutId id="2147483679" r:id="rId6"/>
    <p:sldLayoutId id="2147483680" r:id="rId7"/>
    <p:sldLayoutId id="2147483681" r:id="rId8"/>
    <p:sldLayoutId id="2147483682" r:id="rId9"/>
    <p:sldLayoutId id="2147483683" r:id="rId10"/>
    <p:sldLayoutId id="2147483684" r:id="rId11"/>
    <p:sldLayoutId id="2147483685" r:id="rId12"/>
    <p:sldLayoutId id="2147483686" r:id="rId13"/>
    <p:sldLayoutId id="2147483687" r:id="rId14"/>
    <p:sldLayoutId id="2147483688" r:id="rId15"/>
    <p:sldLayoutId id="2147483689" r:id="rId16"/>
  </p:sldLayoutIdLst>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sldNum="0" hdr="0" ftr="0" dt="0"/>
  <p:txStyles>
    <p:titleStyle>
      <a:lvl1pPr algn="l" defTabSz="914363"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591" indent="-228591" algn="l" defTabSz="914363"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773" indent="-228591" algn="l" defTabSz="914363"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2954" indent="-228591" algn="l" defTabSz="914363"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136" indent="-228591" algn="l" defTabSz="914363"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318" indent="-228591" algn="l" defTabSz="914363"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499" indent="-228591" algn="l" defTabSz="914363"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681" indent="-228591" algn="l" defTabSz="914363"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863" indent="-228591" algn="l" defTabSz="914363"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045" indent="-228591" algn="l" defTabSz="914363"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363" rtl="0" eaLnBrk="1" latinLnBrk="0" hangingPunct="1">
        <a:defRPr sz="1800" kern="1200">
          <a:solidFill>
            <a:schemeClr val="tx1"/>
          </a:solidFill>
          <a:latin typeface="+mn-lt"/>
          <a:ea typeface="+mn-ea"/>
          <a:cs typeface="+mn-cs"/>
        </a:defRPr>
      </a:lvl1pPr>
      <a:lvl2pPr marL="457182" algn="l" defTabSz="914363" rtl="0" eaLnBrk="1" latinLnBrk="0" hangingPunct="1">
        <a:defRPr sz="1800" kern="1200">
          <a:solidFill>
            <a:schemeClr val="tx1"/>
          </a:solidFill>
          <a:latin typeface="+mn-lt"/>
          <a:ea typeface="+mn-ea"/>
          <a:cs typeface="+mn-cs"/>
        </a:defRPr>
      </a:lvl2pPr>
      <a:lvl3pPr marL="914363" algn="l" defTabSz="914363" rtl="0" eaLnBrk="1" latinLnBrk="0" hangingPunct="1">
        <a:defRPr sz="1800" kern="1200">
          <a:solidFill>
            <a:schemeClr val="tx1"/>
          </a:solidFill>
          <a:latin typeface="+mn-lt"/>
          <a:ea typeface="+mn-ea"/>
          <a:cs typeface="+mn-cs"/>
        </a:defRPr>
      </a:lvl3pPr>
      <a:lvl4pPr marL="1371545" algn="l" defTabSz="914363" rtl="0" eaLnBrk="1" latinLnBrk="0" hangingPunct="1">
        <a:defRPr sz="1800" kern="1200">
          <a:solidFill>
            <a:schemeClr val="tx1"/>
          </a:solidFill>
          <a:latin typeface="+mn-lt"/>
          <a:ea typeface="+mn-ea"/>
          <a:cs typeface="+mn-cs"/>
        </a:defRPr>
      </a:lvl4pPr>
      <a:lvl5pPr marL="1828727" algn="l" defTabSz="914363" rtl="0" eaLnBrk="1" latinLnBrk="0" hangingPunct="1">
        <a:defRPr sz="1800" kern="1200">
          <a:solidFill>
            <a:schemeClr val="tx1"/>
          </a:solidFill>
          <a:latin typeface="+mn-lt"/>
          <a:ea typeface="+mn-ea"/>
          <a:cs typeface="+mn-cs"/>
        </a:defRPr>
      </a:lvl5pPr>
      <a:lvl6pPr marL="2285909" algn="l" defTabSz="914363" rtl="0" eaLnBrk="1" latinLnBrk="0" hangingPunct="1">
        <a:defRPr sz="1800" kern="1200">
          <a:solidFill>
            <a:schemeClr val="tx1"/>
          </a:solidFill>
          <a:latin typeface="+mn-lt"/>
          <a:ea typeface="+mn-ea"/>
          <a:cs typeface="+mn-cs"/>
        </a:defRPr>
      </a:lvl6pPr>
      <a:lvl7pPr marL="2743090" algn="l" defTabSz="914363" rtl="0" eaLnBrk="1" latinLnBrk="0" hangingPunct="1">
        <a:defRPr sz="1800" kern="1200">
          <a:solidFill>
            <a:schemeClr val="tx1"/>
          </a:solidFill>
          <a:latin typeface="+mn-lt"/>
          <a:ea typeface="+mn-ea"/>
          <a:cs typeface="+mn-cs"/>
        </a:defRPr>
      </a:lvl7pPr>
      <a:lvl8pPr marL="3200272" algn="l" defTabSz="914363" rtl="0" eaLnBrk="1" latinLnBrk="0" hangingPunct="1">
        <a:defRPr sz="1800" kern="1200">
          <a:solidFill>
            <a:schemeClr val="tx1"/>
          </a:solidFill>
          <a:latin typeface="+mn-lt"/>
          <a:ea typeface="+mn-ea"/>
          <a:cs typeface="+mn-cs"/>
        </a:defRPr>
      </a:lvl8pPr>
      <a:lvl9pPr marL="3657454" algn="l" defTabSz="914363"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xml"/><Relationship Id="rId1" Type="http://schemas.openxmlformats.org/officeDocument/2006/relationships/slideLayout" Target="../slideLayouts/slideLayout25.xml"/><Relationship Id="rId5" Type="http://schemas.openxmlformats.org/officeDocument/2006/relationships/image" Target="../media/image10.png"/><Relationship Id="rId4" Type="http://schemas.openxmlformats.org/officeDocument/2006/relationships/image" Target="../media/image9.png"/></Relationships>
</file>

<file path=ppt/slides/_rels/slide2.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2.xml"/><Relationship Id="rId1" Type="http://schemas.openxmlformats.org/officeDocument/2006/relationships/slideLayout" Target="../slideLayouts/slideLayout12.xml"/><Relationship Id="rId5" Type="http://schemas.openxmlformats.org/officeDocument/2006/relationships/image" Target="../media/image10.png"/><Relationship Id="rId4" Type="http://schemas.openxmlformats.org/officeDocument/2006/relationships/image" Target="../media/image9.png"/></Relationships>
</file>

<file path=ppt/slides/_rels/slide3.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3.xml"/><Relationship Id="rId1" Type="http://schemas.openxmlformats.org/officeDocument/2006/relationships/slideLayout" Target="../slideLayouts/slideLayout6.xml"/><Relationship Id="rId5" Type="http://schemas.openxmlformats.org/officeDocument/2006/relationships/image" Target="../media/image10.png"/><Relationship Id="rId4" Type="http://schemas.openxmlformats.org/officeDocument/2006/relationships/image" Target="../media/image9.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0FB5572-1FF4-117F-8E5D-714ABD848D75}"/>
            </a:ext>
          </a:extLst>
        </p:cNvPr>
        <p:cNvGrpSpPr/>
        <p:nvPr/>
      </p:nvGrpSpPr>
      <p:grpSpPr>
        <a:xfrm>
          <a:off x="0" y="0"/>
          <a:ext cx="0" cy="0"/>
          <a:chOff x="0" y="0"/>
          <a:chExt cx="0" cy="0"/>
        </a:xfrm>
      </p:grpSpPr>
      <p:sp>
        <p:nvSpPr>
          <p:cNvPr id="7" name="Slide Number Placeholder 6">
            <a:extLst>
              <a:ext uri="{FF2B5EF4-FFF2-40B4-BE49-F238E27FC236}">
                <a16:creationId xmlns:a16="http://schemas.microsoft.com/office/drawing/2014/main" id="{194B5295-09AE-F0BD-8265-809EF2756D5A}"/>
              </a:ext>
            </a:extLst>
          </p:cNvPr>
          <p:cNvSpPr>
            <a:spLocks noGrp="1"/>
          </p:cNvSpPr>
          <p:nvPr>
            <p:ph type="sldNum" sz="quarter" idx="12"/>
          </p:nvPr>
        </p:nvSpPr>
        <p:spPr>
          <a:xfrm>
            <a:off x="7371263" y="5378984"/>
            <a:ext cx="2286000" cy="129008"/>
          </a:xfrm>
          <a:prstGeom prst="rect">
            <a:avLst/>
          </a:prstGeom>
        </p:spPr>
        <p:txBody>
          <a:bodyPr vert="horz" lIns="76200" tIns="38100" rIns="76200" bIns="38100" rtlCol="0" anchor="ctr"/>
          <a:lstStyle>
            <a:defPPr>
              <a:defRPr lang="en-US"/>
            </a:defPPr>
            <a:lvl1pPr marL="0" algn="r" defTabSz="761970" rtl="0" eaLnBrk="1" latinLnBrk="0" hangingPunct="1">
              <a:defRPr sz="583" kern="1200">
                <a:solidFill>
                  <a:schemeClr val="tx1">
                    <a:lumMod val="85000"/>
                    <a:lumOff val="15000"/>
                  </a:schemeClr>
                </a:solidFill>
                <a:latin typeface="+mn-lt"/>
                <a:ea typeface="+mn-ea"/>
                <a:cs typeface="+mn-cs"/>
              </a:defRPr>
            </a:lvl1pPr>
            <a:lvl2pPr marL="380985" algn="l" defTabSz="761970" rtl="0" eaLnBrk="1" latinLnBrk="0" hangingPunct="1">
              <a:defRPr sz="1500" kern="1200">
                <a:solidFill>
                  <a:schemeClr val="tx1"/>
                </a:solidFill>
                <a:latin typeface="+mn-lt"/>
                <a:ea typeface="+mn-ea"/>
                <a:cs typeface="+mn-cs"/>
              </a:defRPr>
            </a:lvl2pPr>
            <a:lvl3pPr marL="761970" algn="l" defTabSz="761970" rtl="0" eaLnBrk="1" latinLnBrk="0" hangingPunct="1">
              <a:defRPr sz="1500" kern="1200">
                <a:solidFill>
                  <a:schemeClr val="tx1"/>
                </a:solidFill>
                <a:latin typeface="+mn-lt"/>
                <a:ea typeface="+mn-ea"/>
                <a:cs typeface="+mn-cs"/>
              </a:defRPr>
            </a:lvl3pPr>
            <a:lvl4pPr marL="1142954" algn="l" defTabSz="761970" rtl="0" eaLnBrk="1" latinLnBrk="0" hangingPunct="1">
              <a:defRPr sz="1500" kern="1200">
                <a:solidFill>
                  <a:schemeClr val="tx1"/>
                </a:solidFill>
                <a:latin typeface="+mn-lt"/>
                <a:ea typeface="+mn-ea"/>
                <a:cs typeface="+mn-cs"/>
              </a:defRPr>
            </a:lvl4pPr>
            <a:lvl5pPr marL="1523939" algn="l" defTabSz="761970" rtl="0" eaLnBrk="1" latinLnBrk="0" hangingPunct="1">
              <a:defRPr sz="1500" kern="1200">
                <a:solidFill>
                  <a:schemeClr val="tx1"/>
                </a:solidFill>
                <a:latin typeface="+mn-lt"/>
                <a:ea typeface="+mn-ea"/>
                <a:cs typeface="+mn-cs"/>
              </a:defRPr>
            </a:lvl5pPr>
            <a:lvl6pPr marL="1904924" algn="l" defTabSz="761970" rtl="0" eaLnBrk="1" latinLnBrk="0" hangingPunct="1">
              <a:defRPr sz="1500" kern="1200">
                <a:solidFill>
                  <a:schemeClr val="tx1"/>
                </a:solidFill>
                <a:latin typeface="+mn-lt"/>
                <a:ea typeface="+mn-ea"/>
                <a:cs typeface="+mn-cs"/>
              </a:defRPr>
            </a:lvl6pPr>
            <a:lvl7pPr marL="2285909" algn="l" defTabSz="761970" rtl="0" eaLnBrk="1" latinLnBrk="0" hangingPunct="1">
              <a:defRPr sz="1500" kern="1200">
                <a:solidFill>
                  <a:schemeClr val="tx1"/>
                </a:solidFill>
                <a:latin typeface="+mn-lt"/>
                <a:ea typeface="+mn-ea"/>
                <a:cs typeface="+mn-cs"/>
              </a:defRPr>
            </a:lvl7pPr>
            <a:lvl8pPr marL="2666893" algn="l" defTabSz="761970" rtl="0" eaLnBrk="1" latinLnBrk="0" hangingPunct="1">
              <a:defRPr sz="1500" kern="1200">
                <a:solidFill>
                  <a:schemeClr val="tx1"/>
                </a:solidFill>
                <a:latin typeface="+mn-lt"/>
                <a:ea typeface="+mn-ea"/>
                <a:cs typeface="+mn-cs"/>
              </a:defRPr>
            </a:lvl8pPr>
            <a:lvl9pPr marL="3047878" algn="l" defTabSz="761970" rtl="0" eaLnBrk="1" latinLnBrk="0" hangingPunct="1">
              <a:defRPr sz="1500" kern="1200">
                <a:solidFill>
                  <a:schemeClr val="tx1"/>
                </a:solidFill>
                <a:latin typeface="+mn-lt"/>
                <a:ea typeface="+mn-ea"/>
                <a:cs typeface="+mn-cs"/>
              </a:defRPr>
            </a:lvl9pPr>
          </a:lstStyle>
          <a:p>
            <a:fld id="{056F86DB-78DF-EB43-A6BE-40415A3A0052}" type="slidenum">
              <a:rPr lang="en-US">
                <a:solidFill>
                  <a:prstClr val="black">
                    <a:lumMod val="85000"/>
                    <a:lumOff val="15000"/>
                  </a:prstClr>
                </a:solidFill>
                <a:latin typeface="Aptos" panose="02110004020202020204"/>
              </a:rPr>
              <a:pPr/>
              <a:t>1</a:t>
            </a:fld>
            <a:endParaRPr lang="en-US">
              <a:solidFill>
                <a:prstClr val="black">
                  <a:lumMod val="85000"/>
                  <a:lumOff val="15000"/>
                </a:prstClr>
              </a:solidFill>
              <a:latin typeface="Aptos" panose="02110004020202020204"/>
            </a:endParaRPr>
          </a:p>
        </p:txBody>
      </p:sp>
      <p:sp>
        <p:nvSpPr>
          <p:cNvPr id="2" name="Title 1">
            <a:extLst>
              <a:ext uri="{FF2B5EF4-FFF2-40B4-BE49-F238E27FC236}">
                <a16:creationId xmlns:a16="http://schemas.microsoft.com/office/drawing/2014/main" id="{C450789B-8701-D286-48D8-7D8B8345F147}"/>
              </a:ext>
            </a:extLst>
          </p:cNvPr>
          <p:cNvSpPr>
            <a:spLocks noGrp="1"/>
          </p:cNvSpPr>
          <p:nvPr>
            <p:ph type="ctrTitle"/>
          </p:nvPr>
        </p:nvSpPr>
        <p:spPr>
          <a:xfrm>
            <a:off x="455114" y="382986"/>
            <a:ext cx="10985432" cy="764390"/>
          </a:xfrm>
        </p:spPr>
        <p:txBody>
          <a:bodyPr>
            <a:normAutofit/>
          </a:bodyPr>
          <a:lstStyle/>
          <a:p>
            <a:r>
              <a:rPr lang="en-US"/>
              <a:t>MicroK12 – AI Sales Automation </a:t>
            </a:r>
            <a:endParaRPr lang="en-US">
              <a:latin typeface="Poppins" panose="00000500000000000000" pitchFamily="2" charset="0"/>
              <a:cs typeface="Poppins" panose="00000500000000000000" pitchFamily="2" charset="0"/>
            </a:endParaRPr>
          </a:p>
        </p:txBody>
      </p:sp>
      <p:sp>
        <p:nvSpPr>
          <p:cNvPr id="9" name="Text Placeholder 4">
            <a:extLst>
              <a:ext uri="{FF2B5EF4-FFF2-40B4-BE49-F238E27FC236}">
                <a16:creationId xmlns:a16="http://schemas.microsoft.com/office/drawing/2014/main" id="{D36B4D69-7161-FF11-5E07-41E4126235DD}"/>
              </a:ext>
            </a:extLst>
          </p:cNvPr>
          <p:cNvSpPr txBox="1">
            <a:spLocks/>
          </p:cNvSpPr>
          <p:nvPr/>
        </p:nvSpPr>
        <p:spPr>
          <a:xfrm>
            <a:off x="369255" y="1451246"/>
            <a:ext cx="6596068" cy="1368307"/>
          </a:xfrm>
          <a:prstGeom prst="rect">
            <a:avLst/>
          </a:prstGeom>
        </p:spPr>
        <p:txBody>
          <a:bodyPr lIns="91440" tIns="45720" rIns="91440" bIns="45720" anchor="t"/>
          <a:lstStyle>
            <a:lvl1pPr marL="0" indent="0" algn="l" defTabSz="914400" rtl="0" eaLnBrk="1" latinLnBrk="0" hangingPunct="1">
              <a:lnSpc>
                <a:spcPct val="90000"/>
              </a:lnSpc>
              <a:spcBef>
                <a:spcPts val="1000"/>
              </a:spcBef>
              <a:buFont typeface="Arial" panose="020B0604020202020204" pitchFamily="34" charset="0"/>
              <a:buNone/>
              <a:defRPr sz="1600" kern="1200">
                <a:solidFill>
                  <a:schemeClr val="tx1">
                    <a:lumMod val="75000"/>
                    <a:lumOff val="25000"/>
                  </a:schemeClr>
                </a:solidFill>
                <a:latin typeface="Poppins" panose="00000500000000000000" pitchFamily="2" charset="0"/>
                <a:ea typeface="+mn-ea"/>
                <a:cs typeface="Poppins" panose="00000500000000000000" pitchFamily="2" charset="0"/>
              </a:defRPr>
            </a:lvl1pPr>
            <a:lvl2pPr marL="685800" indent="-228600" algn="l" defTabSz="914400" rtl="0" eaLnBrk="1" latinLnBrk="0" hangingPunct="1">
              <a:lnSpc>
                <a:spcPct val="90000"/>
              </a:lnSpc>
              <a:spcBef>
                <a:spcPts val="500"/>
              </a:spcBef>
              <a:buFont typeface="Arial" panose="020B0604020202020204" pitchFamily="34" charset="0"/>
              <a:buChar char="•"/>
              <a:defRPr sz="1600" kern="1200">
                <a:solidFill>
                  <a:schemeClr val="tx1">
                    <a:lumMod val="75000"/>
                    <a:lumOff val="25000"/>
                  </a:schemeClr>
                </a:solidFill>
                <a:latin typeface="Poppins" panose="00000500000000000000" pitchFamily="2" charset="0"/>
                <a:ea typeface="+mn-ea"/>
                <a:cs typeface="Poppins" panose="00000500000000000000" pitchFamily="2" charset="0"/>
              </a:defRPr>
            </a:lvl2pPr>
            <a:lvl3pPr marL="1143000" indent="-228600" algn="l" defTabSz="914400" rtl="0" eaLnBrk="1" latinLnBrk="0" hangingPunct="1">
              <a:lnSpc>
                <a:spcPct val="90000"/>
              </a:lnSpc>
              <a:spcBef>
                <a:spcPts val="500"/>
              </a:spcBef>
              <a:buFont typeface="Arial" panose="020B0604020202020204" pitchFamily="34" charset="0"/>
              <a:buChar char="•"/>
              <a:defRPr sz="1600" kern="1200">
                <a:solidFill>
                  <a:schemeClr val="tx1">
                    <a:lumMod val="75000"/>
                    <a:lumOff val="25000"/>
                  </a:schemeClr>
                </a:solidFill>
                <a:latin typeface="Poppins" panose="00000500000000000000" pitchFamily="2" charset="0"/>
                <a:ea typeface="+mn-ea"/>
                <a:cs typeface="Poppins" panose="00000500000000000000" pitchFamily="2"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600" kern="1200">
                <a:solidFill>
                  <a:schemeClr val="tx1">
                    <a:lumMod val="75000"/>
                    <a:lumOff val="25000"/>
                  </a:schemeClr>
                </a:solidFill>
                <a:latin typeface="Poppins" panose="00000500000000000000" pitchFamily="2" charset="0"/>
                <a:ea typeface="+mn-ea"/>
                <a:cs typeface="Poppins" panose="00000500000000000000" pitchFamily="2"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600" kern="1200">
                <a:solidFill>
                  <a:schemeClr val="tx1">
                    <a:lumMod val="75000"/>
                    <a:lumOff val="25000"/>
                  </a:schemeClr>
                </a:solidFill>
                <a:latin typeface="Poppins" panose="00000500000000000000" pitchFamily="2" charset="0"/>
                <a:ea typeface="+mn-ea"/>
                <a:cs typeface="Poppins" panose="00000500000000000000" pitchFamily="2"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defTabSz="761970">
              <a:lnSpc>
                <a:spcPct val="114000"/>
              </a:lnSpc>
              <a:spcBef>
                <a:spcPts val="500"/>
              </a:spcBef>
            </a:pPr>
            <a:r>
              <a:rPr lang="en-US" sz="2000" b="1">
                <a:solidFill>
                  <a:srgbClr val="008AD9"/>
                </a:solidFill>
              </a:rPr>
              <a:t>Business Need</a:t>
            </a:r>
            <a:endParaRPr lang="en-US" sz="1200">
              <a:solidFill>
                <a:prstClr val="black">
                  <a:lumMod val="75000"/>
                  <a:lumOff val="25000"/>
                </a:prstClr>
              </a:solidFill>
            </a:endParaRPr>
          </a:p>
          <a:p>
            <a:pPr defTabSz="761970">
              <a:lnSpc>
                <a:spcPct val="114000"/>
              </a:lnSpc>
              <a:spcBef>
                <a:spcPts val="500"/>
              </a:spcBef>
            </a:pPr>
            <a:r>
              <a:rPr lang="en-US" sz="1167">
                <a:solidFill>
                  <a:prstClr val="black"/>
                </a:solidFill>
              </a:rPr>
              <a:t>MicroK12’s sales team spent significant time manually reviewing school district websites for new RFPs. To improve efficiency, they engaged Affirma to build a Copilot-driven solution that automates RFP discovery, analysis, and routing to the sales team.</a:t>
            </a:r>
          </a:p>
        </p:txBody>
      </p:sp>
      <p:pic>
        <p:nvPicPr>
          <p:cNvPr id="3" name="Picture 2" descr="Discover Monthly Ed Tech Updates | MicroK12">
            <a:extLst>
              <a:ext uri="{FF2B5EF4-FFF2-40B4-BE49-F238E27FC236}">
                <a16:creationId xmlns:a16="http://schemas.microsoft.com/office/drawing/2014/main" id="{4575C13A-FCF3-D142-8108-2A940B3C33C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354962" y="102634"/>
            <a:ext cx="1698308" cy="511188"/>
          </a:xfrm>
          <a:prstGeom prst="rect">
            <a:avLst/>
          </a:prstGeom>
          <a:noFill/>
          <a:extLst>
            <a:ext uri="{909E8E84-426E-40DD-AFC4-6F175D3DCCD1}">
              <a14:hiddenFill xmlns:a14="http://schemas.microsoft.com/office/drawing/2010/main">
                <a:solidFill>
                  <a:srgbClr val="FFFFFF"/>
                </a:solidFill>
              </a14:hiddenFill>
            </a:ext>
          </a:extLst>
        </p:spPr>
      </p:pic>
      <p:pic>
        <p:nvPicPr>
          <p:cNvPr id="6" name="Picture 5">
            <a:extLst>
              <a:ext uri="{FF2B5EF4-FFF2-40B4-BE49-F238E27FC236}">
                <a16:creationId xmlns:a16="http://schemas.microsoft.com/office/drawing/2014/main" id="{BFE87063-AC7B-DAFE-BE9D-05989DA2F6EA}"/>
              </a:ext>
            </a:extLst>
          </p:cNvPr>
          <p:cNvPicPr>
            <a:picLocks noChangeAspect="1"/>
          </p:cNvPicPr>
          <p:nvPr/>
        </p:nvPicPr>
        <p:blipFill>
          <a:blip r:embed="rId4"/>
          <a:stretch>
            <a:fillRect/>
          </a:stretch>
        </p:blipFill>
        <p:spPr>
          <a:xfrm>
            <a:off x="7039946" y="1264768"/>
            <a:ext cx="4451684" cy="2255961"/>
          </a:xfrm>
          <a:prstGeom prst="rect">
            <a:avLst/>
          </a:prstGeom>
        </p:spPr>
      </p:pic>
      <p:pic>
        <p:nvPicPr>
          <p:cNvPr id="8" name="Picture 7">
            <a:extLst>
              <a:ext uri="{FF2B5EF4-FFF2-40B4-BE49-F238E27FC236}">
                <a16:creationId xmlns:a16="http://schemas.microsoft.com/office/drawing/2014/main" id="{BF220A99-925E-AB4E-C485-1B1FB40FC3A4}"/>
              </a:ext>
            </a:extLst>
          </p:cNvPr>
          <p:cNvPicPr>
            <a:picLocks noChangeAspect="1"/>
          </p:cNvPicPr>
          <p:nvPr/>
        </p:nvPicPr>
        <p:blipFill>
          <a:blip r:embed="rId5"/>
          <a:stretch>
            <a:fillRect/>
          </a:stretch>
        </p:blipFill>
        <p:spPr>
          <a:xfrm>
            <a:off x="7445886" y="3063377"/>
            <a:ext cx="4470901" cy="3173853"/>
          </a:xfrm>
          <a:prstGeom prst="rect">
            <a:avLst/>
          </a:prstGeom>
        </p:spPr>
      </p:pic>
      <p:sp>
        <p:nvSpPr>
          <p:cNvPr id="11" name="TextBox 10">
            <a:extLst>
              <a:ext uri="{FF2B5EF4-FFF2-40B4-BE49-F238E27FC236}">
                <a16:creationId xmlns:a16="http://schemas.microsoft.com/office/drawing/2014/main" id="{705F5F45-3B0D-EBA5-7B90-157CA5B45F76}"/>
              </a:ext>
            </a:extLst>
          </p:cNvPr>
          <p:cNvSpPr txBox="1"/>
          <p:nvPr/>
        </p:nvSpPr>
        <p:spPr>
          <a:xfrm>
            <a:off x="361275" y="2704996"/>
            <a:ext cx="6596069" cy="2264210"/>
          </a:xfrm>
          <a:prstGeom prst="rect">
            <a:avLst/>
          </a:prstGeom>
          <a:noFill/>
        </p:spPr>
        <p:txBody>
          <a:bodyPr wrap="square">
            <a:spAutoFit/>
          </a:bodyPr>
          <a:lstStyle/>
          <a:p>
            <a:pPr defTabSz="976845">
              <a:lnSpc>
                <a:spcPct val="114000"/>
              </a:lnSpc>
              <a:spcBef>
                <a:spcPts val="500"/>
              </a:spcBef>
              <a:defRPr/>
            </a:pPr>
            <a:r>
              <a:rPr lang="en-US" sz="2000" b="1">
                <a:solidFill>
                  <a:srgbClr val="008AD9"/>
                </a:solidFill>
                <a:latin typeface="Poppins" panose="00000500000000000000" pitchFamily="2" charset="0"/>
                <a:cs typeface="Poppins" panose="00000500000000000000" pitchFamily="2" charset="0"/>
              </a:rPr>
              <a:t>What we Did</a:t>
            </a:r>
          </a:p>
          <a:p>
            <a:pPr defTabSz="976845">
              <a:lnSpc>
                <a:spcPct val="114000"/>
              </a:lnSpc>
              <a:spcBef>
                <a:spcPts val="500"/>
              </a:spcBef>
              <a:spcAft>
                <a:spcPts val="1000"/>
              </a:spcAft>
              <a:defRPr/>
            </a:pPr>
            <a:r>
              <a:rPr lang="en-US" sz="1167">
                <a:solidFill>
                  <a:prstClr val="black"/>
                </a:solidFill>
                <a:latin typeface="Poppins" panose="00000500000000000000" pitchFamily="2" charset="0"/>
                <a:cs typeface="Poppins" panose="00000500000000000000" pitchFamily="2" charset="0"/>
              </a:rPr>
              <a:t>Affirma built an AI-driven web crawler to scan school district websites and extract RFPs aligned with MicroK12’s offerings. Using CoPilot and Azure OpenAI, the system evaluates each RFP’s relevance, enabling smarter targeting and quicker decisions.</a:t>
            </a:r>
          </a:p>
          <a:p>
            <a:pPr marL="171443" indent="-171443" defTabSz="976845">
              <a:lnSpc>
                <a:spcPct val="114000"/>
              </a:lnSpc>
              <a:buFont typeface="Arial" panose="020B0604020202020204" pitchFamily="34" charset="0"/>
              <a:buChar char="•"/>
              <a:defRPr/>
            </a:pPr>
            <a:r>
              <a:rPr lang="en-US" sz="1167">
                <a:solidFill>
                  <a:prstClr val="black"/>
                </a:solidFill>
                <a:latin typeface="Poppins" panose="00000500000000000000" pitchFamily="2" charset="0"/>
                <a:cs typeface="Poppins" panose="00000500000000000000" pitchFamily="2" charset="0"/>
              </a:rPr>
              <a:t>Connected Copilot to a custom crawler that scans school district sites for new RFPs</a:t>
            </a:r>
          </a:p>
          <a:p>
            <a:pPr marL="171443" indent="-171443" defTabSz="976845">
              <a:lnSpc>
                <a:spcPct val="114000"/>
              </a:lnSpc>
              <a:buFont typeface="Arial" panose="020B0604020202020204" pitchFamily="34" charset="0"/>
              <a:buChar char="•"/>
              <a:defRPr/>
            </a:pPr>
            <a:r>
              <a:rPr lang="en-US" sz="1167">
                <a:solidFill>
                  <a:prstClr val="black"/>
                </a:solidFill>
                <a:latin typeface="Poppins" panose="00000500000000000000" pitchFamily="2" charset="0"/>
                <a:cs typeface="Poppins" panose="00000500000000000000" pitchFamily="2" charset="0"/>
              </a:rPr>
              <a:t>Used Copilot and Azure OpenAI to evaluate relevance based on MicroK12’s offerings</a:t>
            </a:r>
          </a:p>
          <a:p>
            <a:pPr marL="171443" indent="-171443" defTabSz="976845">
              <a:lnSpc>
                <a:spcPct val="114000"/>
              </a:lnSpc>
              <a:buFont typeface="Arial" panose="020B0604020202020204" pitchFamily="34" charset="0"/>
              <a:buChar char="•"/>
              <a:defRPr/>
            </a:pPr>
            <a:r>
              <a:rPr lang="en-US" sz="1167">
                <a:solidFill>
                  <a:prstClr val="black"/>
                </a:solidFill>
                <a:latin typeface="Poppins" panose="00000500000000000000" pitchFamily="2" charset="0"/>
                <a:cs typeface="Poppins" panose="00000500000000000000" pitchFamily="2" charset="0"/>
              </a:rPr>
              <a:t>Extracted key details such as district, due date, value, contacts, and relevance score</a:t>
            </a:r>
          </a:p>
          <a:p>
            <a:pPr marL="171443" indent="-171443" defTabSz="976845">
              <a:lnSpc>
                <a:spcPct val="114000"/>
              </a:lnSpc>
              <a:buFont typeface="Arial" panose="020B0604020202020204" pitchFamily="34" charset="0"/>
              <a:buChar char="•"/>
              <a:defRPr/>
            </a:pPr>
            <a:r>
              <a:rPr lang="en-US" sz="1167">
                <a:solidFill>
                  <a:prstClr val="black"/>
                </a:solidFill>
                <a:latin typeface="Poppins" panose="00000500000000000000" pitchFamily="2" charset="0"/>
                <a:cs typeface="Poppins" panose="00000500000000000000" pitchFamily="2" charset="0"/>
              </a:rPr>
              <a:t>Built a simple web app for reviewing opportunities and managing crawl schedules</a:t>
            </a:r>
          </a:p>
          <a:p>
            <a:pPr marL="171443" indent="-171443" defTabSz="976845">
              <a:lnSpc>
                <a:spcPct val="114000"/>
              </a:lnSpc>
              <a:buFont typeface="Arial" panose="020B0604020202020204" pitchFamily="34" charset="0"/>
              <a:buChar char="•"/>
              <a:defRPr/>
            </a:pPr>
            <a:r>
              <a:rPr lang="en-US" sz="1167">
                <a:solidFill>
                  <a:prstClr val="black"/>
                </a:solidFill>
                <a:latin typeface="Poppins" panose="00000500000000000000" pitchFamily="2" charset="0"/>
                <a:cs typeface="Poppins" panose="00000500000000000000" pitchFamily="2" charset="0"/>
              </a:rPr>
              <a:t>Integrated with HubSpot for automated opportunity creation and reporting</a:t>
            </a:r>
          </a:p>
        </p:txBody>
      </p:sp>
      <p:sp>
        <p:nvSpPr>
          <p:cNvPr id="13" name="TextBox 12">
            <a:extLst>
              <a:ext uri="{FF2B5EF4-FFF2-40B4-BE49-F238E27FC236}">
                <a16:creationId xmlns:a16="http://schemas.microsoft.com/office/drawing/2014/main" id="{1492710C-342D-9B06-C900-3E294B1BF7CC}"/>
              </a:ext>
            </a:extLst>
          </p:cNvPr>
          <p:cNvSpPr txBox="1"/>
          <p:nvPr/>
        </p:nvSpPr>
        <p:spPr>
          <a:xfrm>
            <a:off x="361276" y="5070492"/>
            <a:ext cx="6864379" cy="1048172"/>
          </a:xfrm>
          <a:prstGeom prst="rect">
            <a:avLst/>
          </a:prstGeom>
          <a:noFill/>
        </p:spPr>
        <p:txBody>
          <a:bodyPr wrap="square">
            <a:spAutoFit/>
          </a:bodyPr>
          <a:lstStyle/>
          <a:p>
            <a:pPr defTabSz="976845">
              <a:lnSpc>
                <a:spcPct val="114000"/>
              </a:lnSpc>
              <a:spcBef>
                <a:spcPts val="500"/>
              </a:spcBef>
              <a:defRPr/>
            </a:pPr>
            <a:r>
              <a:rPr lang="en-US" sz="2000" b="1">
                <a:solidFill>
                  <a:srgbClr val="008AD9"/>
                </a:solidFill>
                <a:latin typeface="Poppins" panose="00000500000000000000" pitchFamily="2" charset="0"/>
                <a:cs typeface="Poppins" panose="00000500000000000000" pitchFamily="2" charset="0"/>
              </a:rPr>
              <a:t>Outcomes</a:t>
            </a:r>
          </a:p>
          <a:p>
            <a:pPr marL="171443" indent="-171443" defTabSz="976845">
              <a:lnSpc>
                <a:spcPct val="114000"/>
              </a:lnSpc>
              <a:buFont typeface="Arial" panose="020B0604020202020204" pitchFamily="34" charset="0"/>
              <a:buChar char="•"/>
              <a:defRPr/>
            </a:pPr>
            <a:r>
              <a:rPr lang="en-US" sz="1167">
                <a:solidFill>
                  <a:prstClr val="black"/>
                </a:solidFill>
                <a:latin typeface="Poppins" panose="00000500000000000000" pitchFamily="2" charset="0"/>
                <a:cs typeface="Poppins" panose="00000500000000000000" pitchFamily="2" charset="0"/>
              </a:rPr>
              <a:t>50 percent faster RFP identification and review</a:t>
            </a:r>
          </a:p>
          <a:p>
            <a:pPr marL="171443" indent="-171443" defTabSz="976845">
              <a:lnSpc>
                <a:spcPct val="114000"/>
              </a:lnSpc>
              <a:buFont typeface="Arial" panose="020B0604020202020204" pitchFamily="34" charset="0"/>
              <a:buChar char="•"/>
              <a:defRPr/>
            </a:pPr>
            <a:r>
              <a:rPr lang="en-US" sz="1167">
                <a:solidFill>
                  <a:prstClr val="black"/>
                </a:solidFill>
                <a:latin typeface="Poppins" panose="00000500000000000000" pitchFamily="2" charset="0"/>
                <a:cs typeface="Poppins" panose="00000500000000000000" pitchFamily="2" charset="0"/>
              </a:rPr>
              <a:t>More relevant opportunities surfaced through Copilot-powered filtering</a:t>
            </a:r>
          </a:p>
          <a:p>
            <a:pPr marL="171443" indent="-171443" defTabSz="976845">
              <a:lnSpc>
                <a:spcPct val="114000"/>
              </a:lnSpc>
              <a:buFont typeface="Arial" panose="020B0604020202020204" pitchFamily="34" charset="0"/>
              <a:buChar char="•"/>
              <a:defRPr/>
            </a:pPr>
            <a:r>
              <a:rPr lang="en-US" sz="1167">
                <a:solidFill>
                  <a:prstClr val="black"/>
                </a:solidFill>
                <a:latin typeface="Poppins" panose="00000500000000000000" pitchFamily="2" charset="0"/>
                <a:cs typeface="Poppins" panose="00000500000000000000" pitchFamily="2" charset="0"/>
              </a:rPr>
              <a:t>Centralized workflow that streamlines how sales teams act on new opportunities</a:t>
            </a:r>
          </a:p>
        </p:txBody>
      </p:sp>
    </p:spTree>
    <p:extLst>
      <p:ext uri="{BB962C8B-B14F-4D97-AF65-F5344CB8AC3E}">
        <p14:creationId xmlns:p14="http://schemas.microsoft.com/office/powerpoint/2010/main" val="323497935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0FB5572-1FF4-117F-8E5D-714ABD848D75}"/>
            </a:ext>
          </a:extLst>
        </p:cNvPr>
        <p:cNvGrpSpPr/>
        <p:nvPr/>
      </p:nvGrpSpPr>
      <p:grpSpPr>
        <a:xfrm>
          <a:off x="0" y="0"/>
          <a:ext cx="0" cy="0"/>
          <a:chOff x="0" y="0"/>
          <a:chExt cx="0" cy="0"/>
        </a:xfrm>
      </p:grpSpPr>
      <p:sp>
        <p:nvSpPr>
          <p:cNvPr id="7" name="Slide Number Placeholder 6">
            <a:extLst>
              <a:ext uri="{FF2B5EF4-FFF2-40B4-BE49-F238E27FC236}">
                <a16:creationId xmlns:a16="http://schemas.microsoft.com/office/drawing/2014/main" id="{194B5295-09AE-F0BD-8265-809EF2756D5A}"/>
              </a:ext>
            </a:extLst>
          </p:cNvPr>
          <p:cNvSpPr>
            <a:spLocks noGrp="1"/>
          </p:cNvSpPr>
          <p:nvPr>
            <p:ph type="sldNum" sz="quarter" idx="12"/>
          </p:nvPr>
        </p:nvSpPr>
        <p:spPr/>
        <p:txBody>
          <a:bodyPr/>
          <a:lstStyle/>
          <a:p>
            <a:fld id="{056F86DB-78DF-EB43-A6BE-40415A3A0052}" type="slidenum">
              <a:rPr lang="en-US" smtClean="0"/>
              <a:pPr/>
              <a:t>2</a:t>
            </a:fld>
            <a:endParaRPr lang="en-US"/>
          </a:p>
        </p:txBody>
      </p:sp>
      <p:sp>
        <p:nvSpPr>
          <p:cNvPr id="2" name="Title 1">
            <a:extLst>
              <a:ext uri="{FF2B5EF4-FFF2-40B4-BE49-F238E27FC236}">
                <a16:creationId xmlns:a16="http://schemas.microsoft.com/office/drawing/2014/main" id="{C450789B-8701-D286-48D8-7D8B8345F147}"/>
              </a:ext>
            </a:extLst>
          </p:cNvPr>
          <p:cNvSpPr>
            <a:spLocks noGrp="1"/>
          </p:cNvSpPr>
          <p:nvPr>
            <p:ph type="ctrTitle"/>
          </p:nvPr>
        </p:nvSpPr>
        <p:spPr>
          <a:xfrm>
            <a:off x="455114" y="382986"/>
            <a:ext cx="10985432" cy="764390"/>
          </a:xfrm>
        </p:spPr>
        <p:txBody>
          <a:bodyPr>
            <a:normAutofit/>
          </a:bodyPr>
          <a:lstStyle/>
          <a:p>
            <a:r>
              <a:rPr lang="en-US"/>
              <a:t>MicroK12 – AI Sales Automation </a:t>
            </a:r>
            <a:endParaRPr lang="en-US">
              <a:latin typeface="Poppins" panose="00000500000000000000" pitchFamily="2" charset="0"/>
              <a:cs typeface="Poppins" panose="00000500000000000000" pitchFamily="2" charset="0"/>
            </a:endParaRPr>
          </a:p>
        </p:txBody>
      </p:sp>
      <p:sp>
        <p:nvSpPr>
          <p:cNvPr id="6" name="Rectangle 5">
            <a:extLst>
              <a:ext uri="{FF2B5EF4-FFF2-40B4-BE49-F238E27FC236}">
                <a16:creationId xmlns:a16="http://schemas.microsoft.com/office/drawing/2014/main" id="{5A4B8BC3-ABF7-A936-657E-8FE20CA1750F}"/>
              </a:ext>
            </a:extLst>
          </p:cNvPr>
          <p:cNvSpPr/>
          <p:nvPr/>
        </p:nvSpPr>
        <p:spPr>
          <a:xfrm flipV="1">
            <a:off x="0" y="365239"/>
            <a:ext cx="243068" cy="764390"/>
          </a:xfrm>
          <a:prstGeom prst="rect">
            <a:avLst/>
          </a:prstGeom>
          <a:solidFill>
            <a:srgbClr val="FF8E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308" b="0" i="0" u="none" strike="noStrike" kern="1200" cap="none" spc="0" normalizeH="0" baseline="0" noProof="0">
                <a:ln>
                  <a:noFill/>
                </a:ln>
                <a:solidFill>
                  <a:prstClr val="white"/>
                </a:solidFill>
                <a:effectLst/>
                <a:uLnTx/>
                <a:uFillTx/>
                <a:latin typeface="Poppins" panose="00000500000000000000" pitchFamily="2" charset="0"/>
                <a:ea typeface="+mn-ea"/>
                <a:cs typeface="+mn-cs"/>
              </a:rPr>
              <a:t>  </a:t>
            </a:r>
          </a:p>
        </p:txBody>
      </p:sp>
      <p:sp>
        <p:nvSpPr>
          <p:cNvPr id="9" name="Text Placeholder 4">
            <a:extLst>
              <a:ext uri="{FF2B5EF4-FFF2-40B4-BE49-F238E27FC236}">
                <a16:creationId xmlns:a16="http://schemas.microsoft.com/office/drawing/2014/main" id="{D36B4D69-7161-FF11-5E07-41E4126235DD}"/>
              </a:ext>
            </a:extLst>
          </p:cNvPr>
          <p:cNvSpPr txBox="1">
            <a:spLocks/>
          </p:cNvSpPr>
          <p:nvPr/>
        </p:nvSpPr>
        <p:spPr>
          <a:xfrm>
            <a:off x="455114" y="1025700"/>
            <a:ext cx="6530902" cy="4960974"/>
          </a:xfrm>
          <a:prstGeom prst="rect">
            <a:avLst/>
          </a:prstGeom>
        </p:spPr>
        <p:txBody>
          <a:bodyPr lIns="91440" tIns="45720" rIns="91440" bIns="45720" anchor="t"/>
          <a:lstStyle>
            <a:lvl1pPr marL="0" indent="0" algn="l" defTabSz="914400" rtl="0" eaLnBrk="1" latinLnBrk="0" hangingPunct="1">
              <a:lnSpc>
                <a:spcPct val="90000"/>
              </a:lnSpc>
              <a:spcBef>
                <a:spcPts val="1000"/>
              </a:spcBef>
              <a:buFont typeface="Arial" panose="020B0604020202020204" pitchFamily="34" charset="0"/>
              <a:buNone/>
              <a:defRPr sz="1600" kern="1200">
                <a:solidFill>
                  <a:schemeClr val="tx1">
                    <a:lumMod val="75000"/>
                    <a:lumOff val="25000"/>
                  </a:schemeClr>
                </a:solidFill>
                <a:latin typeface="Poppins" panose="00000500000000000000" pitchFamily="2" charset="0"/>
                <a:ea typeface="+mn-ea"/>
                <a:cs typeface="Poppins" panose="00000500000000000000" pitchFamily="2" charset="0"/>
              </a:defRPr>
            </a:lvl1pPr>
            <a:lvl2pPr marL="685800" indent="-228600" algn="l" defTabSz="914400" rtl="0" eaLnBrk="1" latinLnBrk="0" hangingPunct="1">
              <a:lnSpc>
                <a:spcPct val="90000"/>
              </a:lnSpc>
              <a:spcBef>
                <a:spcPts val="500"/>
              </a:spcBef>
              <a:buFont typeface="Arial" panose="020B0604020202020204" pitchFamily="34" charset="0"/>
              <a:buChar char="•"/>
              <a:defRPr sz="1600" kern="1200">
                <a:solidFill>
                  <a:schemeClr val="tx1">
                    <a:lumMod val="75000"/>
                    <a:lumOff val="25000"/>
                  </a:schemeClr>
                </a:solidFill>
                <a:latin typeface="Poppins" panose="00000500000000000000" pitchFamily="2" charset="0"/>
                <a:ea typeface="+mn-ea"/>
                <a:cs typeface="Poppins" panose="00000500000000000000" pitchFamily="2" charset="0"/>
              </a:defRPr>
            </a:lvl2pPr>
            <a:lvl3pPr marL="1143000" indent="-228600" algn="l" defTabSz="914400" rtl="0" eaLnBrk="1" latinLnBrk="0" hangingPunct="1">
              <a:lnSpc>
                <a:spcPct val="90000"/>
              </a:lnSpc>
              <a:spcBef>
                <a:spcPts val="500"/>
              </a:spcBef>
              <a:buFont typeface="Arial" panose="020B0604020202020204" pitchFamily="34" charset="0"/>
              <a:buChar char="•"/>
              <a:defRPr sz="1600" kern="1200">
                <a:solidFill>
                  <a:schemeClr val="tx1">
                    <a:lumMod val="75000"/>
                    <a:lumOff val="25000"/>
                  </a:schemeClr>
                </a:solidFill>
                <a:latin typeface="Poppins" panose="00000500000000000000" pitchFamily="2" charset="0"/>
                <a:ea typeface="+mn-ea"/>
                <a:cs typeface="Poppins" panose="00000500000000000000" pitchFamily="2"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600" kern="1200">
                <a:solidFill>
                  <a:schemeClr val="tx1">
                    <a:lumMod val="75000"/>
                    <a:lumOff val="25000"/>
                  </a:schemeClr>
                </a:solidFill>
                <a:latin typeface="Poppins" panose="00000500000000000000" pitchFamily="2" charset="0"/>
                <a:ea typeface="+mn-ea"/>
                <a:cs typeface="Poppins" panose="00000500000000000000" pitchFamily="2"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600" kern="1200">
                <a:solidFill>
                  <a:schemeClr val="tx1">
                    <a:lumMod val="75000"/>
                    <a:lumOff val="25000"/>
                  </a:schemeClr>
                </a:solidFill>
                <a:latin typeface="Poppins" panose="00000500000000000000" pitchFamily="2" charset="0"/>
                <a:ea typeface="+mn-ea"/>
                <a:cs typeface="Poppins" panose="00000500000000000000" pitchFamily="2"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00000"/>
              </a:lnSpc>
            </a:pPr>
            <a:r>
              <a:rPr lang="en-US" sz="2000" b="1">
                <a:solidFill>
                  <a:srgbClr val="008AD9"/>
                </a:solidFill>
              </a:rPr>
              <a:t>Business Need</a:t>
            </a:r>
            <a:endParaRPr lang="en-US" sz="1200"/>
          </a:p>
          <a:p>
            <a:r>
              <a:rPr lang="en-US" sz="1000"/>
              <a:t>To identify new RFPs, MicroK12's sales team manually reviews hundreds of school district websites—a time-consuming process that limits efficiency and scalability.</a:t>
            </a:r>
          </a:p>
          <a:p>
            <a:r>
              <a:rPr lang="en-US" sz="1000"/>
              <a:t>To solve this, MicroK12 engaged </a:t>
            </a:r>
            <a:r>
              <a:rPr lang="en-US" sz="1000" b="1" err="1"/>
              <a:t>Affirma</a:t>
            </a:r>
            <a:r>
              <a:rPr lang="en-US" sz="1000"/>
              <a:t> to explore an AI-powered solution that automates RFP discovery and analysis, reducing manual effort and enabling faster, more strategic sales outreach.</a:t>
            </a:r>
          </a:p>
          <a:p>
            <a:pPr>
              <a:lnSpc>
                <a:spcPct val="100000"/>
              </a:lnSpc>
            </a:pPr>
            <a:r>
              <a:rPr lang="en-US" sz="2000" b="1">
                <a:solidFill>
                  <a:srgbClr val="008AD9"/>
                </a:solidFill>
                <a:latin typeface="Poppins"/>
                <a:cs typeface="Poppins"/>
              </a:rPr>
              <a:t>What we Did</a:t>
            </a:r>
            <a:endParaRPr lang="en-US" sz="2000" b="1">
              <a:solidFill>
                <a:srgbClr val="008AD9"/>
              </a:solidFill>
            </a:endParaRPr>
          </a:p>
          <a:p>
            <a:r>
              <a:rPr lang="en-US" sz="1000" err="1"/>
              <a:t>Affirma</a:t>
            </a:r>
            <a:r>
              <a:rPr lang="en-US" sz="1000"/>
              <a:t> built an AI-driven web crawler to scan school district websites and extract RFPs aligned with MicroK12’s offerings. Using Azure OpenAI, the system evaluates each RFP’s relevance, enabling smarter targeting and quicker decisions.</a:t>
            </a:r>
          </a:p>
          <a:p>
            <a:pPr marL="116840" indent="-116840">
              <a:buFont typeface="Arial" panose="020B0604020202020204" pitchFamily="34" charset="0"/>
              <a:buChar char="•"/>
            </a:pPr>
            <a:r>
              <a:rPr lang="en-US" sz="1000" b="1">
                <a:solidFill>
                  <a:prstClr val="black"/>
                </a:solidFill>
                <a:latin typeface="Poppins"/>
                <a:cs typeface="Poppins"/>
              </a:rPr>
              <a:t>Open4AI Crawler:</a:t>
            </a:r>
            <a:r>
              <a:rPr lang="en-US" sz="1000">
                <a:solidFill>
                  <a:prstClr val="black"/>
                </a:solidFill>
                <a:latin typeface="Poppins"/>
                <a:cs typeface="Poppins"/>
              </a:rPr>
              <a:t> Crawls school district websites automatically and extracts open RFP details</a:t>
            </a:r>
          </a:p>
          <a:p>
            <a:pPr marL="116840" indent="-116840">
              <a:buFont typeface="Arial" panose="020B0604020202020204" pitchFamily="34" charset="0"/>
              <a:buChar char="•"/>
            </a:pPr>
            <a:r>
              <a:rPr lang="en-US" sz="1000" b="1">
                <a:solidFill>
                  <a:prstClr val="black"/>
                </a:solidFill>
              </a:rPr>
              <a:t>AI-Powered Data Processing:</a:t>
            </a:r>
            <a:r>
              <a:rPr lang="en-US" sz="1000">
                <a:solidFill>
                  <a:prstClr val="black"/>
                </a:solidFill>
              </a:rPr>
              <a:t> Using Azure OpenAI and ChatGPT models to scan the RFP details using MicroK12’s competency and offerings data to find the relevant RFP that could benefit MicroK12.</a:t>
            </a:r>
          </a:p>
          <a:p>
            <a:pPr marL="116840" indent="-116840">
              <a:buFont typeface="Arial" panose="020B0604020202020204" pitchFamily="34" charset="0"/>
              <a:buChar char="•"/>
            </a:pPr>
            <a:r>
              <a:rPr lang="en-US" sz="1000" b="1">
                <a:solidFill>
                  <a:prstClr val="black"/>
                </a:solidFill>
                <a:latin typeface="Poppins"/>
                <a:cs typeface="Poppins"/>
              </a:rPr>
              <a:t>Extract RFP Details:</a:t>
            </a:r>
            <a:r>
              <a:rPr lang="en-US" sz="1000">
                <a:solidFill>
                  <a:prstClr val="black"/>
                </a:solidFill>
                <a:latin typeface="Poppins"/>
                <a:cs typeface="Poppins"/>
              </a:rPr>
              <a:t> RFP details like School District, RFP Due Date, Contract Value, Contact Details &amp; AI calculated Relevancy score</a:t>
            </a:r>
          </a:p>
          <a:p>
            <a:pPr marL="116840" indent="-116840">
              <a:buFont typeface="Arial" panose="020B0604020202020204" pitchFamily="34" charset="0"/>
              <a:buChar char="•"/>
            </a:pPr>
            <a:r>
              <a:rPr lang="en-US" sz="1000" b="1">
                <a:solidFill>
                  <a:prstClr val="black"/>
                </a:solidFill>
                <a:latin typeface="Poppins"/>
                <a:cs typeface="Poppins"/>
              </a:rPr>
              <a:t>Custom Web App: </a:t>
            </a:r>
            <a:r>
              <a:rPr lang="en-US" sz="1000">
                <a:solidFill>
                  <a:prstClr val="black"/>
                </a:solidFill>
                <a:latin typeface="Poppins"/>
                <a:cs typeface="Poppins"/>
              </a:rPr>
              <a:t>Built a Custom web app for MicroK12’s sales team to review the AI identified opportunities and decisioning. Also gives ability to manage School District, URLs to crawl and the schedule. </a:t>
            </a:r>
          </a:p>
          <a:p>
            <a:pPr marL="171450" indent="-171450">
              <a:lnSpc>
                <a:spcPct val="100000"/>
              </a:lnSpc>
              <a:buFont typeface="Arial" panose="020B0604020202020204" pitchFamily="34" charset="0"/>
              <a:buChar char="•"/>
            </a:pPr>
            <a:r>
              <a:rPr lang="en-US" sz="1000" b="1">
                <a:latin typeface="Poppins"/>
                <a:cs typeface="Poppins"/>
              </a:rPr>
              <a:t>HubSpot Integration:</a:t>
            </a:r>
            <a:r>
              <a:rPr lang="en-US" sz="1000">
                <a:latin typeface="Poppins"/>
                <a:cs typeface="Poppins"/>
              </a:rPr>
              <a:t> Push RFQs and SO details into HubSpot for larger sales team reporting</a:t>
            </a:r>
          </a:p>
          <a:p>
            <a:pPr>
              <a:lnSpc>
                <a:spcPct val="100000"/>
              </a:lnSpc>
            </a:pPr>
            <a:r>
              <a:rPr lang="en-US" sz="2000" b="1">
                <a:solidFill>
                  <a:srgbClr val="008AD9"/>
                </a:solidFill>
              </a:rPr>
              <a:t>Outcomes</a:t>
            </a:r>
          </a:p>
          <a:p>
            <a:pPr marL="116840" indent="-116840">
              <a:buFont typeface="Arial" panose="020B0604020202020204" pitchFamily="34" charset="0"/>
              <a:buChar char="•"/>
            </a:pPr>
            <a:r>
              <a:rPr lang="en-US" sz="1000">
                <a:solidFill>
                  <a:prstClr val="black"/>
                </a:solidFill>
              </a:rPr>
              <a:t>50% faster RFP response time through automated discovery and AI filtering</a:t>
            </a:r>
          </a:p>
          <a:p>
            <a:pPr marL="116840" indent="-116840">
              <a:buFont typeface="Arial" panose="020B0604020202020204" pitchFamily="34" charset="0"/>
              <a:buChar char="•"/>
            </a:pPr>
            <a:r>
              <a:rPr lang="en-US" sz="1000">
                <a:solidFill>
                  <a:prstClr val="black"/>
                </a:solidFill>
              </a:rPr>
              <a:t>Increased opportunity relevance with AI-matched RFPs aligned to MicroK12’s strengths</a:t>
            </a:r>
          </a:p>
          <a:p>
            <a:pPr marL="116840" indent="-116840">
              <a:buFont typeface="Arial" panose="020B0604020202020204" pitchFamily="34" charset="0"/>
              <a:buChar char="•"/>
            </a:pPr>
            <a:r>
              <a:rPr lang="en-US" sz="1000">
                <a:solidFill>
                  <a:prstClr val="black"/>
                </a:solidFill>
              </a:rPr>
              <a:t>Streamlined sales workflow via a centralized platform for opportunity review and management</a:t>
            </a:r>
            <a:endParaRPr lang="en-US" sz="1000"/>
          </a:p>
        </p:txBody>
      </p:sp>
      <p:pic>
        <p:nvPicPr>
          <p:cNvPr id="3" name="Picture 2" descr="Discover Monthly Ed Tech Updates | MicroK12">
            <a:extLst>
              <a:ext uri="{FF2B5EF4-FFF2-40B4-BE49-F238E27FC236}">
                <a16:creationId xmlns:a16="http://schemas.microsoft.com/office/drawing/2014/main" id="{4575C13A-FCF3-D142-8108-2A940B3C33C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354962" y="102634"/>
            <a:ext cx="1698308" cy="511188"/>
          </a:xfrm>
          <a:prstGeom prst="rect">
            <a:avLst/>
          </a:prstGeom>
          <a:noFill/>
          <a:extLst>
            <a:ext uri="{909E8E84-426E-40DD-AFC4-6F175D3DCCD1}">
              <a14:hiddenFill xmlns:a14="http://schemas.microsoft.com/office/drawing/2010/main">
                <a:solidFill>
                  <a:srgbClr val="FFFFFF"/>
                </a:solidFill>
              </a14:hiddenFill>
            </a:ext>
          </a:extLst>
        </p:spPr>
      </p:pic>
      <p:pic>
        <p:nvPicPr>
          <p:cNvPr id="4" name="Picture 3">
            <a:extLst>
              <a:ext uri="{FF2B5EF4-FFF2-40B4-BE49-F238E27FC236}">
                <a16:creationId xmlns:a16="http://schemas.microsoft.com/office/drawing/2014/main" id="{391782C2-E8B7-C3E8-89EE-1D3DD7DA119D}"/>
              </a:ext>
            </a:extLst>
          </p:cNvPr>
          <p:cNvPicPr>
            <a:picLocks noChangeAspect="1"/>
          </p:cNvPicPr>
          <p:nvPr/>
        </p:nvPicPr>
        <p:blipFill>
          <a:blip r:embed="rId4"/>
          <a:stretch>
            <a:fillRect/>
          </a:stretch>
        </p:blipFill>
        <p:spPr>
          <a:xfrm>
            <a:off x="7152812" y="1129629"/>
            <a:ext cx="4689658" cy="2376557"/>
          </a:xfrm>
          <a:prstGeom prst="rect">
            <a:avLst/>
          </a:prstGeom>
        </p:spPr>
      </p:pic>
      <p:pic>
        <p:nvPicPr>
          <p:cNvPr id="5" name="Picture 4">
            <a:extLst>
              <a:ext uri="{FF2B5EF4-FFF2-40B4-BE49-F238E27FC236}">
                <a16:creationId xmlns:a16="http://schemas.microsoft.com/office/drawing/2014/main" id="{3B909244-36F7-86F5-A985-CC3E49FFE1FD}"/>
              </a:ext>
            </a:extLst>
          </p:cNvPr>
          <p:cNvPicPr>
            <a:picLocks noChangeAspect="1"/>
          </p:cNvPicPr>
          <p:nvPr/>
        </p:nvPicPr>
        <p:blipFill>
          <a:blip r:embed="rId5"/>
          <a:stretch>
            <a:fillRect/>
          </a:stretch>
        </p:blipFill>
        <p:spPr>
          <a:xfrm>
            <a:off x="7194550" y="3497464"/>
            <a:ext cx="4642756" cy="3295851"/>
          </a:xfrm>
          <a:prstGeom prst="rect">
            <a:avLst/>
          </a:prstGeom>
        </p:spPr>
      </p:pic>
    </p:spTree>
    <p:extLst>
      <p:ext uri="{BB962C8B-B14F-4D97-AF65-F5344CB8AC3E}">
        <p14:creationId xmlns:p14="http://schemas.microsoft.com/office/powerpoint/2010/main" val="40893982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Rectangle 12">
            <a:extLst>
              <a:ext uri="{FF2B5EF4-FFF2-40B4-BE49-F238E27FC236}">
                <a16:creationId xmlns:a16="http://schemas.microsoft.com/office/drawing/2014/main" id="{96543279-B9BD-4685-8CF9-299075CC2D0E}"/>
              </a:ext>
            </a:extLst>
          </p:cNvPr>
          <p:cNvSpPr/>
          <p:nvPr/>
        </p:nvSpPr>
        <p:spPr>
          <a:xfrm>
            <a:off x="4676260" y="3229074"/>
            <a:ext cx="346982" cy="11719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424583">
              <a:defRPr/>
            </a:pPr>
            <a:endParaRPr lang="en-US" sz="800">
              <a:solidFill>
                <a:prstClr val="white"/>
              </a:solidFill>
              <a:latin typeface="Segoe UI"/>
            </a:endParaRPr>
          </a:p>
        </p:txBody>
      </p:sp>
      <p:sp>
        <p:nvSpPr>
          <p:cNvPr id="8" name="Rectangle 7">
            <a:extLst>
              <a:ext uri="{FF2B5EF4-FFF2-40B4-BE49-F238E27FC236}">
                <a16:creationId xmlns:a16="http://schemas.microsoft.com/office/drawing/2014/main" id="{2F6C91FC-AE5B-B626-9B5C-80E037135A09}"/>
              </a:ext>
            </a:extLst>
          </p:cNvPr>
          <p:cNvSpPr/>
          <p:nvPr/>
        </p:nvSpPr>
        <p:spPr>
          <a:xfrm>
            <a:off x="138730" y="0"/>
            <a:ext cx="12053270" cy="716457"/>
          </a:xfrm>
          <a:prstGeom prst="rect">
            <a:avLst/>
          </a:prstGeom>
          <a:solidFill>
            <a:srgbClr val="063A7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48"/>
          </a:p>
        </p:txBody>
      </p:sp>
      <p:sp>
        <p:nvSpPr>
          <p:cNvPr id="9" name="Rectangle 8">
            <a:extLst>
              <a:ext uri="{FF2B5EF4-FFF2-40B4-BE49-F238E27FC236}">
                <a16:creationId xmlns:a16="http://schemas.microsoft.com/office/drawing/2014/main" id="{87ED7CDC-A3C6-D850-C47B-D160258E5465}"/>
              </a:ext>
            </a:extLst>
          </p:cNvPr>
          <p:cNvSpPr/>
          <p:nvPr/>
        </p:nvSpPr>
        <p:spPr>
          <a:xfrm flipV="1">
            <a:off x="0" y="0"/>
            <a:ext cx="138730" cy="716457"/>
          </a:xfrm>
          <a:prstGeom prst="rect">
            <a:avLst/>
          </a:prstGeom>
          <a:solidFill>
            <a:srgbClr val="FF8E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748096">
              <a:spcAft>
                <a:spcPts val="491"/>
              </a:spcAft>
              <a:defRPr/>
            </a:pPr>
            <a:r>
              <a:rPr lang="en-US" sz="1889">
                <a:solidFill>
                  <a:prstClr val="white"/>
                </a:solidFill>
                <a:latin typeface="Arial" panose="020B0604020202020204"/>
              </a:rPr>
              <a:t>  </a:t>
            </a:r>
          </a:p>
        </p:txBody>
      </p:sp>
      <p:sp>
        <p:nvSpPr>
          <p:cNvPr id="10" name="TextBox 9">
            <a:extLst>
              <a:ext uri="{FF2B5EF4-FFF2-40B4-BE49-F238E27FC236}">
                <a16:creationId xmlns:a16="http://schemas.microsoft.com/office/drawing/2014/main" id="{A4A06AFB-2F0A-2168-2380-EDB3870F430C}"/>
              </a:ext>
            </a:extLst>
          </p:cNvPr>
          <p:cNvSpPr txBox="1"/>
          <p:nvPr/>
        </p:nvSpPr>
        <p:spPr>
          <a:xfrm>
            <a:off x="277460" y="137267"/>
            <a:ext cx="4952125" cy="386131"/>
          </a:xfrm>
          <a:prstGeom prst="rect">
            <a:avLst/>
          </a:prstGeom>
          <a:noFill/>
        </p:spPr>
        <p:txBody>
          <a:bodyPr wrap="square">
            <a:spAutoFit/>
          </a:bodyPr>
          <a:lstStyle/>
          <a:p>
            <a:pPr defTabSz="311719">
              <a:spcBef>
                <a:spcPts val="818"/>
              </a:spcBef>
              <a:spcAft>
                <a:spcPts val="1227"/>
              </a:spcAft>
              <a:defRPr/>
            </a:pPr>
            <a:r>
              <a:rPr lang="en-US" sz="1909" spc="-150">
                <a:solidFill>
                  <a:schemeClr val="bg1"/>
                </a:solidFill>
                <a:cs typeface="Segoe UI" panose="020B0502040204020203" pitchFamily="34" charset="0"/>
              </a:rPr>
              <a:t>MicroK12 – AI Powered Sales Automation</a:t>
            </a:r>
          </a:p>
        </p:txBody>
      </p:sp>
      <p:sp>
        <p:nvSpPr>
          <p:cNvPr id="5" name="TextBox 4">
            <a:extLst>
              <a:ext uri="{FF2B5EF4-FFF2-40B4-BE49-F238E27FC236}">
                <a16:creationId xmlns:a16="http://schemas.microsoft.com/office/drawing/2014/main" id="{ACA693A9-BD5A-2907-E6AE-492698871AC1}"/>
              </a:ext>
            </a:extLst>
          </p:cNvPr>
          <p:cNvSpPr txBox="1"/>
          <p:nvPr/>
        </p:nvSpPr>
        <p:spPr>
          <a:xfrm>
            <a:off x="169218" y="780059"/>
            <a:ext cx="4972843" cy="237127"/>
          </a:xfrm>
          <a:prstGeom prst="rect">
            <a:avLst/>
          </a:prstGeom>
          <a:noFill/>
        </p:spPr>
        <p:txBody>
          <a:bodyPr rot="0" spcFirstLastPara="0" vertOverflow="overflow" horzOverflow="overflow" vert="horz" wrap="square" lIns="51955" tIns="25977" rIns="51955" bIns="25977" numCol="1" spcCol="0" rtlCol="0" fromWordArt="0" anchor="t" anchorCtr="0" forceAA="0" compatLnSpc="1">
            <a:prstTxWarp prst="textNoShape">
              <a:avLst/>
            </a:prstTxWarp>
            <a:spAutoFit/>
          </a:bodyPr>
          <a:lstStyle/>
          <a:p>
            <a:pPr fontAlgn="base">
              <a:defRPr/>
            </a:pPr>
            <a:r>
              <a:rPr lang="en-US" sz="1200" b="1">
                <a:solidFill>
                  <a:srgbClr val="063A79"/>
                </a:solidFill>
                <a:latin typeface="Segoe UI" panose="020B0502040204020203" pitchFamily="34" charset="0"/>
                <a:cs typeface="Segoe UI" panose="020B0502040204020203" pitchFamily="34" charset="0"/>
              </a:rPr>
              <a:t>Business Need </a:t>
            </a:r>
          </a:p>
        </p:txBody>
      </p:sp>
      <p:sp>
        <p:nvSpPr>
          <p:cNvPr id="6" name="TextBox 5">
            <a:extLst>
              <a:ext uri="{FF2B5EF4-FFF2-40B4-BE49-F238E27FC236}">
                <a16:creationId xmlns:a16="http://schemas.microsoft.com/office/drawing/2014/main" id="{0CDEA1C1-06A6-221C-C428-87016F862D52}"/>
              </a:ext>
            </a:extLst>
          </p:cNvPr>
          <p:cNvSpPr txBox="1"/>
          <p:nvPr/>
        </p:nvSpPr>
        <p:spPr>
          <a:xfrm>
            <a:off x="169218" y="2748515"/>
            <a:ext cx="4985484" cy="237127"/>
          </a:xfrm>
          <a:prstGeom prst="rect">
            <a:avLst/>
          </a:prstGeom>
          <a:noFill/>
        </p:spPr>
        <p:txBody>
          <a:bodyPr rot="0" spcFirstLastPara="0" vertOverflow="overflow" horzOverflow="overflow" vert="horz" wrap="square" lIns="51955" tIns="25977" rIns="51955" bIns="25977" numCol="1" spcCol="0" rtlCol="0" fromWordArt="0" anchor="t" anchorCtr="0" forceAA="0" compatLnSpc="1">
            <a:prstTxWarp prst="textNoShape">
              <a:avLst/>
            </a:prstTxWarp>
            <a:spAutoFit/>
          </a:bodyPr>
          <a:lstStyle/>
          <a:p>
            <a:pPr fontAlgn="base">
              <a:defRPr/>
            </a:pPr>
            <a:r>
              <a:rPr lang="en-US" sz="1200" b="1">
                <a:solidFill>
                  <a:srgbClr val="063A79"/>
                </a:solidFill>
                <a:latin typeface="Segoe UI" panose="020B0502040204020203" pitchFamily="34" charset="0"/>
                <a:cs typeface="Segoe UI" panose="020B0502040204020203" pitchFamily="34" charset="0"/>
              </a:rPr>
              <a:t>What We Did </a:t>
            </a:r>
          </a:p>
        </p:txBody>
      </p:sp>
      <p:sp>
        <p:nvSpPr>
          <p:cNvPr id="11" name="TextBox 10">
            <a:extLst>
              <a:ext uri="{FF2B5EF4-FFF2-40B4-BE49-F238E27FC236}">
                <a16:creationId xmlns:a16="http://schemas.microsoft.com/office/drawing/2014/main" id="{1140870D-C2B0-78A3-C62A-49C6AAD654C2}"/>
              </a:ext>
            </a:extLst>
          </p:cNvPr>
          <p:cNvSpPr txBox="1"/>
          <p:nvPr/>
        </p:nvSpPr>
        <p:spPr>
          <a:xfrm>
            <a:off x="181858" y="4758541"/>
            <a:ext cx="4972844" cy="237127"/>
          </a:xfrm>
          <a:prstGeom prst="rect">
            <a:avLst/>
          </a:prstGeom>
          <a:noFill/>
        </p:spPr>
        <p:txBody>
          <a:bodyPr rot="0" spcFirstLastPara="0" vertOverflow="overflow" horzOverflow="overflow" vert="horz" wrap="square" lIns="51955" tIns="25977" rIns="51955" bIns="25977" numCol="1" spcCol="0" rtlCol="0" fromWordArt="0" anchor="t" anchorCtr="0" forceAA="0" compatLnSpc="1">
            <a:prstTxWarp prst="textNoShape">
              <a:avLst/>
            </a:prstTxWarp>
            <a:spAutoFit/>
          </a:bodyPr>
          <a:lstStyle/>
          <a:p>
            <a:pPr fontAlgn="base">
              <a:defRPr/>
            </a:pPr>
            <a:r>
              <a:rPr lang="en-US" sz="1200" b="1">
                <a:solidFill>
                  <a:srgbClr val="063A79"/>
                </a:solidFill>
                <a:latin typeface="Segoe UI" panose="020B0502040204020203" pitchFamily="34" charset="0"/>
                <a:cs typeface="Segoe UI" panose="020B0502040204020203" pitchFamily="34" charset="0"/>
              </a:rPr>
              <a:t>Results</a:t>
            </a:r>
          </a:p>
        </p:txBody>
      </p:sp>
      <p:sp>
        <p:nvSpPr>
          <p:cNvPr id="3" name="TextBox 2">
            <a:extLst>
              <a:ext uri="{FF2B5EF4-FFF2-40B4-BE49-F238E27FC236}">
                <a16:creationId xmlns:a16="http://schemas.microsoft.com/office/drawing/2014/main" id="{20CC4171-813C-2C23-3DD3-9918F44B9093}"/>
              </a:ext>
            </a:extLst>
          </p:cNvPr>
          <p:cNvSpPr txBox="1"/>
          <p:nvPr/>
        </p:nvSpPr>
        <p:spPr>
          <a:xfrm>
            <a:off x="138731" y="993822"/>
            <a:ext cx="6842837" cy="1477328"/>
          </a:xfrm>
          <a:prstGeom prst="rect">
            <a:avLst/>
          </a:prstGeom>
          <a:noFill/>
        </p:spPr>
        <p:txBody>
          <a:bodyPr wrap="square">
            <a:spAutoFit/>
          </a:bodyPr>
          <a:lstStyle/>
          <a:p>
            <a:pPr>
              <a:buNone/>
            </a:pPr>
            <a:r>
              <a:rPr lang="en-US" sz="1000" b="1"/>
              <a:t>MicroK12</a:t>
            </a:r>
            <a:r>
              <a:rPr lang="en-US" sz="1000"/>
              <a:t> is a leading K–12 education technology provider with over 40 years of experience, offering devices, networking equipment, interactive displays, and managed IT services. Partnering with top brands like Google, Microsoft, and HP, they support schools in deploying modern, tech-enabled classrooms and 1:1 student device programs.</a:t>
            </a:r>
          </a:p>
          <a:p>
            <a:pPr>
              <a:buNone/>
            </a:pPr>
            <a:endParaRPr lang="en-US" sz="1000"/>
          </a:p>
          <a:p>
            <a:pPr>
              <a:buNone/>
            </a:pPr>
            <a:r>
              <a:rPr lang="en-US" sz="1000"/>
              <a:t>To identify new RFPs, MicroK12's sales team manually reviews hundreds of school district websites—a time-consuming process that limits efficiency and scalability.</a:t>
            </a:r>
          </a:p>
          <a:p>
            <a:pPr>
              <a:buNone/>
            </a:pPr>
            <a:endParaRPr lang="en-US" sz="1000"/>
          </a:p>
          <a:p>
            <a:r>
              <a:rPr lang="en-US" sz="1000"/>
              <a:t>To solve this, MicroK12 engaged </a:t>
            </a:r>
            <a:r>
              <a:rPr lang="en-US" sz="1000" b="1"/>
              <a:t>Affirma</a:t>
            </a:r>
            <a:r>
              <a:rPr lang="en-US" sz="1000"/>
              <a:t> to explore an AI-powered solution that automates RFP discovery and analysis, reducing manual effort and enabling faster, more strategic sales outreach.</a:t>
            </a:r>
          </a:p>
        </p:txBody>
      </p:sp>
      <p:sp>
        <p:nvSpPr>
          <p:cNvPr id="15" name="TextBox 14">
            <a:extLst>
              <a:ext uri="{FF2B5EF4-FFF2-40B4-BE49-F238E27FC236}">
                <a16:creationId xmlns:a16="http://schemas.microsoft.com/office/drawing/2014/main" id="{511FCEC2-2FEA-88E8-76A8-393FD6E00741}"/>
              </a:ext>
            </a:extLst>
          </p:cNvPr>
          <p:cNvSpPr txBox="1"/>
          <p:nvPr/>
        </p:nvSpPr>
        <p:spPr>
          <a:xfrm>
            <a:off x="138730" y="2967944"/>
            <a:ext cx="6812350" cy="1631216"/>
          </a:xfrm>
          <a:prstGeom prst="rect">
            <a:avLst/>
          </a:prstGeom>
          <a:noFill/>
        </p:spPr>
        <p:txBody>
          <a:bodyPr wrap="square">
            <a:spAutoFit/>
          </a:bodyPr>
          <a:lstStyle/>
          <a:p>
            <a:pPr algn="l"/>
            <a:r>
              <a:rPr lang="en-US" sz="1000"/>
              <a:t>Affirma built an AI-driven web crawler to scan school district websites and extract RFPs aligned with MicroK12’s offerings. Using Azure OpenAI, the system evaluates each RFP’s relevance, enabling smarter targeting and quicker decisions.</a:t>
            </a:r>
          </a:p>
          <a:p>
            <a:pPr algn="l"/>
            <a:endParaRPr lang="en-US" sz="1000">
              <a:solidFill>
                <a:prstClr val="black"/>
              </a:solidFill>
              <a:latin typeface="Segoe UI"/>
            </a:endParaRPr>
          </a:p>
          <a:p>
            <a:pPr marL="116895" indent="-116895">
              <a:buFont typeface="Arial" panose="020B0604020202020204" pitchFamily="34" charset="0"/>
              <a:buChar char="•"/>
            </a:pPr>
            <a:r>
              <a:rPr lang="en-US" sz="1000" b="1">
                <a:solidFill>
                  <a:prstClr val="black"/>
                </a:solidFill>
              </a:rPr>
              <a:t>Open4AI Crawler:</a:t>
            </a:r>
            <a:r>
              <a:rPr lang="en-US" sz="1000">
                <a:solidFill>
                  <a:prstClr val="black"/>
                </a:solidFill>
              </a:rPr>
              <a:t> Crawls school district websites automatically and extracts open RFP details</a:t>
            </a:r>
          </a:p>
          <a:p>
            <a:pPr marL="116895" indent="-116895">
              <a:buFont typeface="Arial" panose="020B0604020202020204" pitchFamily="34" charset="0"/>
              <a:buChar char="•"/>
            </a:pPr>
            <a:r>
              <a:rPr lang="en-US" sz="1000" b="1">
                <a:solidFill>
                  <a:prstClr val="black"/>
                </a:solidFill>
              </a:rPr>
              <a:t>AI-Powered Data Processing:</a:t>
            </a:r>
            <a:r>
              <a:rPr lang="en-US" sz="1000">
                <a:solidFill>
                  <a:prstClr val="black"/>
                </a:solidFill>
              </a:rPr>
              <a:t> Using Azure OpenAI and ChatGPT models to scan the RFP details using MicroK12’s competency and offerings data to find the relevant RFP that could benefit MicroK12.</a:t>
            </a:r>
          </a:p>
          <a:p>
            <a:pPr marL="116895" indent="-116895">
              <a:buFont typeface="Arial" panose="020B0604020202020204" pitchFamily="34" charset="0"/>
              <a:buChar char="•"/>
            </a:pPr>
            <a:r>
              <a:rPr lang="en-US" sz="1000" b="1">
                <a:solidFill>
                  <a:prstClr val="black"/>
                </a:solidFill>
              </a:rPr>
              <a:t>Extract RFP Details:</a:t>
            </a:r>
            <a:r>
              <a:rPr lang="en-US" sz="1000">
                <a:solidFill>
                  <a:prstClr val="black"/>
                </a:solidFill>
              </a:rPr>
              <a:t> RFP details like School District, RFP Due Date, Contract Value, Contact Details &amp; AI calculated Relevancy score</a:t>
            </a:r>
          </a:p>
          <a:p>
            <a:pPr marL="116895" indent="-116895">
              <a:buFont typeface="Arial" panose="020B0604020202020204" pitchFamily="34" charset="0"/>
              <a:buChar char="•"/>
            </a:pPr>
            <a:r>
              <a:rPr lang="en-US" sz="1000" b="1">
                <a:solidFill>
                  <a:prstClr val="black"/>
                </a:solidFill>
              </a:rPr>
              <a:t>Custom Web App: </a:t>
            </a:r>
            <a:r>
              <a:rPr lang="en-US" sz="1000">
                <a:solidFill>
                  <a:prstClr val="black"/>
                </a:solidFill>
              </a:rPr>
              <a:t>Built a Custom web app for MicroK12’s sales team to review the AI identified opportunities and decisioning. Also gives ability to manage School District, URLs to crawl and the schedule. </a:t>
            </a:r>
          </a:p>
        </p:txBody>
      </p:sp>
      <p:sp>
        <p:nvSpPr>
          <p:cNvPr id="17" name="TextBox 16">
            <a:extLst>
              <a:ext uri="{FF2B5EF4-FFF2-40B4-BE49-F238E27FC236}">
                <a16:creationId xmlns:a16="http://schemas.microsoft.com/office/drawing/2014/main" id="{F1A8605A-FCEF-3A25-BD01-4152142D34D4}"/>
              </a:ext>
            </a:extLst>
          </p:cNvPr>
          <p:cNvSpPr txBox="1"/>
          <p:nvPr/>
        </p:nvSpPr>
        <p:spPr>
          <a:xfrm>
            <a:off x="169218" y="5074615"/>
            <a:ext cx="6972584" cy="577081"/>
          </a:xfrm>
          <a:prstGeom prst="rect">
            <a:avLst/>
          </a:prstGeom>
          <a:noFill/>
        </p:spPr>
        <p:txBody>
          <a:bodyPr wrap="square">
            <a:spAutoFit/>
          </a:bodyPr>
          <a:lstStyle/>
          <a:p>
            <a:pPr marL="116895" indent="-116895">
              <a:buFont typeface="Arial" panose="020B0604020202020204" pitchFamily="34" charset="0"/>
              <a:buChar char="•"/>
            </a:pPr>
            <a:r>
              <a:rPr lang="en-US" sz="1050">
                <a:solidFill>
                  <a:prstClr val="black"/>
                </a:solidFill>
              </a:rPr>
              <a:t>50% faster RFP response time through automated discovery and AI filtering</a:t>
            </a:r>
          </a:p>
          <a:p>
            <a:pPr marL="116895" indent="-116895">
              <a:buFont typeface="Arial" panose="020B0604020202020204" pitchFamily="34" charset="0"/>
              <a:buChar char="•"/>
            </a:pPr>
            <a:r>
              <a:rPr lang="en-US" sz="1050">
                <a:solidFill>
                  <a:prstClr val="black"/>
                </a:solidFill>
              </a:rPr>
              <a:t>Increased opportunity relevance with AI-matched RFPs aligned to MicroK12’s strengths</a:t>
            </a:r>
          </a:p>
          <a:p>
            <a:pPr marL="116895" indent="-116895">
              <a:buFont typeface="Arial" panose="020B0604020202020204" pitchFamily="34" charset="0"/>
              <a:buChar char="•"/>
            </a:pPr>
            <a:r>
              <a:rPr lang="en-US" sz="1050">
                <a:solidFill>
                  <a:prstClr val="black"/>
                </a:solidFill>
              </a:rPr>
              <a:t>Streamlined sales workflow via a centralized platform for opportunity review and management</a:t>
            </a:r>
          </a:p>
        </p:txBody>
      </p:sp>
      <p:pic>
        <p:nvPicPr>
          <p:cNvPr id="4" name="Picture 2" descr="Discover Monthly Ed Tech Updates | MicroK12">
            <a:extLst>
              <a:ext uri="{FF2B5EF4-FFF2-40B4-BE49-F238E27FC236}">
                <a16:creationId xmlns:a16="http://schemas.microsoft.com/office/drawing/2014/main" id="{AC94B617-F0FD-FBBC-9E04-0673ED58203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354962" y="102634"/>
            <a:ext cx="1698308" cy="511188"/>
          </a:xfrm>
          <a:prstGeom prst="rect">
            <a:avLst/>
          </a:prstGeom>
          <a:noFill/>
          <a:extLst>
            <a:ext uri="{909E8E84-426E-40DD-AFC4-6F175D3DCCD1}">
              <a14:hiddenFill xmlns:a14="http://schemas.microsoft.com/office/drawing/2010/main">
                <a:solidFill>
                  <a:srgbClr val="FFFFFF"/>
                </a:solidFill>
              </a14:hiddenFill>
            </a:ext>
          </a:extLst>
        </p:spPr>
      </p:pic>
      <p:pic>
        <p:nvPicPr>
          <p:cNvPr id="12" name="Picture 11">
            <a:extLst>
              <a:ext uri="{FF2B5EF4-FFF2-40B4-BE49-F238E27FC236}">
                <a16:creationId xmlns:a16="http://schemas.microsoft.com/office/drawing/2014/main" id="{9ADA9C73-F597-A9B1-7ED3-9ECCCE8DD3A1}"/>
              </a:ext>
            </a:extLst>
          </p:cNvPr>
          <p:cNvPicPr>
            <a:picLocks noChangeAspect="1"/>
          </p:cNvPicPr>
          <p:nvPr/>
        </p:nvPicPr>
        <p:blipFill>
          <a:blip r:embed="rId4"/>
          <a:stretch>
            <a:fillRect/>
          </a:stretch>
        </p:blipFill>
        <p:spPr>
          <a:xfrm>
            <a:off x="6851890" y="800003"/>
            <a:ext cx="5340110" cy="2706184"/>
          </a:xfrm>
          <a:prstGeom prst="rect">
            <a:avLst/>
          </a:prstGeom>
        </p:spPr>
      </p:pic>
      <p:pic>
        <p:nvPicPr>
          <p:cNvPr id="16" name="Picture 15">
            <a:extLst>
              <a:ext uri="{FF2B5EF4-FFF2-40B4-BE49-F238E27FC236}">
                <a16:creationId xmlns:a16="http://schemas.microsoft.com/office/drawing/2014/main" id="{065716C4-1326-3E46-354E-C7F2A55BDAD1}"/>
              </a:ext>
            </a:extLst>
          </p:cNvPr>
          <p:cNvPicPr>
            <a:picLocks noChangeAspect="1"/>
          </p:cNvPicPr>
          <p:nvPr/>
        </p:nvPicPr>
        <p:blipFill>
          <a:blip r:embed="rId5"/>
          <a:stretch>
            <a:fillRect/>
          </a:stretch>
        </p:blipFill>
        <p:spPr>
          <a:xfrm>
            <a:off x="6981568" y="3346270"/>
            <a:ext cx="4855738" cy="3447045"/>
          </a:xfrm>
          <a:prstGeom prst="rect">
            <a:avLst/>
          </a:prstGeom>
        </p:spPr>
      </p:pic>
    </p:spTree>
    <p:extLst>
      <p:ext uri="{BB962C8B-B14F-4D97-AF65-F5344CB8AC3E}">
        <p14:creationId xmlns:p14="http://schemas.microsoft.com/office/powerpoint/2010/main" val="120843608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Theme">
      <a:majorFont>
        <a:latin typeface="Aptos Display"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ptos" panose="020B000402020202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12_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_rels/item4.xml.rels><?xml version="1.0" encoding="UTF-8" standalone="yes"?>
<Relationships xmlns="http://schemas.openxmlformats.org/package/2006/relationships"><Relationship Id="rId1" Type="http://schemas.openxmlformats.org/officeDocument/2006/relationships/customXmlProps" Target="itemProps4.xml"/></Relationships>
</file>

<file path=customXml/item1.xml><?xml version="1.0" encoding="utf-8"?>
<?mso-contentType ?>
<customXsn xmlns="http://schemas.microsoft.com/office/2006/metadata/customXsn">
  <xsnLocation/>
  <cached>True</cached>
  <openByDefault>False</openByDefault>
  <xsnScope/>
</customXsn>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0D23BCBB7020E34DAE994A365BA94206" ma:contentTypeVersion="12" ma:contentTypeDescription="Create a new document." ma:contentTypeScope="" ma:versionID="b1c940a28d9f7ed7841dd66e388476ed">
  <xsd:schema xmlns:xsd="http://www.w3.org/2001/XMLSchema" xmlns:xs="http://www.w3.org/2001/XMLSchema" xmlns:p="http://schemas.microsoft.com/office/2006/metadata/properties" xmlns:ns2="f0ee8362-fa7e-4bc9-ab88-7dcfb17cb19b" targetNamespace="http://schemas.microsoft.com/office/2006/metadata/properties" ma:root="true" ma:fieldsID="8c9fb4aa225d81f58c6fca2e551d2526" ns2:_="">
    <xsd:import namespace="f0ee8362-fa7e-4bc9-ab88-7dcfb17cb19b"/>
    <xsd:element name="properties">
      <xsd:complexType>
        <xsd:sequence>
          <xsd:element name="documentManagement">
            <xsd:complexType>
              <xsd:all>
                <xsd:element ref="ns2:BusinessUnit" minOccurs="0"/>
                <xsd:element ref="ns2:Industries" minOccurs="0"/>
                <xsd:element ref="ns2:Solutions" minOccurs="0"/>
                <xsd:element ref="ns2:PlatTech" minOccurs="0"/>
                <xsd:element ref="ns2:Notes0" minOccurs="0"/>
                <xsd:element ref="ns2:Named_x0020_Account" minOccurs="0"/>
                <xsd:element ref="ns2:MediaServiceMetadata" minOccurs="0"/>
                <xsd:element ref="ns2:MediaServiceFastMetadata" minOccurs="0"/>
                <xsd:element ref="ns2:MediaServiceSearchProperties" minOccurs="0"/>
                <xsd:element ref="ns2:MediaServiceObjectDetectorVersions" minOccurs="0"/>
                <xsd:element ref="ns2:ProjectCompletionDate" minOccurs="0"/>
                <xsd:element ref="ns2:ApprovedByClient"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f0ee8362-fa7e-4bc9-ab88-7dcfb17cb19b" elementFormDefault="qualified">
    <xsd:import namespace="http://schemas.microsoft.com/office/2006/documentManagement/types"/>
    <xsd:import namespace="http://schemas.microsoft.com/office/infopath/2007/PartnerControls"/>
    <xsd:element name="BusinessUnit" ma:index="8" nillable="true" ma:displayName="Business Unit" ma:internalName="BusinessUnit">
      <xsd:complexType>
        <xsd:complexContent>
          <xsd:extension base="dms:MultiChoice">
            <xsd:sequence>
              <xsd:element name="Value" maxOccurs="unbounded" minOccurs="0" nillable="true">
                <xsd:simpleType>
                  <xsd:restriction base="dms:Choice">
                    <xsd:enumeration value="Business Process Outsourcing"/>
                    <xsd:enumeration value="Content and Change Management"/>
                    <xsd:enumeration value="Creative"/>
                    <xsd:enumeration value="Custom Development"/>
                    <xsd:enumeration value="Customer Relationship Management"/>
                    <xsd:enumeration value="Data and Analytics"/>
                    <xsd:enumeration value="Engagement Marketing"/>
                    <xsd:enumeration value="Infrastructure"/>
                    <xsd:enumeration value="Marketing Services"/>
                    <xsd:enumeration value="Modern Workplace"/>
                    <xsd:enumeration value="NetSuite"/>
                  </xsd:restriction>
                </xsd:simpleType>
              </xsd:element>
            </xsd:sequence>
          </xsd:extension>
        </xsd:complexContent>
      </xsd:complexType>
    </xsd:element>
    <xsd:element name="Industries" ma:index="9" nillable="true" ma:displayName="Industries" ma:format="Dropdown" ma:internalName="Industries">
      <xsd:complexType>
        <xsd:complexContent>
          <xsd:extension base="dms:MultiChoice">
            <xsd:sequence>
              <xsd:element name="Value" maxOccurs="unbounded" minOccurs="0" nillable="true">
                <xsd:simpleType>
                  <xsd:restriction base="dms:Choice">
                    <xsd:enumeration value="Aerospace"/>
                    <xsd:enumeration value="Agriculture"/>
                    <xsd:enumeration value="Agriculture Food"/>
                    <xsd:enumeration value="AI / AI Models"/>
                    <xsd:enumeration value="B2B"/>
                    <xsd:enumeration value="B2C"/>
                    <xsd:enumeration value="Chemical"/>
                    <xsd:enumeration value="Construction"/>
                    <xsd:enumeration value="Defence"/>
                    <xsd:enumeration value="Education"/>
                    <xsd:enumeration value="Energy"/>
                    <xsd:enumeration value="Engineering"/>
                    <xsd:enumeration value="Entertainment"/>
                    <xsd:enumeration value="Financial Services"/>
                    <xsd:enumeration value="Food"/>
                    <xsd:enumeration value="Government"/>
                    <xsd:enumeration value="Healthcare"/>
                    <xsd:enumeration value="Hospitality"/>
                    <xsd:enumeration value="Legal"/>
                    <xsd:enumeration value="Life Sciences"/>
                    <xsd:enumeration value="Manufacturing"/>
                    <xsd:enumeration value="Media"/>
                    <xsd:enumeration value="Non-Profit"/>
                    <xsd:enumeration value="Real Estate"/>
                    <xsd:enumeration value="Retail"/>
                    <xsd:enumeration value="Services"/>
                    <xsd:enumeration value="Technology"/>
                    <xsd:enumeration value="Telecommunications"/>
                    <xsd:enumeration value="Transportation"/>
                    <xsd:enumeration value="Water"/>
                    <xsd:enumeration value="Wellness"/>
                    <xsd:enumeration value="BPO"/>
                  </xsd:restriction>
                </xsd:simpleType>
              </xsd:element>
            </xsd:sequence>
          </xsd:extension>
        </xsd:complexContent>
      </xsd:complexType>
    </xsd:element>
    <xsd:element name="Solutions" ma:index="10" nillable="true" ma:displayName="Solutions" ma:format="Dropdown" ma:internalName="Solutions">
      <xsd:complexType>
        <xsd:complexContent>
          <xsd:extension base="dms:MultiChoice">
            <xsd:sequence>
              <xsd:element name="Value" maxOccurs="unbounded" minOccurs="0" nillable="true">
                <xsd:simpleType>
                  <xsd:restriction base="dms:Choice">
                    <xsd:enumeration value="ABM Marketing"/>
                    <xsd:enumeration value="AI"/>
                    <xsd:enumeration value="Audit"/>
                    <xsd:enumeration value="Change Management"/>
                    <xsd:enumeration value="Cloud"/>
                    <xsd:enumeration value="Configurations"/>
                    <xsd:enumeration value="Content"/>
                    <xsd:enumeration value="Customer &amp; Partner Support BPO"/>
                    <xsd:enumeration value="Customer / Partner Portal"/>
                    <xsd:enumeration value="Custom Search"/>
                    <xsd:enumeration value="Cybersecurity"/>
                    <xsd:enumeration value="Data Analytics"/>
                    <xsd:enumeration value="Design"/>
                    <xsd:enumeration value="Email Campaigns"/>
                    <xsd:enumeration value="Event support"/>
                    <xsd:enumeration value="HelpDesk Outsourcing BPO"/>
                    <xsd:enumeration value="Integrations"/>
                    <xsd:enumeration value="Intranet / Extranet"/>
                    <xsd:enumeration value="IoT"/>
                    <xsd:enumeration value="Link Building"/>
                    <xsd:enumeration value="Marketing Automation"/>
                    <xsd:enumeration value="Marketing Strategy"/>
                    <xsd:enumeration value="Marketing Technology"/>
                    <xsd:enumeration value="Migrations"/>
                    <xsd:enumeration value="Mobile Application"/>
                    <xsd:enumeration value="Organic Social Media"/>
                    <xsd:enumeration value="PPC"/>
                    <xsd:enumeration value="Personas &amp; Journey Mapping"/>
                    <xsd:enumeration value="Process Automation"/>
                    <xsd:enumeration value="Product Development"/>
                    <xsd:enumeration value="Research"/>
                    <xsd:enumeration value="SEO/ AEO"/>
                    <xsd:enumeration value="SPFx"/>
                    <xsd:enumeration value="Training"/>
                    <xsd:enumeration value="UX/ UI Design"/>
                    <xsd:enumeration value="Video Production"/>
                    <xsd:enumeration value="Webinars"/>
                    <xsd:enumeration value="Websites"/>
                    <xsd:enumeration value="DevOps"/>
                  </xsd:restriction>
                </xsd:simpleType>
              </xsd:element>
            </xsd:sequence>
          </xsd:extension>
        </xsd:complexContent>
      </xsd:complexType>
    </xsd:element>
    <xsd:element name="PlatTech" ma:index="11" nillable="true" ma:displayName="Platform / Technology" ma:format="Dropdown" ma:internalName="PlatTech">
      <xsd:complexType>
        <xsd:complexContent>
          <xsd:extension base="dms:MultiChoice">
            <xsd:sequence>
              <xsd:element name="Value" maxOccurs="unbounded" minOccurs="0" nillable="true">
                <xsd:simpleType>
                  <xsd:restriction base="dms:Choice">
                    <xsd:enumeration value=".NET"/>
                    <xsd:enumeration value="Android App"/>
                    <xsd:enumeration value="AWS"/>
                    <xsd:enumeration value="Angular"/>
                    <xsd:enumeration value="Azure"/>
                    <xsd:enumeration value="Azure DevOps"/>
                    <xsd:enumeration value="Boomi"/>
                    <xsd:enumeration value="Drupal"/>
                    <xsd:enumeration value="Dynamics"/>
                    <xsd:enumeration value="Flutter"/>
                    <xsd:enumeration value="GCP"/>
                    <xsd:enumeration value="Google"/>
                    <xsd:enumeration value="Great Plains"/>
                    <xsd:enumeration value="Hootsuite"/>
                    <xsd:enumeration value="HubSpot"/>
                    <xsd:enumeration value="iOS App"/>
                    <xsd:enumeration value="Java"/>
                    <xsd:enumeration value="Kentico"/>
                    <xsd:enumeration value="Looker Studio"/>
                    <xsd:enumeration value="Mobile App"/>
                    <xsd:enumeration value="Marketo / Adobe"/>
                    <xsd:enumeration value="NetSuite"/>
                    <xsd:enumeration value="O365"/>
                    <xsd:enumeration value="OneDrive"/>
                    <xsd:enumeration value="PowerSuite"/>
                    <xsd:enumeration value="Power BI"/>
                    <xsd:enumeration value="QuickBooks"/>
                    <xsd:enumeration value="React"/>
                    <xsd:enumeration value="React Native"/>
                    <xsd:enumeration value="Sage"/>
                    <xsd:enumeration value="Salesforce"/>
                    <xsd:enumeration value="Salesforce Experience Cloud"/>
                    <xsd:enumeration value="Salesforce Marketing Cloud"/>
                    <xsd:enumeration value="Salesforce CPQ"/>
                    <xsd:enumeration value="Salesforce Pardot"/>
                    <xsd:enumeration value="SharePoint"/>
                    <xsd:enumeration value="Shopify"/>
                    <xsd:enumeration value="Sitecore"/>
                    <xsd:enumeration value="Sitefinity"/>
                    <xsd:enumeration value="Snowflake"/>
                    <xsd:enumeration value="Sprinklr"/>
                    <xsd:enumeration value="SproutSocial"/>
                    <xsd:enumeration value="Tableau"/>
                    <xsd:enumeration value="WP Engine"/>
                    <xsd:enumeration value="Webflow"/>
                    <xsd:enumeration value="WooCommerce"/>
                    <xsd:enumeration value="WordPress"/>
                    <xsd:enumeration value="Zoho"/>
                    <xsd:enumeration value="Power Apps"/>
                    <xsd:enumeration value="Teams"/>
                    <xsd:enumeration value="Azure Data Factory"/>
                    <xsd:enumeration value="Zendesk"/>
                    <xsd:enumeration value="Business Central"/>
                    <xsd:enumeration value="Viva"/>
                  </xsd:restriction>
                </xsd:simpleType>
              </xsd:element>
            </xsd:sequence>
          </xsd:extension>
        </xsd:complexContent>
      </xsd:complexType>
    </xsd:element>
    <xsd:element name="Notes0" ma:index="12" nillable="true" ma:displayName="Notes" ma:internalName="Notes0">
      <xsd:simpleType>
        <xsd:restriction base="dms:Text">
          <xsd:maxLength value="255"/>
        </xsd:restriction>
      </xsd:simpleType>
    </xsd:element>
    <xsd:element name="Named_x0020_Account" ma:index="13" nillable="true" ma:displayName="Named Account" ma:format="Dropdown" ma:internalName="Named_x0020_Account">
      <xsd:simpleType>
        <xsd:restriction base="dms:Choice">
          <xsd:enumeration value="Microsoft"/>
          <xsd:enumeration value="Meta"/>
          <xsd:enumeration value="Amazon"/>
        </xsd:restriction>
      </xsd:simpleType>
    </xsd:element>
    <xsd:element name="MediaServiceMetadata" ma:index="14" nillable="true" ma:displayName="MediaServiceMetadata" ma:hidden="true" ma:internalName="MediaServiceMetadata" ma:readOnly="true">
      <xsd:simpleType>
        <xsd:restriction base="dms:Note"/>
      </xsd:simpleType>
    </xsd:element>
    <xsd:element name="MediaServiceFastMetadata" ma:index="15" nillable="true" ma:displayName="MediaServiceFastMetadata" ma:hidden="true" ma:internalName="MediaServiceFastMetadata" ma:readOnly="true">
      <xsd:simpleType>
        <xsd:restriction base="dms:Note"/>
      </xsd:simpleType>
    </xsd:element>
    <xsd:element name="MediaServiceSearchProperties" ma:index="16" nillable="true" ma:displayName="MediaServiceSearchProperties" ma:hidden="true" ma:internalName="MediaServiceSearchProperties" ma:readOnly="true">
      <xsd:simpleType>
        <xsd:restriction base="dms:Note"/>
      </xsd:simpleType>
    </xsd:element>
    <xsd:element name="MediaServiceObjectDetectorVersions" ma:index="17" nillable="true" ma:displayName="MediaServiceObjectDetectorVersions" ma:hidden="true" ma:indexed="true" ma:internalName="MediaServiceObjectDetectorVersions" ma:readOnly="true">
      <xsd:simpleType>
        <xsd:restriction base="dms:Text"/>
      </xsd:simpleType>
    </xsd:element>
    <xsd:element name="ProjectCompletionDate" ma:index="18" nillable="true" ma:displayName="Project Completion Date" ma:format="DateOnly" ma:internalName="ProjectCompletionDate">
      <xsd:simpleType>
        <xsd:restriction base="dms:DateTime"/>
      </xsd:simpleType>
    </xsd:element>
    <xsd:element name="ApprovedByClient" ma:index="19" nillable="true" ma:displayName="Approved By Client" ma:default="0" ma:format="Dropdown" ma:internalName="ApprovedByClient">
      <xsd:simpleType>
        <xsd:restriction base="dms:Boolea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4.xml><?xml version="1.0" encoding="utf-8"?>
<p:properties xmlns:p="http://schemas.microsoft.com/office/2006/metadata/properties" xmlns:xsi="http://www.w3.org/2001/XMLSchema-instance" xmlns:pc="http://schemas.microsoft.com/office/infopath/2007/PartnerControls">
  <documentManagement>
    <Notes0 xmlns="f0ee8362-fa7e-4bc9-ab88-7dcfb17cb19b" xsi:nil="true"/>
    <Named_x0020_Account xmlns="f0ee8362-fa7e-4bc9-ab88-7dcfb17cb19b" xsi:nil="true"/>
    <Industries xmlns="f0ee8362-fa7e-4bc9-ab88-7dcfb17cb19b">
      <Value>Education</Value>
      <Value>Services</Value>
    </Industries>
    <PlatTech xmlns="f0ee8362-fa7e-4bc9-ab88-7dcfb17cb19b" xsi:nil="true"/>
    <BusinessUnit xmlns="f0ee8362-fa7e-4bc9-ab88-7dcfb17cb19b">
      <Value>Custom Development</Value>
    </BusinessUnit>
    <Solutions xmlns="f0ee8362-fa7e-4bc9-ab88-7dcfb17cb19b">
      <Value>AI</Value>
    </Solutions>
    <ProjectCompletionDate xmlns="f0ee8362-fa7e-4bc9-ab88-7dcfb17cb19b" xsi:nil="true"/>
    <ApprovedByClient xmlns="f0ee8362-fa7e-4bc9-ab88-7dcfb17cb19b">false</ApprovedByClient>
  </documentManagement>
</p:properties>
</file>

<file path=customXml/itemProps1.xml><?xml version="1.0" encoding="utf-8"?>
<ds:datastoreItem xmlns:ds="http://schemas.openxmlformats.org/officeDocument/2006/customXml" ds:itemID="{3CF58D06-6ED5-4DF7-AA58-0C06B4F110B6}">
  <ds:schemaRefs>
    <ds:schemaRef ds:uri="http://schemas.microsoft.com/office/2006/metadata/customXsn"/>
  </ds:schemaRefs>
</ds:datastoreItem>
</file>

<file path=customXml/itemProps2.xml><?xml version="1.0" encoding="utf-8"?>
<ds:datastoreItem xmlns:ds="http://schemas.openxmlformats.org/officeDocument/2006/customXml" ds:itemID="{559481E4-AE1C-40F2-A416-472DE278D027}">
  <ds:schemaRefs>
    <ds:schemaRef ds:uri="http://schemas.microsoft.com/sharepoint/v3/contenttype/forms"/>
  </ds:schemaRefs>
</ds:datastoreItem>
</file>

<file path=customXml/itemProps3.xml><?xml version="1.0" encoding="utf-8"?>
<ds:datastoreItem xmlns:ds="http://schemas.openxmlformats.org/officeDocument/2006/customXml" ds:itemID="{A2DF23A7-05CA-4E86-AE3C-BC9B6C4D7BA1}">
  <ds:schemaRefs>
    <ds:schemaRef ds:uri="f0ee8362-fa7e-4bc9-ab88-7dcfb17cb19b"/>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customXml/itemProps4.xml><?xml version="1.0" encoding="utf-8"?>
<ds:datastoreItem xmlns:ds="http://schemas.openxmlformats.org/officeDocument/2006/customXml" ds:itemID="{EEEABF62-1E45-424C-89FD-6AA8CDD6A394}">
  <ds:schemaRefs>
    <ds:schemaRef ds:uri="f0ee8362-fa7e-4bc9-ab88-7dcfb17cb19b"/>
    <ds:schemaRef ds:uri="http://purl.org/dc/dcmitype/"/>
    <ds:schemaRef ds:uri="http://purl.org/dc/elements/1.1/"/>
    <ds:schemaRef ds:uri="http://purl.org/dc/terms/"/>
    <ds:schemaRef ds:uri="http://schemas.microsoft.com/office/2006/documentManagement/types"/>
    <ds:schemaRef ds:uri="http://schemas.microsoft.com/office/2006/metadata/properties"/>
    <ds:schemaRef ds:uri="http://schemas.microsoft.com/office/infopath/2007/PartnerControls"/>
    <ds:schemaRef ds:uri="http://schemas.openxmlformats.org/package/2006/metadata/core-properties"/>
    <ds:schemaRef ds:uri="http://www.w3.org/XML/1998/namespace"/>
  </ds:schemaRefs>
</ds:datastoreItem>
</file>

<file path=docProps/app.xml><?xml version="1.0" encoding="utf-8"?>
<Properties xmlns="http://schemas.openxmlformats.org/officeDocument/2006/extended-properties" xmlns:vt="http://schemas.openxmlformats.org/officeDocument/2006/docPropsVTypes">
  <Template>office theme</Template>
  <Application>Microsoft Office PowerPoint</Application>
  <PresentationFormat>Widescreen</PresentationFormat>
  <Slides>3</Slides>
  <Notes>3</Notes>
  <HiddenSlides>0</HiddenSlides>
  <ScaleCrop>false</ScaleCrop>
  <HeadingPairs>
    <vt:vector size="4" baseType="variant">
      <vt:variant>
        <vt:lpstr>Theme</vt:lpstr>
      </vt:variant>
      <vt:variant>
        <vt:i4>2</vt:i4>
      </vt:variant>
      <vt:variant>
        <vt:lpstr>Slide Titles</vt:lpstr>
      </vt:variant>
      <vt:variant>
        <vt:i4>3</vt:i4>
      </vt:variant>
    </vt:vector>
  </HeadingPairs>
  <TitlesOfParts>
    <vt:vector size="5" baseType="lpstr">
      <vt:lpstr>office theme</vt:lpstr>
      <vt:lpstr>12_Office Theme</vt:lpstr>
      <vt:lpstr>MicroK12 – AI Sales Automation </vt:lpstr>
      <vt:lpstr>MicroK12 – AI Sales Automation </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revision>2</cp:revision>
  <dcterms:created xsi:type="dcterms:W3CDTF">2025-04-24T23:16:33Z</dcterms:created>
  <dcterms:modified xsi:type="dcterms:W3CDTF">2026-01-27T21:51:07Z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0x0101000D23BCBB7020E34DAE994A365BA94206</vt:lpwstr>
  </property>
</Properties>
</file>