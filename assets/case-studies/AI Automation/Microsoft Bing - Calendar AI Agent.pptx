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7"/>
  </p:notesMasterIdLst>
  <p:sldIdLst>
    <p:sldId id="207613825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34CAD1-CB3F-48DB-20AF-8598F36175EF}" name="Ashley Kennedy" initials="AK" userId="S::akennedy@affirma.com::59c9f254-7a9c-4ea9-82e6-3cb7b13ee59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74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82D5F4E5-9A68-A648-DDBC-F9544D51CC2A}"/>
    <pc:docChg chg="addSld delSld sldOrd">
      <pc:chgData name="Brendan Murphy" userId="S::bmurphy@affirma.com::e9f923b6-6d89-4d4e-a3b7-d9304b9d44ba" providerId="AD" clId="Web-{82D5F4E5-9A68-A648-DDBC-F9544D51CC2A}" dt="2026-01-15T22:57:05.620" v="3"/>
      <pc:docMkLst>
        <pc:docMk/>
      </pc:docMkLst>
      <pc:sldChg chg="add ord">
        <pc:chgData name="Brendan Murphy" userId="S::bmurphy@affirma.com::e9f923b6-6d89-4d4e-a3b7-d9304b9d44ba" providerId="AD" clId="Web-{82D5F4E5-9A68-A648-DDBC-F9544D51CC2A}" dt="2026-01-15T22:57:01.432" v="1"/>
        <pc:sldMkLst>
          <pc:docMk/>
          <pc:sldMk cId="1625666195" sldId="2076138254"/>
        </pc:sldMkLst>
      </pc:sldChg>
      <pc:sldMasterChg chg="addSldLayout">
        <pc:chgData name="Brendan Murphy" userId="S::bmurphy@affirma.com::e9f923b6-6d89-4d4e-a3b7-d9304b9d44ba" providerId="AD" clId="Web-{82D5F4E5-9A68-A648-DDBC-F9544D51CC2A}" dt="2026-01-15T22:56:59.166" v="0"/>
        <pc:sldMasterMkLst>
          <pc:docMk/>
          <pc:sldMasterMk cId="267356182" sldId="2147483648"/>
        </pc:sldMasterMkLst>
        <pc:sldLayoutChg chg="add">
          <pc:chgData name="Brendan Murphy" userId="S::bmurphy@affirma.com::e9f923b6-6d89-4d4e-a3b7-d9304b9d44ba" providerId="AD" clId="Web-{82D5F4E5-9A68-A648-DDBC-F9544D51CC2A}" dt="2026-01-15T22:56:59.166" v="0"/>
          <pc:sldLayoutMkLst>
            <pc:docMk/>
            <pc:sldMasterMk cId="267356182" sldId="2147483648"/>
            <pc:sldLayoutMk cId="294774958" sldId="2147483661"/>
          </pc:sldLayoutMkLst>
        </pc:sldLayoutChg>
      </pc:sldMasterChg>
    </pc:docChg>
  </pc:docChgLst>
  <pc:docChgLst>
    <pc:chgData name="Brendan Murphy" userId="S::bmurphy@affirma.com::e9f923b6-6d89-4d4e-a3b7-d9304b9d44ba" providerId="AD" clId="Web-{BDA9749D-2867-C9F5-219B-192FD196512C}"/>
    <pc:docChg chg="modSld">
      <pc:chgData name="Brendan Murphy" userId="S::bmurphy@affirma.com::e9f923b6-6d89-4d4e-a3b7-d9304b9d44ba" providerId="AD" clId="Web-{BDA9749D-2867-C9F5-219B-192FD196512C}" dt="2026-01-15T00:55:54.064" v="19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AB779-D592-4054-8D63-5627F79CB16A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BAEE0-1CB8-457B-A356-A85E5DA80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38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393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E305-BC72-83A5-C7EC-C7CEE295D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A20F4-4936-AF81-1701-881D4CF2A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C5CBC-E18F-03B8-204B-92E505C0F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BECB9-9472-D70E-7F16-89F9D0A25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14A14-F1E8-9347-564B-51056C0F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EED5-2602-7565-B793-06B314C82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BB86F-3E65-DF37-3D22-3E059D047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22C5F-DB5A-9FE9-2E8D-B44EC5847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01A4B-7BB8-6B85-A387-09689807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BADC-726C-03DE-87C0-7C1F9BE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85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389E-42C4-080B-EFC4-18E12E4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A4665-9542-1A4E-C122-218922C5A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7209C-7FB1-28B3-1A30-28171D7F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E3A03-E752-4496-6D16-0E760E7C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079B0-2ADC-6B3E-4B1E-18EC3416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6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0490-E8BD-C054-541D-702818050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A9834-7B0F-75D5-4CD1-3E226CD20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123B8-02F4-5715-C089-7DB4B7C67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D94B7-4445-826A-9339-B46478D5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F15875-8098-964A-B25E-0FD7EFB9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48F5-B5E4-371A-4580-F76094063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52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246E-F80D-EDFC-3EE2-F072F1950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F5969-76C9-2BA4-10E5-63B577B36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714E3-D948-87AF-9EC1-6BB1A7EC7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6E118-4F95-667D-BE08-BB1FAEA182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58621A-31D9-651D-3E94-D686FDB7E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981724-B787-059A-90F3-5531FF0D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4F959-2FF9-77D7-3662-EA2EBB60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C0FE5-86C0-944A-DEA6-FC7FFCCC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35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878E-34BB-E156-4487-EB4F2CBB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B57EC-8975-55CA-22DB-D94069DC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9DA87-69F0-723C-DB11-701C822B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E5772-1CE5-50D7-1E6D-CD53934D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34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90AC6-640D-DF2C-A87F-2639C847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19B1E-30E3-B309-DE0A-8C84E8B84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4D32E-B106-619F-FB13-49819A87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5223-F3AE-6B58-C0D2-06BC8A1A9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C218-5BA7-1EE9-5004-98E757CB7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62BAE-B6DC-171A-8222-C43F00A01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C54F7-7B38-EB14-C85B-FDE78212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66D1C-4FA0-CBBC-A3E8-4217D590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C4D1F-49F2-4D28-5651-33EBF450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32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CD36-85E3-6461-44EE-AD53838FA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907B9D-CDE3-EE13-B834-0A9F0063A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6F7CB-98ED-E248-42FB-9194626AA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BCFBA-9EC7-BCCB-59B8-C4B1608A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21DE1-1922-BC13-C9DA-A8B129928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3240A-FE23-0F9E-5310-8591615D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9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9CB8-2C26-1390-DCCD-2F746772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73D9C-2A17-802E-844C-798D27EAA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35F00-3E4F-18A4-73B0-2A948F155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14DBC-0634-61AC-6917-17D88896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90572-CB55-7643-63CD-CE6BBC10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1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5D9F0-76FE-CDC3-E33F-75CACE8ED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3F99C-E5BE-A824-61CE-D3FCF9EAC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B3BC8-47A9-9534-6F00-42C702292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BFA7B-9243-A580-D057-EC3A5F049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E1394-9097-D083-9AB8-96081C16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0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555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883" y="347096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002852" y="6337495"/>
            <a:ext cx="767123" cy="26423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EC62C7-21A3-29A1-2073-C46D015B8769}"/>
              </a:ext>
            </a:extLst>
          </p:cNvPr>
          <p:cNvSpPr/>
          <p:nvPr userDrawn="1"/>
        </p:nvSpPr>
        <p:spPr>
          <a:xfrm flipV="1">
            <a:off x="1" y="365239"/>
            <a:ext cx="79744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8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4774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E941F-EE35-24D9-D219-A64DB38E8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B3046-04E6-F9D9-6BDF-449471E74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B7BFE-AB83-6A9E-D622-1AC06327C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EC9C-37B1-41F6-B9CD-04203E2A0DE3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5DBE6-5481-E5C8-CB01-3F24FDFDD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554D8-4DC5-CDDA-410D-FD7AA9818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ED876-671A-441C-905D-004CDC4332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AC3BC342-7CC1-4B0C-A999-142ECCAF4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884" y="347096"/>
            <a:ext cx="11555406" cy="764390"/>
          </a:xfrm>
        </p:spPr>
        <p:txBody>
          <a:bodyPr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33" dirty="0"/>
              <a:t>Microsoft– Agentic AI Event Automation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A0E289-1F0E-4DAC-8FA2-7E30E96FF0BA}"/>
              </a:ext>
            </a:extLst>
          </p:cNvPr>
          <p:cNvSpPr/>
          <p:nvPr/>
        </p:nvSpPr>
        <p:spPr>
          <a:xfrm>
            <a:off x="234462" y="1221852"/>
            <a:ext cx="5040923" cy="1808508"/>
          </a:xfrm>
          <a:prstGeom prst="rect">
            <a:avLst/>
          </a:prstGeom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583" lvl="0">
              <a:lnSpc>
                <a:spcPct val="110000"/>
              </a:lnSpc>
              <a:buClr>
                <a:srgbClr val="F36F21"/>
              </a:buClr>
              <a:buSzPct val="75000"/>
            </a:pPr>
            <a:r>
              <a:rPr lang="en-US" sz="2000" b="1" dirty="0">
                <a:solidFill>
                  <a:srgbClr val="0089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Need </a:t>
            </a:r>
          </a:p>
          <a:p>
            <a:pPr lvl="0" defTabSz="976806">
              <a:lnSpc>
                <a:spcPct val="114000"/>
              </a:lnSpc>
            </a:pPr>
            <a:r>
              <a:rPr lang="en-US" sz="1333" dirty="0">
                <a:solidFill>
                  <a:srgbClr val="21212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client’s team was spending significant time manually collecting, verifying, and prioritizing event data across markets. This process relied on manually navigating event calendar URLs, using Bing/Google searches, and maintaining Excel sheets — leading to inconsistent data quality, limited scalability, and low efficiency.</a:t>
            </a:r>
          </a:p>
        </p:txBody>
      </p:sp>
      <p:pic>
        <p:nvPicPr>
          <p:cNvPr id="14" name="Picture 8" descr="http://www.psdeps.com/wp-content/uploads/New-Microsoft-2013-Logo-Vector.png">
            <a:extLst>
              <a:ext uri="{FF2B5EF4-FFF2-40B4-BE49-F238E27FC236}">
                <a16:creationId xmlns:a16="http://schemas.microsoft.com/office/drawing/2014/main" id="{AEE5A352-46B0-417F-B377-89129C99A9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151" b="31476"/>
          <a:stretch/>
        </p:blipFill>
        <p:spPr bwMode="auto">
          <a:xfrm>
            <a:off x="9358722" y="403846"/>
            <a:ext cx="2322875" cy="650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CE2B73-D43F-1639-1678-67496D8C70FE}"/>
              </a:ext>
            </a:extLst>
          </p:cNvPr>
          <p:cNvSpPr txBox="1"/>
          <p:nvPr/>
        </p:nvSpPr>
        <p:spPr>
          <a:xfrm>
            <a:off x="4795005" y="4341590"/>
            <a:ext cx="7289533" cy="208176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583" marR="0" lvl="0" indent="0" algn="l" defTabSz="97684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6F21"/>
              </a:buClr>
              <a:buSzPct val="7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9D9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Results</a:t>
            </a:r>
            <a:endParaRPr kumimoji="0" lang="en-US" sz="1417" b="0" i="0" u="none" strike="noStrike" kern="120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80% reduction in manual effort and data preparation time.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Improved accuracy and consistency across all market event lists.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Centralized repository of both upcoming and historical events for analytics.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AI-powered insights enabled better event planning and prioritization.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Enhanced user experience with an optional chatbot interface for instant event data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5E6ABD-ECD4-7EAF-5BFB-00DF58D3F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760" y="1475527"/>
            <a:ext cx="6180837" cy="2532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6356E-81DE-9EFF-F1CA-3A4EA46DE9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4173" y="2611858"/>
            <a:ext cx="2421584" cy="17605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14ADD1-50A4-EF87-9E0A-D36EAF78B11E}"/>
              </a:ext>
            </a:extLst>
          </p:cNvPr>
          <p:cNvSpPr txBox="1"/>
          <p:nvPr/>
        </p:nvSpPr>
        <p:spPr>
          <a:xfrm>
            <a:off x="234461" y="3030359"/>
            <a:ext cx="4435232" cy="35642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583" marR="0" lvl="0" indent="0" algn="l" defTabSz="97684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6F21"/>
              </a:buClr>
              <a:buSzPct val="7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9D9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What we Did</a:t>
            </a:r>
          </a:p>
          <a:p>
            <a:pPr marL="10583" marR="0" lvl="0" indent="0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Affirma designed and implemented an automated event intelligence solution that: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Crawled target URLs to automatically capture event data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Leveraged search APIs to supplement event listings with additional sources.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Used Azure OpenAI to enrich, summarize, and generate structured event outputs in Excel.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Applied historical data and AI-based logic to auto-assign event priorities.</a:t>
            </a:r>
          </a:p>
          <a:p>
            <a:pPr marL="248698" marR="0" lvl="0" indent="-238115" algn="l" defTabSz="976845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Enabled optional chatbot interaction to quickly query events and related metadata.</a:t>
            </a:r>
          </a:p>
        </p:txBody>
      </p:sp>
    </p:spTree>
    <p:extLst>
      <p:ext uri="{BB962C8B-B14F-4D97-AF65-F5344CB8AC3E}">
        <p14:creationId xmlns:p14="http://schemas.microsoft.com/office/powerpoint/2010/main" val="162566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Microsoft</Named_x0020_Account>
    <Industries xmlns="f0ee8362-fa7e-4bc9-ab88-7dcfb17cb19b">
      <Value>Technology</Value>
    </Industries>
    <PlatTech xmlns="f0ee8362-fa7e-4bc9-ab88-7dcfb17cb19b" xsi:nil="true"/>
    <ProjectCompletionDate xmlns="f0ee8362-fa7e-4bc9-ab88-7dcfb17cb19b" xsi:nil="true"/>
    <BusinessUnit xmlns="f0ee8362-fa7e-4bc9-ab88-7dcfb17cb19b">
      <Value>Custom Development</Value>
    </BusinessUnit>
    <Solutions xmlns="f0ee8362-fa7e-4bc9-ab88-7dcfb17cb19b">
      <Value>AI</Value>
    </Solutions>
    <ApprovedByClient xmlns="f0ee8362-fa7e-4bc9-ab88-7dcfb17cb19b">false</ApprovedByClient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CFE1D2-961C-40B5-9D43-3BF8BF2F72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2AB022-BC6C-472D-885E-DA7DF1CC6F35}">
  <ds:schemaRefs>
    <ds:schemaRef ds:uri="http://schemas.microsoft.com/office/2006/metadata/customXsn"/>
  </ds:schemaRefs>
</ds:datastoreItem>
</file>

<file path=customXml/itemProps3.xml><?xml version="1.0" encoding="utf-8"?>
<ds:datastoreItem xmlns:ds="http://schemas.openxmlformats.org/officeDocument/2006/customXml" ds:itemID="{926182BA-7780-4FB2-A7CC-C1834F2B7E9F}">
  <ds:schemaRefs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f0ee8362-fa7e-4bc9-ab88-7dcfb17cb19b"/>
  </ds:schemaRefs>
</ds:datastoreItem>
</file>

<file path=customXml/itemProps4.xml><?xml version="1.0" encoding="utf-8"?>
<ds:datastoreItem xmlns:ds="http://schemas.openxmlformats.org/officeDocument/2006/customXml" ds:itemID="{CD1CAA0F-BFD2-46E4-92FA-792F36433F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e8362-fa7e-4bc9-ab88-7dcfb17cb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382</Words>
  <Application>Microsoft Office PowerPoint</Application>
  <PresentationFormat>Widescreen</PresentationFormat>
  <Paragraphs>34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Microsoft– Agentic AI Event Automation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Brendan Murphy</dc:creator>
  <cp:lastModifiedBy>Brendan Murphy</cp:lastModifiedBy>
  <cp:revision>34</cp:revision>
  <dcterms:created xsi:type="dcterms:W3CDTF">2024-03-12T14:28:11Z</dcterms:created>
  <dcterms:modified xsi:type="dcterms:W3CDTF">2026-01-27T21:50:19Z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