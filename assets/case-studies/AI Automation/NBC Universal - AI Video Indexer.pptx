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sldIdLst>
    <p:sldId id="214746968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F29771-6950-D186-B901-D6DBB4ED7C3C}" v="3" dt="2025-11-18T18:46:40.3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0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n Murphy" userId="S::bmurphy@affirma.com::e9f923b6-6d89-4d4e-a3b7-d9304b9d44ba" providerId="AD" clId="Web-{0FF29771-6950-D186-B901-D6DBB4ED7C3C}"/>
    <pc:docChg chg="modSld">
      <pc:chgData name="Brendan Murphy" userId="S::bmurphy@affirma.com::e9f923b6-6d89-4d4e-a3b7-d9304b9d44ba" providerId="AD" clId="Web-{0FF29771-6950-D186-B901-D6DBB4ED7C3C}" dt="2025-11-18T18:46:40.393" v="2" actId="20577"/>
      <pc:docMkLst>
        <pc:docMk/>
      </pc:docMkLst>
      <pc:sldChg chg="modSp">
        <pc:chgData name="Brendan Murphy" userId="S::bmurphy@affirma.com::e9f923b6-6d89-4d4e-a3b7-d9304b9d44ba" providerId="AD" clId="Web-{0FF29771-6950-D186-B901-D6DBB4ED7C3C}" dt="2025-11-18T18:46:40.393" v="2" actId="20577"/>
        <pc:sldMkLst>
          <pc:docMk/>
          <pc:sldMk cId="3970350498" sldId="2147469684"/>
        </pc:sldMkLst>
        <pc:spChg chg="mod">
          <ac:chgData name="Brendan Murphy" userId="S::bmurphy@affirma.com::e9f923b6-6d89-4d4e-a3b7-d9304b9d44ba" providerId="AD" clId="Web-{0FF29771-6950-D186-B901-D6DBB4ED7C3C}" dt="2025-11-18T18:46:40.393" v="2" actId="20577"/>
          <ac:spMkLst>
            <pc:docMk/>
            <pc:sldMk cId="3970350498" sldId="2147469684"/>
            <ac:spMk id="4" creationId="{BDC4B9FF-8695-D444-A5CC-2CB3135EEEA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5" y="388389"/>
            <a:ext cx="5065999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8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9"/>
            <a:ext cx="767123" cy="26423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06603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8031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C4B9FF-8695-D444-A5CC-2CB3135EEE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283" y="388389"/>
            <a:ext cx="11088655" cy="764390"/>
          </a:xfrm>
        </p:spPr>
        <p:txBody>
          <a:bodyPr>
            <a:norm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63A79"/>
                </a:solidFill>
                <a:latin typeface="Poppins SemiBold"/>
                <a:cs typeface="Poppins SemiBold"/>
              </a:rPr>
              <a:t>NBC Universal – AI Video Indexer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8AC152-6813-89FD-578B-79C058213097}"/>
              </a:ext>
            </a:extLst>
          </p:cNvPr>
          <p:cNvSpPr txBox="1"/>
          <p:nvPr/>
        </p:nvSpPr>
        <p:spPr>
          <a:xfrm>
            <a:off x="498282" y="1532026"/>
            <a:ext cx="5330504" cy="2838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76806">
              <a:defRPr/>
            </a:pPr>
            <a:r>
              <a:rPr lang="en-US" sz="2333" b="1">
                <a:solidFill>
                  <a:srgbClr val="0070C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Business Need</a:t>
            </a:r>
            <a:endParaRPr lang="en-US" sz="2333">
              <a:solidFill>
                <a:srgbClr val="0070C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976806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140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NBC came to </a:t>
            </a:r>
            <a:r>
              <a:rPr lang="en-US" sz="1400" err="1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Affirma</a:t>
            </a:r>
            <a:r>
              <a:rPr lang="en-US" sz="140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to expedite their process of creating metadata about when actors are shown in a film.</a:t>
            </a:r>
          </a:p>
          <a:p>
            <a:pPr defTabSz="976806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140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This was being done manually by a person suppling actor names and timestamps to be stored in XML.</a:t>
            </a:r>
          </a:p>
          <a:p>
            <a:pPr defTabSz="976806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140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NBC wanted help from a software consultant to determine if AI could be used to speed up the process and increase accuracy.</a:t>
            </a:r>
          </a:p>
          <a:p>
            <a:pPr defTabSz="976806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  <a:defRPr/>
            </a:pPr>
            <a:endParaRPr lang="en-US" sz="1400">
              <a:solidFill>
                <a:prstClr val="blac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CAAB24-A269-9268-F3A2-96D9E07940E8}"/>
              </a:ext>
            </a:extLst>
          </p:cNvPr>
          <p:cNvSpPr/>
          <p:nvPr/>
        </p:nvSpPr>
        <p:spPr>
          <a:xfrm>
            <a:off x="10749644" y="6356805"/>
            <a:ext cx="798286" cy="269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76806">
              <a:defRPr/>
            </a:pPr>
            <a:endParaRPr lang="en-US" sz="1602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8DEBB2-FFC0-4203-9930-E94D52B5B160}"/>
              </a:ext>
            </a:extLst>
          </p:cNvPr>
          <p:cNvSpPr txBox="1"/>
          <p:nvPr/>
        </p:nvSpPr>
        <p:spPr>
          <a:xfrm>
            <a:off x="6018997" y="1469233"/>
            <a:ext cx="5528932" cy="2710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76806">
              <a:defRPr/>
            </a:pPr>
            <a:r>
              <a:rPr lang="en-US" sz="2333" b="1">
                <a:solidFill>
                  <a:srgbClr val="0070C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What We Did</a:t>
            </a:r>
            <a:endParaRPr lang="en-US" sz="2333">
              <a:solidFill>
                <a:srgbClr val="0070C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976806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1400" err="1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Affirma</a:t>
            </a:r>
            <a:r>
              <a:rPr lang="en-US" sz="140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created a solution built on Azure AI Video Indexer that would automatically identify different actors and produce a timeline of when they were on camera.</a:t>
            </a:r>
          </a:p>
          <a:p>
            <a:pPr defTabSz="976806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140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NBC users were able to use a web application to upload movie files, provide actor names, and review the results visually on a graph.</a:t>
            </a:r>
          </a:p>
          <a:p>
            <a:pPr defTabSz="976806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140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This solution allowed NBC to decrease manual data entry and do quality control checks in a visual way.</a:t>
            </a:r>
          </a:p>
        </p:txBody>
      </p:sp>
      <p:pic>
        <p:nvPicPr>
          <p:cNvPr id="3" name="Picture 2" descr="A blue rectangles on a white background&#10;&#10;Description automatically generated">
            <a:extLst>
              <a:ext uri="{FF2B5EF4-FFF2-40B4-BE49-F238E27FC236}">
                <a16:creationId xmlns:a16="http://schemas.microsoft.com/office/drawing/2014/main" id="{C112266E-3D0E-2B83-BEB8-F4B2E6435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32" y="4522288"/>
            <a:ext cx="10726154" cy="1969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35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 xsi:nil="true"/>
    <Industries xmlns="f0ee8362-fa7e-4bc9-ab88-7dcfb17cb19b">
      <Value>Media</Value>
    </Industries>
    <PlatTech xmlns="f0ee8362-fa7e-4bc9-ab88-7dcfb17cb19b" xsi:nil="true"/>
    <BusinessUnit xmlns="f0ee8362-fa7e-4bc9-ab88-7dcfb17cb19b">
      <Value>Custom Development</Value>
    </BusinessUnit>
    <Solutions xmlns="f0ee8362-fa7e-4bc9-ab88-7dcfb17cb19b">
      <Value>AI</Value>
    </Solutions>
    <ProjectCompletionDate xmlns="f0ee8362-fa7e-4bc9-ab88-7dcfb17cb19b" xsi:nil="true"/>
    <ApprovedByClient xmlns="f0ee8362-fa7e-4bc9-ab88-7dcfb17cb19b">false</ApprovedByClient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40c5edf46ad0243c172d3e6a5f6fa751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f48774ae5cf6ccd45b30992fa6c2b457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71C24D5-5243-44A3-8D26-427E83BC7D7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81782C-D848-4973-ABF0-5B20520C4175}">
  <ds:schemaRefs>
    <ds:schemaRef ds:uri="http://schemas.microsoft.com/office/2006/metadata/customXsn"/>
  </ds:schemaRefs>
</ds:datastoreItem>
</file>

<file path=customXml/itemProps3.xml><?xml version="1.0" encoding="utf-8"?>
<ds:datastoreItem xmlns:ds="http://schemas.openxmlformats.org/officeDocument/2006/customXml" ds:itemID="{F09356A8-1262-48BC-AF61-7983E4AB9D64}">
  <ds:schemaRefs>
    <ds:schemaRef ds:uri="http://schemas.microsoft.com/office/2006/metadata/properties"/>
    <ds:schemaRef ds:uri="http://schemas.microsoft.com/office/infopath/2007/PartnerControls"/>
    <ds:schemaRef ds:uri="f0ee8362-fa7e-4bc9-ab88-7dcfb17cb19b"/>
  </ds:schemaRefs>
</ds:datastoreItem>
</file>

<file path=customXml/itemProps4.xml><?xml version="1.0" encoding="utf-8"?>
<ds:datastoreItem xmlns:ds="http://schemas.openxmlformats.org/officeDocument/2006/customXml" ds:itemID="{92252F51-C5C1-4261-8516-BF386857E1F3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NBC Universal – AI Video Indexer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</cp:revision>
  <dcterms:created xsi:type="dcterms:W3CDTF">2025-05-07T20:28:08Z</dcterms:created>
  <dcterms:modified xsi:type="dcterms:W3CDTF">2025-11-18T18:46:44Z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