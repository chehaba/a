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  <p:sldMasterId id="2147483711" r:id="rId6"/>
  </p:sldMasterIdLst>
  <p:notesMasterIdLst>
    <p:notesMasterId r:id="rId8"/>
  </p:notesMasterIdLst>
  <p:sldIdLst>
    <p:sldId id="132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109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45FCBB-DB9F-4DD8-BC09-73319729289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81B719-9EA9-4A6E-A2FD-0935B0B8B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548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BD91C-E0C8-156E-C6A3-BC2C0BE1A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F075F1-5680-91E6-7B08-7AF36472D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54050" y="1162050"/>
            <a:ext cx="5573713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902D1B-D0DA-D029-1396-02823DEBEB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2E0B7-20F7-EE12-2B59-EEE20405CA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3F6CF-073A-4B4F-A2B7-08B9C7DBCB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04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1"/>
            <a:ext cx="2743200" cy="154809"/>
          </a:xfrm>
        </p:spPr>
        <p:txBody>
          <a:bodyPr/>
          <a:lstStyle>
            <a:lvl1pPr>
              <a:defRPr sz="7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10985432" cy="764390"/>
          </a:xfrm>
        </p:spPr>
        <p:txBody>
          <a:bodyPr anchor="ctr">
            <a:normAutofit/>
          </a:bodyPr>
          <a:lstStyle>
            <a:lvl1pPr algn="l">
              <a:defRPr sz="4000" b="1" i="0">
                <a:solidFill>
                  <a:srgbClr val="063A79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r>
              <a:rPr lang="en-US"/>
              <a:t>Placeholder for Title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499D1E-B5BB-3141-A0F0-C62AD4413D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9"/>
            <a:ext cx="767123" cy="26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877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4625737-F431-45A0-894C-6AFF26AF98D2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56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B62FE56-11BB-4F56-957C-E2741DC5B8BB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23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8EF0DAF-3F72-4341-BF25-E28D13E0E131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4915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C98557-C9EF-46C0-ACD8-4FD2354926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23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905CDC2-5387-467A-8997-285F6EE911E6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C7F00A-F86F-4137-BF70-C36BF60794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925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23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639B46-B96E-4792-A625-7776D9E5255D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991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s://s-media-cache-ak0.pinimg.com/originals/56/3f/a2/563fa26398dc80e6c5b03695b4b05951.jpg">
            <a:extLst>
              <a:ext uri="{FF2B5EF4-FFF2-40B4-BE49-F238E27FC236}">
                <a16:creationId xmlns:a16="http://schemas.microsoft.com/office/drawing/2014/main" id="{2E825CFE-0636-45FA-8A13-E6196B14C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43000"/>
            <a:ext cx="12192000" cy="940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23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B358639-E724-4397-A386-569B1C692F6A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EF935-9427-4AC1-8E61-AE96D9F34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7887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rgbClr val="0096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8E95B-5C91-4D5C-A2D1-6735F6079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949" b="74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69CD0C-8BF2-4E3E-8C85-09B075B043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23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724400"/>
            <a:ext cx="10515210" cy="1524000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7ADB4B4-4A47-4B96-85E0-8EE6058DCEE4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57600"/>
            <a:ext cx="10668000" cy="914400"/>
          </a:xfrm>
        </p:spPr>
        <p:txBody>
          <a:bodyPr tIns="91440" bIns="91440"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6EFAE-173A-431F-8B79-18B410985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7679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-2390669" y="-1"/>
            <a:ext cx="14582669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024461D-ED57-4AAC-A209-50C90AFB5CAB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268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F8709DC-9D72-430F-BFC0-B30F31E5CE7F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2731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BFC33CA-F2A9-4E02-BF14-48ADEF3B5082}" type="datetime1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3246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C209EC7-9F3F-4396-ABD2-29B3B97A493E}" type="datetime1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6580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8031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11430000" cy="4350456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7AF12AE-E5E8-4DC9-9818-E274B8B8C4BF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6722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5334000" cy="441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EFBE457-2B87-43C3-8432-44967669F2E7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19200"/>
            <a:ext cx="5334000" cy="322792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414025-9975-41E8-9FC5-0DF320B942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8800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762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1CDC267-8A08-4196-AD08-B3838D773328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63948A-318B-4390-8E4D-036A81F512A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28194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AD0E7F6-4B25-41E6-A3A0-23177BB063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9800" y="25146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B1E0DD-9C3B-4861-B9C7-658DE1B3A2C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220383" y="4267200"/>
            <a:ext cx="9601200" cy="60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A6FE795-7232-4C2C-8253-3E63F346E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20383" y="38100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A996FAC-27FD-4D72-8742-3B3D6FBFA47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220384" y="54102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9DA342-ABBC-4773-9620-733BFF8A7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20384" y="51054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2AF7EB96-A3DC-4327-A2E2-7EB91E2FCB1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28600" y="3810000"/>
            <a:ext cx="1524000" cy="15240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F3262B-E782-4905-B1B0-ADB41E7F3494}"/>
              </a:ext>
            </a:extLst>
          </p:cNvPr>
          <p:cNvCxnSpPr/>
          <p:nvPr userDrawn="1"/>
        </p:nvCxnSpPr>
        <p:spPr>
          <a:xfrm flipV="1">
            <a:off x="2159689" y="3581401"/>
            <a:ext cx="7872622" cy="6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2088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46482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BFD0D89-4AA3-4739-94AC-AE709325DA13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6250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9D3331F-DC6D-446D-83AA-D013E29DF43D}" type="datetime1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0997080" cy="533400"/>
          </a:xfrm>
        </p:spPr>
        <p:txBody>
          <a:bodyPr tIns="91440" bIns="91440"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95999" y="1219200"/>
            <a:ext cx="0" cy="49530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914400" y="3578424"/>
            <a:ext cx="10668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80999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2313EE-4E04-435C-9E05-266AC0400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AE54BA5-9B86-4728-A69D-A321E93984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0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20F2E92-1F2E-4441-B0DE-CFEB5FE92A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1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2231F7B-8ACB-4A68-883B-D5361B594F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7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12549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933DAD-64FD-4C29-9D9B-272B0C756FD1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lIns="91440" tIns="91440" r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7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F3BB634-9F63-4F87-995D-1B8164D9064B}" type="datetime1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32470-D5C9-4EB9-BF19-627B706D99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7610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1256AD-643F-4750-86FB-FD02C1741CFB}"/>
              </a:ext>
            </a:extLst>
          </p:cNvPr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04E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7000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7000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3348DA6-F8AB-42EA-B4AB-D40D4BB08808}" type="datetime1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4B624-09C9-4734-9996-D8363B05C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834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0C86B17-709A-46E9-AC30-F48E105F7E1F}" type="datetime1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99787-C03F-45A9-825C-0DE0DCF4B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65938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273" y="2689656"/>
            <a:ext cx="3259815" cy="537931"/>
          </a:xfrm>
        </p:spPr>
        <p:txBody>
          <a:bodyPr wrap="none" anchor="t" anchorCtr="0">
            <a:noAutofit/>
          </a:bodyPr>
          <a:lstStyle>
            <a:lvl1pPr algn="r">
              <a:defRPr sz="3530">
                <a:solidFill>
                  <a:srgbClr val="E45A1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4273" y="3317243"/>
            <a:ext cx="3259815" cy="1656131"/>
          </a:xfrm>
        </p:spPr>
        <p:txBody>
          <a:bodyPr>
            <a:normAutofit/>
          </a:bodyPr>
          <a:lstStyle>
            <a:lvl1pPr marL="0" indent="0" algn="r">
              <a:buNone/>
              <a:defRPr sz="1765">
                <a:solidFill>
                  <a:srgbClr val="E45A1E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2B1FFBF-3B8C-46F5-BBD4-9299672DFD2D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2" y="1"/>
            <a:ext cx="6095999" cy="6857999"/>
          </a:xfrm>
          <a:prstGeom prst="rect">
            <a:avLst/>
          </a:prstGeom>
          <a:solidFill>
            <a:srgbClr val="004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2">
              <a:latin typeface="Segoe UI" panose="020B0502040204020203" pitchFamily="34" charset="0"/>
            </a:endParaRPr>
          </a:p>
        </p:txBody>
      </p:sp>
      <p:pic>
        <p:nvPicPr>
          <p:cNvPr id="8" name="Picture 7" descr="affirmastudios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6624" y="2689656"/>
            <a:ext cx="2204778" cy="56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5043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4575856-4155-4EC8-AF7B-4F7132242A86}" type="datetime1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D8278-5719-41B5-BA0B-62F901BD5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1551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E45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EE1ADDF-014C-4027-BED9-F9005A662673}" type="datetime1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C3FBF-8EF6-411E-AA4F-268641FD2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5738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17DEB5A-80D6-418B-9C27-6ED4EE65AD2E}" type="datetime1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2C415-13F0-4D24-97F3-4AB707C098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74656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70" y="457615"/>
            <a:ext cx="3932568" cy="1600096"/>
          </a:xfrm>
        </p:spPr>
        <p:txBody>
          <a:bodyPr anchor="b"/>
          <a:lstStyle>
            <a:lvl1pPr>
              <a:defRPr sz="313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937" y="986833"/>
            <a:ext cx="6171746" cy="4873445"/>
          </a:xfrm>
        </p:spPr>
        <p:txBody>
          <a:bodyPr/>
          <a:lstStyle>
            <a:lvl1pPr marL="0" indent="0">
              <a:buNone/>
              <a:defRPr sz="3137">
                <a:latin typeface="Segoe UI" panose="020B0502040204020203" pitchFamily="34" charset="0"/>
              </a:defRPr>
            </a:lvl1pPr>
            <a:lvl2pPr marL="448267" indent="0">
              <a:buNone/>
              <a:defRPr sz="2745"/>
            </a:lvl2pPr>
            <a:lvl3pPr marL="896533" indent="0">
              <a:buNone/>
              <a:defRPr sz="2353"/>
            </a:lvl3pPr>
            <a:lvl4pPr marL="1344800" indent="0">
              <a:buNone/>
              <a:defRPr sz="1961"/>
            </a:lvl4pPr>
            <a:lvl5pPr marL="1793067" indent="0">
              <a:buNone/>
              <a:defRPr sz="1961"/>
            </a:lvl5pPr>
            <a:lvl6pPr marL="2241334" indent="0">
              <a:buNone/>
              <a:defRPr sz="1961"/>
            </a:lvl6pPr>
            <a:lvl7pPr marL="2689600" indent="0">
              <a:buNone/>
              <a:defRPr sz="1961"/>
            </a:lvl7pPr>
            <a:lvl8pPr marL="3137867" indent="0">
              <a:buNone/>
              <a:defRPr sz="1961"/>
            </a:lvl8pPr>
            <a:lvl9pPr marL="3586133" indent="0">
              <a:buNone/>
              <a:defRPr sz="1961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470" y="2057712"/>
            <a:ext cx="3932568" cy="3811903"/>
          </a:xfrm>
        </p:spPr>
        <p:txBody>
          <a:bodyPr/>
          <a:lstStyle>
            <a:lvl1pPr marL="0" indent="0">
              <a:buNone/>
              <a:defRPr sz="1569">
                <a:latin typeface="Segoe UI" panose="020B0502040204020203" pitchFamily="34" charset="0"/>
              </a:defRPr>
            </a:lvl1pPr>
            <a:lvl2pPr marL="448267" indent="0">
              <a:buNone/>
              <a:defRPr sz="1372"/>
            </a:lvl2pPr>
            <a:lvl3pPr marL="896533" indent="0">
              <a:buNone/>
              <a:defRPr sz="1177"/>
            </a:lvl3pPr>
            <a:lvl4pPr marL="1344800" indent="0">
              <a:buNone/>
              <a:defRPr sz="981"/>
            </a:lvl4pPr>
            <a:lvl5pPr marL="1793067" indent="0">
              <a:buNone/>
              <a:defRPr sz="981"/>
            </a:lvl5pPr>
            <a:lvl6pPr marL="2241334" indent="0">
              <a:buNone/>
              <a:defRPr sz="981"/>
            </a:lvl6pPr>
            <a:lvl7pPr marL="2689600" indent="0">
              <a:buNone/>
              <a:defRPr sz="981"/>
            </a:lvl7pPr>
            <a:lvl8pPr marL="3137867" indent="0">
              <a:buNone/>
              <a:defRPr sz="981"/>
            </a:lvl8pPr>
            <a:lvl9pPr marL="3586133" indent="0">
              <a:buNone/>
              <a:defRPr sz="98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2F84BC07-7468-4761-8C03-E491BA065968}" type="datetime1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0290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432830"/>
            <a:ext cx="11430000" cy="4350456"/>
          </a:xfrm>
        </p:spPr>
        <p:txBody>
          <a:bodyPr vert="horz" lIns="91440" tIns="91440" rIns="91440" bIns="91440" rtlCol="0">
            <a:noAutofit/>
          </a:bodyPr>
          <a:lstStyle>
            <a:lvl1pPr>
              <a:defRPr lang="en-US" dirty="0" smtClean="0">
                <a:latin typeface="Segoe UI" panose="020B0502040204020203" pitchFamily="34" charset="0"/>
              </a:defRPr>
            </a:lvl1pPr>
            <a:lvl2pPr>
              <a:defRPr lang="en-US" dirty="0" smtClean="0">
                <a:latin typeface="Segoe UI" panose="020B0502040204020203" pitchFamily="34" charset="0"/>
              </a:defRPr>
            </a:lvl2pPr>
            <a:lvl3pPr>
              <a:defRPr lang="en-US" dirty="0" smtClean="0">
                <a:latin typeface="Segoe UI" panose="020B0502040204020203" pitchFamily="34" charset="0"/>
              </a:defRPr>
            </a:lvl3pPr>
            <a:lvl4pPr>
              <a:defRPr lang="en-US" dirty="0" smtClean="0">
                <a:latin typeface="Segoe UI" panose="020B0502040204020203" pitchFamily="34" charset="0"/>
              </a:defRPr>
            </a:lvl4pPr>
            <a:lvl5pPr>
              <a:defRPr lang="en-US" dirty="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81000" y="1021080"/>
            <a:ext cx="11487856" cy="228535"/>
          </a:xfrm>
        </p:spPr>
        <p:txBody>
          <a:bodyPr wrap="square" lIns="9144" tIns="0" rIns="0" bIns="0">
            <a:spAutoFit/>
          </a:bodyPr>
          <a:lstStyle>
            <a:lvl1pPr marL="0" indent="0">
              <a:buNone/>
              <a:defRPr sz="1650" spc="-14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33816" y="6270900"/>
            <a:ext cx="10739714" cy="428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8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18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73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143000"/>
            <a:ext cx="11430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6356806"/>
            <a:ext cx="274345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EECB3A7E-00A1-47B0-B7B2-EE3BE694A7DF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408" y="6356806"/>
            <a:ext cx="4115189" cy="364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48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33" r:id="rId2"/>
    <p:sldLayoutId id="2147483731" r:id="rId3"/>
    <p:sldLayoutId id="2147483732" r:id="rId4"/>
    <p:sldLayoutId id="2147483734" r:id="rId5"/>
    <p:sldLayoutId id="2147483730" r:id="rId6"/>
    <p:sldLayoutId id="2147483714" r:id="rId7"/>
    <p:sldLayoutId id="2147483715" r:id="rId8"/>
    <p:sldLayoutId id="2147483716" r:id="rId9"/>
    <p:sldLayoutId id="2147483738" r:id="rId10"/>
    <p:sldLayoutId id="2147483718" r:id="rId11"/>
    <p:sldLayoutId id="2147483735" r:id="rId12"/>
    <p:sldLayoutId id="2147483736" r:id="rId13"/>
    <p:sldLayoutId id="2147483737" r:id="rId14"/>
    <p:sldLayoutId id="2147483717" r:id="rId15"/>
    <p:sldLayoutId id="2147483719" r:id="rId16"/>
    <p:sldLayoutId id="2147483720" r:id="rId17"/>
    <p:sldLayoutId id="2147483721" r:id="rId18"/>
    <p:sldLayoutId id="2147483713" r:id="rId19"/>
    <p:sldLayoutId id="2147483722" r:id="rId20"/>
    <p:sldLayoutId id="2147483723" r:id="rId21"/>
    <p:sldLayoutId id="2147483724" r:id="rId22"/>
    <p:sldLayoutId id="2147483726" r:id="rId23"/>
    <p:sldLayoutId id="2147483729" r:id="rId24"/>
  </p:sldLayoutIdLst>
  <p:hf hdr="0" ftr="0" dt="0"/>
  <p:txStyles>
    <p:titleStyle>
      <a:lvl1pPr algn="l" defTabSz="1075883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8971" indent="-268971" algn="l" defTabSz="1075883" rtl="0" eaLnBrk="1" latinLnBrk="0" hangingPunct="1">
        <a:lnSpc>
          <a:spcPct val="90000"/>
        </a:lnSpc>
        <a:spcBef>
          <a:spcPts val="1177"/>
        </a:spcBef>
        <a:buFont typeface="Arial" panose="020B0604020202020204" pitchFamily="34" charset="0"/>
        <a:buChar char="•"/>
        <a:defRPr sz="2353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806912" indent="-268971" algn="l" defTabSz="1075883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2118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344854" indent="-268971" algn="l" defTabSz="1075883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1883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882795" indent="-268971" algn="l" defTabSz="1075883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1647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420737" indent="-268971" algn="l" defTabSz="1075883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1647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958678" indent="-268971" algn="l" defTabSz="1075883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2118" kern="1200">
          <a:solidFill>
            <a:schemeClr val="tx1"/>
          </a:solidFill>
          <a:latin typeface="+mn-lt"/>
          <a:ea typeface="+mn-ea"/>
          <a:cs typeface="+mn-cs"/>
        </a:defRPr>
      </a:lvl6pPr>
      <a:lvl7pPr marL="3496620" indent="-268971" algn="l" defTabSz="1075883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2118" kern="1200">
          <a:solidFill>
            <a:schemeClr val="tx1"/>
          </a:solidFill>
          <a:latin typeface="+mn-lt"/>
          <a:ea typeface="+mn-ea"/>
          <a:cs typeface="+mn-cs"/>
        </a:defRPr>
      </a:lvl7pPr>
      <a:lvl8pPr marL="4034561" indent="-268971" algn="l" defTabSz="1075883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2118" kern="1200">
          <a:solidFill>
            <a:schemeClr val="tx1"/>
          </a:solidFill>
          <a:latin typeface="+mn-lt"/>
          <a:ea typeface="+mn-ea"/>
          <a:cs typeface="+mn-cs"/>
        </a:defRPr>
      </a:lvl8pPr>
      <a:lvl9pPr marL="4572503" indent="-268971" algn="l" defTabSz="1075883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21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5883" rtl="0" eaLnBrk="1" latinLnBrk="0" hangingPunct="1">
        <a:defRPr sz="2118" kern="1200">
          <a:solidFill>
            <a:schemeClr val="tx1"/>
          </a:solidFill>
          <a:latin typeface="+mn-lt"/>
          <a:ea typeface="+mn-ea"/>
          <a:cs typeface="+mn-cs"/>
        </a:defRPr>
      </a:lvl1pPr>
      <a:lvl2pPr marL="537942" algn="l" defTabSz="1075883" rtl="0" eaLnBrk="1" latinLnBrk="0" hangingPunct="1">
        <a:defRPr sz="2118" kern="1200">
          <a:solidFill>
            <a:schemeClr val="tx1"/>
          </a:solidFill>
          <a:latin typeface="+mn-lt"/>
          <a:ea typeface="+mn-ea"/>
          <a:cs typeface="+mn-cs"/>
        </a:defRPr>
      </a:lvl2pPr>
      <a:lvl3pPr marL="1075883" algn="l" defTabSz="1075883" rtl="0" eaLnBrk="1" latinLnBrk="0" hangingPunct="1">
        <a:defRPr sz="2118" kern="1200">
          <a:solidFill>
            <a:schemeClr val="tx1"/>
          </a:solidFill>
          <a:latin typeface="+mn-lt"/>
          <a:ea typeface="+mn-ea"/>
          <a:cs typeface="+mn-cs"/>
        </a:defRPr>
      </a:lvl3pPr>
      <a:lvl4pPr marL="1613825" algn="l" defTabSz="1075883" rtl="0" eaLnBrk="1" latinLnBrk="0" hangingPunct="1">
        <a:defRPr sz="2118" kern="1200">
          <a:solidFill>
            <a:schemeClr val="tx1"/>
          </a:solidFill>
          <a:latin typeface="+mn-lt"/>
          <a:ea typeface="+mn-ea"/>
          <a:cs typeface="+mn-cs"/>
        </a:defRPr>
      </a:lvl4pPr>
      <a:lvl5pPr marL="2151766" algn="l" defTabSz="1075883" rtl="0" eaLnBrk="1" latinLnBrk="0" hangingPunct="1">
        <a:defRPr sz="2118" kern="1200">
          <a:solidFill>
            <a:schemeClr val="tx1"/>
          </a:solidFill>
          <a:latin typeface="+mn-lt"/>
          <a:ea typeface="+mn-ea"/>
          <a:cs typeface="+mn-cs"/>
        </a:defRPr>
      </a:lvl5pPr>
      <a:lvl6pPr marL="2689708" algn="l" defTabSz="1075883" rtl="0" eaLnBrk="1" latinLnBrk="0" hangingPunct="1">
        <a:defRPr sz="2118" kern="1200">
          <a:solidFill>
            <a:schemeClr val="tx1"/>
          </a:solidFill>
          <a:latin typeface="+mn-lt"/>
          <a:ea typeface="+mn-ea"/>
          <a:cs typeface="+mn-cs"/>
        </a:defRPr>
      </a:lvl6pPr>
      <a:lvl7pPr marL="3227649" algn="l" defTabSz="1075883" rtl="0" eaLnBrk="1" latinLnBrk="0" hangingPunct="1">
        <a:defRPr sz="2118" kern="1200">
          <a:solidFill>
            <a:schemeClr val="tx1"/>
          </a:solidFill>
          <a:latin typeface="+mn-lt"/>
          <a:ea typeface="+mn-ea"/>
          <a:cs typeface="+mn-cs"/>
        </a:defRPr>
      </a:lvl7pPr>
      <a:lvl8pPr marL="3765591" algn="l" defTabSz="1075883" rtl="0" eaLnBrk="1" latinLnBrk="0" hangingPunct="1">
        <a:defRPr sz="2118" kern="1200">
          <a:solidFill>
            <a:schemeClr val="tx1"/>
          </a:solidFill>
          <a:latin typeface="+mn-lt"/>
          <a:ea typeface="+mn-ea"/>
          <a:cs typeface="+mn-cs"/>
        </a:defRPr>
      </a:lvl8pPr>
      <a:lvl9pPr marL="4303532" algn="l" defTabSz="1075883" rtl="0" eaLnBrk="1" latinLnBrk="0" hangingPunct="1">
        <a:defRPr sz="21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9EC44-21E0-E07C-9A20-E7C5479BD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5FB8D-D35D-C329-0FEF-36DDAD6A33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MARA – Mostly Audio Running Assistant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A2FBB3-429F-03E7-54E1-466062125B70}"/>
              </a:ext>
            </a:extLst>
          </p:cNvPr>
          <p:cNvSpPr/>
          <p:nvPr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63">
              <a:defRPr/>
            </a:pPr>
            <a:r>
              <a:rPr lang="en-US" sz="2308">
                <a:solidFill>
                  <a:prstClr val="white"/>
                </a:solidFill>
                <a:latin typeface="Arial" panose="020B0604020202020204"/>
              </a:rPr>
              <a:t>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0B9BC9-DC64-D3F8-40AE-A42425707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F86DB-78DF-EB43-A6BE-40415A3A0052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7" name="Picture 2" descr="233f47eb-89a5-45df-a494-cd68f94d4d52">
            <a:extLst>
              <a:ext uri="{FF2B5EF4-FFF2-40B4-BE49-F238E27FC236}">
                <a16:creationId xmlns:a16="http://schemas.microsoft.com/office/drawing/2014/main" id="{D9F2EFCC-3B7B-2DA5-9649-26E202E37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7315" y="1110854"/>
            <a:ext cx="2862046" cy="5103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a698282e-9097-427e-9243-ff8f5cabb76b">
            <a:extLst>
              <a:ext uri="{FF2B5EF4-FFF2-40B4-BE49-F238E27FC236}">
                <a16:creationId xmlns:a16="http://schemas.microsoft.com/office/drawing/2014/main" id="{A5ABB2A7-C0E7-7D61-C9BB-5FF090A0B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2774" y="1110854"/>
            <a:ext cx="2862046" cy="5103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 descr="1bb8ae02-6999-47bb-80fd-ed221a1d7c02">
            <a:extLst>
              <a:ext uri="{FF2B5EF4-FFF2-40B4-BE49-F238E27FC236}">
                <a16:creationId xmlns:a16="http://schemas.microsoft.com/office/drawing/2014/main" id="{20C63736-E18B-D13E-2A63-52391E0E8A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9"/>
          <a:stretch/>
        </p:blipFill>
        <p:spPr bwMode="auto">
          <a:xfrm>
            <a:off x="9327878" y="1274619"/>
            <a:ext cx="2864123" cy="4939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B0EBFA-4ED6-A99A-1F3B-CF9982F113AB}"/>
              </a:ext>
            </a:extLst>
          </p:cNvPr>
          <p:cNvSpPr txBox="1">
            <a:spLocks/>
          </p:cNvSpPr>
          <p:nvPr/>
        </p:nvSpPr>
        <p:spPr>
          <a:xfrm>
            <a:off x="603284" y="1235022"/>
            <a:ext cx="4031044" cy="520320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08AD9"/>
                </a:solidFill>
                <a:latin typeface="Poppins"/>
                <a:cs typeface="Poppins"/>
              </a:rPr>
              <a:t>Business Need</a:t>
            </a:r>
            <a:endParaRPr lang="en-US" sz="2400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D99E5B5-D206-DB8E-F443-D78EB1886F8E}"/>
              </a:ext>
            </a:extLst>
          </p:cNvPr>
          <p:cNvSpPr txBox="1">
            <a:spLocks/>
          </p:cNvSpPr>
          <p:nvPr/>
        </p:nvSpPr>
        <p:spPr>
          <a:xfrm>
            <a:off x="603284" y="1692950"/>
            <a:ext cx="3254655" cy="1452689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5000"/>
              </a:lnSpc>
              <a:spcBef>
                <a:spcPts val="0"/>
              </a:spcBef>
              <a:buNone/>
              <a:defRPr/>
            </a:pPr>
            <a:r>
              <a:rPr lang="en-US" sz="1000" dirty="0"/>
              <a:t>MARA AI wanted to deliver a mobile experience that allowed runners to interact with their training data hands-free. The goal was to build a voice-enabled assistant that could guide athletes during their runs, provide real-time updates, and eliminate the need to manually check devices while on the move. A seamless, intuitive iOS app was required to make the assistant accessible in any running environment.</a:t>
            </a:r>
            <a:endParaRPr lang="en-US" sz="1000" dirty="0">
              <a:solidFill>
                <a:prstClr val="black"/>
              </a:solidFill>
              <a:latin typeface="Poppins"/>
              <a:cs typeface="Poppins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81BA69B-7A4A-403C-DB32-F4962F72FFB2}"/>
              </a:ext>
            </a:extLst>
          </p:cNvPr>
          <p:cNvSpPr txBox="1">
            <a:spLocks/>
          </p:cNvSpPr>
          <p:nvPr/>
        </p:nvSpPr>
        <p:spPr>
          <a:xfrm>
            <a:off x="603284" y="3914860"/>
            <a:ext cx="3039233" cy="520320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08AD9"/>
                </a:solidFill>
                <a:latin typeface="Poppins"/>
                <a:cs typeface="Poppins"/>
              </a:rPr>
              <a:t>Outcomes</a:t>
            </a:r>
            <a:endParaRPr lang="en-US" sz="2400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763CFE1-72A5-391D-5477-D2EB09D1D021}"/>
              </a:ext>
            </a:extLst>
          </p:cNvPr>
          <p:cNvSpPr txBox="1">
            <a:spLocks/>
          </p:cNvSpPr>
          <p:nvPr/>
        </p:nvSpPr>
        <p:spPr>
          <a:xfrm>
            <a:off x="603284" y="4355794"/>
            <a:ext cx="3354031" cy="2098987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Designed and developed an iOS mobile app powered by a voice assistant tailored for runners</a:t>
            </a:r>
          </a:p>
          <a:p>
            <a:r>
              <a:rPr lang="en-US" sz="1000" dirty="0"/>
              <a:t>Enabled hands-free interaction for pace updates, distance tracking, and route guidance</a:t>
            </a:r>
          </a:p>
          <a:p>
            <a:r>
              <a:rPr lang="en-US" sz="1000" dirty="0"/>
              <a:t>Integrated </a:t>
            </a:r>
            <a:r>
              <a:rPr lang="en-US" sz="1000" dirty="0" err="1"/>
              <a:t>MapBox</a:t>
            </a:r>
            <a:r>
              <a:rPr lang="en-US" sz="1000" dirty="0"/>
              <a:t> for real-time route visualization and location tracking</a:t>
            </a:r>
          </a:p>
          <a:p>
            <a:r>
              <a:rPr lang="en-US" sz="1000" dirty="0"/>
              <a:t>Companion Amazon Alexa skill for querying running data</a:t>
            </a:r>
          </a:p>
          <a:p>
            <a:pPr marL="0" indent="0">
              <a:lnSpc>
                <a:spcPct val="135000"/>
              </a:lnSpc>
              <a:spcBef>
                <a:spcPts val="0"/>
              </a:spcBef>
              <a:buNone/>
              <a:defRPr/>
            </a:pPr>
            <a:endParaRPr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MS Mincho" panose="02020609040205080304" pitchFamily="49" charset="-128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186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Affir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35A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firma_QBR-CI_FY18 Q2_Prep(Updated)" id="{60F98659-98E9-4C4D-9310-9510EF3F70E3}" vid="{65065986-2AC3-4681-8D2A-70BCEC6AD53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 xsi:nil="true"/>
    <Industries xmlns="f0ee8362-fa7e-4bc9-ab88-7dcfb17cb19b" xsi:nil="true"/>
    <PlatTech xmlns="f0ee8362-fa7e-4bc9-ab88-7dcfb17cb19b" xsi:nil="true"/>
    <BusinessUnit xmlns="f0ee8362-fa7e-4bc9-ab88-7dcfb17cb19b">
      <Value>Custom Development</Value>
    </BusinessUnit>
    <Solutions xmlns="f0ee8362-fa7e-4bc9-ab88-7dcfb17cb19b">
      <Value>Mobile Application</Value>
      <Value>AI</Value>
    </Solutions>
    <ProjectCompletionDate xmlns="f0ee8362-fa7e-4bc9-ab88-7dcfb17cb19b" xsi:nil="true"/>
    <ApprovedByClient xmlns="f0ee8362-fa7e-4bc9-ab88-7dcfb17cb19b">false</ApprovedByClient>
  </documentManagement>
</p:properties>
</file>

<file path=customXml/itemProps1.xml><?xml version="1.0" encoding="utf-8"?>
<ds:datastoreItem xmlns:ds="http://schemas.openxmlformats.org/officeDocument/2006/customXml" ds:itemID="{820D7B67-D423-4E32-8290-CA9BBC815EC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C474C4B-A2BF-4BC1-8D80-EDB0FA0FAF04}">
  <ds:schemaRefs>
    <ds:schemaRef ds:uri="http://schemas.microsoft.com/office/2006/metadata/customXsn"/>
  </ds:schemaRefs>
</ds:datastoreItem>
</file>

<file path=customXml/itemProps3.xml><?xml version="1.0" encoding="utf-8"?>
<ds:datastoreItem xmlns:ds="http://schemas.openxmlformats.org/officeDocument/2006/customXml" ds:itemID="{4DA4B540-9CBF-4764-93F8-6719D3A83EAB}"/>
</file>

<file path=customXml/itemProps4.xml><?xml version="1.0" encoding="utf-8"?>
<ds:datastoreItem xmlns:ds="http://schemas.openxmlformats.org/officeDocument/2006/customXml" ds:itemID="{A816003D-8889-42BA-8487-27FE04A1BA24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f0ee8362-fa7e-4bc9-ab88-7dcfb17cb19b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127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office theme</vt:lpstr>
      <vt:lpstr>Custom Design</vt:lpstr>
      <vt:lpstr>MARA – Mostly Audio Running Assistant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Brendan Murphy</cp:lastModifiedBy>
  <cp:revision>8</cp:revision>
  <dcterms:created xsi:type="dcterms:W3CDTF">2025-07-15T22:53:05Z</dcterms:created>
  <dcterms:modified xsi:type="dcterms:W3CDTF">2025-11-21T21:15:27Z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