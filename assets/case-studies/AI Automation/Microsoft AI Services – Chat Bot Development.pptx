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6964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C072-E2C7-4B8B-0F58-FE919B771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555D5-1A57-E41C-C95F-4290E9E95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41213-3EC5-639F-F2A4-416DC019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1497-7F97-BF76-64D7-F204DD31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BDB6E-3EF5-D98D-F3A1-789868B4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10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76830-C310-2051-D152-F9FF5287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E564-D111-C3B4-1D53-6E6078764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203FB-8162-46BC-6044-5BBBE1E1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F1A77-DAC4-F915-CE3E-3D5970B3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727C-F2E9-F0D9-F256-DC519F48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0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B85F-F5D3-FB0F-EB7A-96B534F9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FB531-63D2-966D-43BA-781A44342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D356-F22F-6193-AAE9-62AC6C6A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159D1-DB3E-4299-4D78-C1F8E1312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E3414-99B9-BB32-FAF8-FB876E5D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4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010D-D31B-9810-FFBD-AD0AC6A8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58D3-D21F-260A-4C6E-3A3C1CD2B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A62FF-D274-DF6D-0879-1B06E343D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33FC7-7441-92FB-2DA1-D2176DF6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D5CC3-2A40-DC28-2C15-3A646624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1A4D-5C88-9676-0873-FAD294F3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97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FA12-A4A8-4343-E494-585B95A4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1620B-EAEF-8146-6777-5C854FB2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112A6-8C03-8111-823C-0CCD7D261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C606C-574F-E3FC-E31C-BF116FDD8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9134A3-068B-22BE-E0CF-99A8F9A20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035CE-09D9-91DF-5067-A6AF20F88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00CDF-3030-0C82-042B-E0BA41D4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BD241E-686E-A22E-2A32-B726EDA3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5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E52A-525D-1159-B686-92BBF3B4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EA894-668B-2E69-7181-6A9AAF028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EDAD37-ABC6-B2C7-6980-06082A76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FA1C2-1BBD-911F-AB7B-0ED3AF53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4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4D5EE1-8608-19DC-A35E-4E0A8D76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ED1CE-F8BB-6729-88C3-1BC5BD64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7BC30-5645-0980-90BD-88769B1B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6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D6D68-4617-FC93-C179-84151BCC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AED6D-EAF0-4D8F-87E3-A8CBE6911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827D3-56C6-58F8-6AA0-C4FD58BB5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B9958-A96E-433C-7FBD-56162F4B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8E3C2-323B-57A6-8AF4-1FC204D6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053BD-B561-4BD7-92D2-E2152039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0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C0EEF-ADA0-A1E3-5C76-8DE5B74A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2C410-AC2B-33BF-1574-BD8EA7950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348B5-3525-C939-F4FC-BE2E1CB81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37936-5241-3084-6195-BDB6EED4F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25B16-26DE-D716-F4B7-FBEE458F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5298D-C87D-CE52-2C11-761DD0F8E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62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0B613-7D08-F7B2-60DA-8C1F8465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78019-0D7F-2D9D-3485-EA7C7CEA6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BCBC-F971-48C3-CECF-472ADD71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DA4DF-C2A5-DFC0-5B2C-732ADE3B4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11526-FE40-59B3-3C5B-6AFFE809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43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DE85C-BDB1-0DB3-E8FF-962F30EB0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4A5F09-BD16-E2A6-6050-9A08C7253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062FA-BCF5-0506-B08E-7848AA89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D2BA2-2C41-7410-636E-BE4E1ECD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092AF-DEF9-8ACD-4952-387BE29D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98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6103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69720-6EE4-4111-261F-21B7FEB0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FC2CA-DADA-3772-BB7B-986DA1283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82231-602D-47FB-3F69-9F2D54BAE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3C9BF-DCE4-4E10-82EF-3C35845523E9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6B3D4-67F9-5F5F-6FD2-E54DC3C0C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599C7-C284-B7CB-F7A4-A3824F498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D8657-F861-4DCD-A050-38396BED4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4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B864BFC-A96C-7683-5A0E-6CB5B701573B}"/>
              </a:ext>
            </a:extLst>
          </p:cNvPr>
          <p:cNvSpPr/>
          <p:nvPr/>
        </p:nvSpPr>
        <p:spPr>
          <a:xfrm>
            <a:off x="271019" y="6356805"/>
            <a:ext cx="1473805" cy="389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4775"/>
            <a:ext cx="2743200" cy="155575"/>
          </a:xfrm>
        </p:spPr>
        <p:txBody>
          <a:bodyPr/>
          <a:lstStyle/>
          <a:p>
            <a:fld id="{056F86DB-78DF-EB43-A6BE-40415A3A0052}" type="slidenum">
              <a:rPr lang="en-US" smtClean="0">
                <a:latin typeface="Poppins" panose="00000500000000000000" pitchFamily="2" charset="0"/>
                <a:cs typeface="Poppins" panose="00000500000000000000" pitchFamily="2" charset="0"/>
              </a:rPr>
              <a:pPr/>
              <a:t>1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BEDB20-90EE-2C0B-124E-4C5838C75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88389"/>
            <a:ext cx="10854708" cy="76439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Microsoft AI Services – Chat Bot Development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72FB3C-CEC3-05CF-0FD4-1A21D200432B}"/>
              </a:ext>
            </a:extLst>
          </p:cNvPr>
          <p:cNvSpPr/>
          <p:nvPr/>
        </p:nvSpPr>
        <p:spPr>
          <a:xfrm>
            <a:off x="10749644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768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2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Picture 8" descr="http://www.psdeps.com/wp-content/uploads/New-Microsoft-2013-Logo-Vector.png">
            <a:extLst>
              <a:ext uri="{FF2B5EF4-FFF2-40B4-BE49-F238E27FC236}">
                <a16:creationId xmlns:a16="http://schemas.microsoft.com/office/drawing/2014/main" id="{E78283B7-50C7-16DF-2701-3FBEF63CCE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74" b="31073"/>
          <a:stretch/>
        </p:blipFill>
        <p:spPr bwMode="auto">
          <a:xfrm>
            <a:off x="8813968" y="1554106"/>
            <a:ext cx="2902248" cy="72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99FF6A0-8E71-12F9-C2FD-894A6E1311DB}"/>
              </a:ext>
            </a:extLst>
          </p:cNvPr>
          <p:cNvGrpSpPr>
            <a:grpSpLocks noChangeAspect="1"/>
          </p:cNvGrpSpPr>
          <p:nvPr/>
        </p:nvGrpSpPr>
        <p:grpSpPr>
          <a:xfrm>
            <a:off x="4028017" y="1422996"/>
            <a:ext cx="4509822" cy="4012008"/>
            <a:chOff x="264159" y="2144290"/>
            <a:chExt cx="5994402" cy="533271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209973C-8D35-F97B-4941-9DD404A61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74512" b="1127"/>
            <a:stretch/>
          </p:blipFill>
          <p:spPr>
            <a:xfrm>
              <a:off x="264159" y="2144290"/>
              <a:ext cx="2641602" cy="533271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46AF64-540E-42E7-BCCD-A3B229AA84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079" r="2" b="1127"/>
            <a:stretch/>
          </p:blipFill>
          <p:spPr>
            <a:xfrm>
              <a:off x="2743200" y="2144290"/>
              <a:ext cx="3515361" cy="533271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836FD6F-FA64-26B5-FF7E-709C0C920E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2939" t="14531" r="22162" b="2431"/>
            <a:stretch/>
          </p:blipFill>
          <p:spPr>
            <a:xfrm>
              <a:off x="426720" y="2928022"/>
              <a:ext cx="5689600" cy="4478677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490EF0-7FA3-9675-7E43-9FC95202CAB7}"/>
              </a:ext>
            </a:extLst>
          </p:cNvPr>
          <p:cNvGrpSpPr>
            <a:grpSpLocks noChangeAspect="1"/>
          </p:cNvGrpSpPr>
          <p:nvPr/>
        </p:nvGrpSpPr>
        <p:grpSpPr>
          <a:xfrm>
            <a:off x="7206291" y="2425993"/>
            <a:ext cx="4819283" cy="4182533"/>
            <a:chOff x="7152639" y="1686561"/>
            <a:chExt cx="6085842" cy="528174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17C711D-D811-B44F-A4E6-3609B06535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74512" b="2072"/>
            <a:stretch/>
          </p:blipFill>
          <p:spPr>
            <a:xfrm>
              <a:off x="7152639" y="1686561"/>
              <a:ext cx="2641601" cy="528174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51D5012-AB97-3BF4-8CB5-BA31723679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079" r="2" b="2072"/>
            <a:stretch/>
          </p:blipFill>
          <p:spPr>
            <a:xfrm>
              <a:off x="9723120" y="1686561"/>
              <a:ext cx="3515361" cy="528174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091601F-451A-50B2-495A-1FFA846AD2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161" t="11570" r="37020" b="1669"/>
            <a:stretch/>
          </p:blipFill>
          <p:spPr>
            <a:xfrm>
              <a:off x="7305039" y="2214880"/>
              <a:ext cx="5801361" cy="4753428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31E2D5C-0FF7-29B4-0FCD-35DEDD0A6E0D}"/>
              </a:ext>
            </a:extLst>
          </p:cNvPr>
          <p:cNvSpPr txBox="1"/>
          <p:nvPr/>
        </p:nvSpPr>
        <p:spPr>
          <a:xfrm>
            <a:off x="344837" y="1273720"/>
            <a:ext cx="3210034" cy="208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33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Business Need</a:t>
            </a:r>
            <a:endParaRPr kumimoji="0" lang="en-US" sz="2333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76845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Microsoft came to Affirma for support in creating an AI Chat Bot to help guide Developers to key information and documentation on developer.microsoft.com.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1452B7-ED07-C871-1105-1982474E1B5B}"/>
              </a:ext>
            </a:extLst>
          </p:cNvPr>
          <p:cNvSpPr txBox="1"/>
          <p:nvPr/>
        </p:nvSpPr>
        <p:spPr>
          <a:xfrm>
            <a:off x="332236" y="3304754"/>
            <a:ext cx="3515372" cy="352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33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What We Did</a:t>
            </a:r>
            <a:endParaRPr kumimoji="0" lang="en-US" sz="2333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76845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Affirma built the functionality with an Azure AI chat bot that uses OpenAI’s GPT-4 model. The chat bot was built in Azure AI studio and indexed on a custom Azure AI Search service. </a:t>
            </a:r>
          </a:p>
          <a:p>
            <a:pPr marL="0" marR="0" lvl="0" indent="0" algn="l" defTabSz="976845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It was integrated into the web UI and leveraged custom prompts to load relevant information based on UI elements as users scroll down the page. </a:t>
            </a:r>
          </a:p>
        </p:txBody>
      </p:sp>
    </p:spTree>
    <p:extLst>
      <p:ext uri="{BB962C8B-B14F-4D97-AF65-F5344CB8AC3E}">
        <p14:creationId xmlns:p14="http://schemas.microsoft.com/office/powerpoint/2010/main" val="102974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>
      <Value>AI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1AE3948E-85C2-4618-8B6F-455C71928474}"/>
</file>

<file path=customXml/itemProps2.xml><?xml version="1.0" encoding="utf-8"?>
<ds:datastoreItem xmlns:ds="http://schemas.openxmlformats.org/officeDocument/2006/customXml" ds:itemID="{B232F7E9-0E6D-41C8-8664-B01C06DEA623}"/>
</file>

<file path=customXml/itemProps3.xml><?xml version="1.0" encoding="utf-8"?>
<ds:datastoreItem xmlns:ds="http://schemas.openxmlformats.org/officeDocument/2006/customXml" ds:itemID="{30C9817D-49FB-46DF-8D6D-2BA3BE93BF12}"/>
</file>

<file path=customXml/itemProps4.xml><?xml version="1.0" encoding="utf-8"?>
<ds:datastoreItem xmlns:ds="http://schemas.openxmlformats.org/officeDocument/2006/customXml" ds:itemID="{9646B05A-5CF6-4254-94F7-5D0C08DB132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Poppins</vt:lpstr>
      <vt:lpstr>Office Theme</vt:lpstr>
      <vt:lpstr>Microsoft AI Services – Chat Bot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AI Services – Chat Bot Development</dc:title>
  <dc:creator>Brendan Murphy</dc:creator>
  <cp:lastModifiedBy>Brendan Murphy</cp:lastModifiedBy>
  <cp:revision>1</cp:revision>
  <dcterms:created xsi:type="dcterms:W3CDTF">2024-06-26T03:40:08Z</dcterms:created>
  <dcterms:modified xsi:type="dcterms:W3CDTF">2024-06-26T03:40:25Z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