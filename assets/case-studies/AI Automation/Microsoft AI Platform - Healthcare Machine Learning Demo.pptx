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147481413"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42" d="100"/>
          <a:sy n="142" d="100"/>
        </p:scale>
        <p:origin x="948"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469BF0-9965-4F66-AC68-7A10B761DC9D}" type="datetimeFigureOut">
              <a:rPr lang="en-US" smtClean="0"/>
              <a:t>1/16/2026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920D13-587A-43CB-871E-9E96E4277FA7}" type="slidenum">
              <a:rPr lang="en-US" smtClean="0"/>
              <a:t>‹#›</a:t>
            </a:fld>
            <a:endParaRPr lang="en-US"/>
          </a:p>
        </p:txBody>
      </p:sp>
    </p:spTree>
    <p:extLst>
      <p:ext uri="{BB962C8B-B14F-4D97-AF65-F5344CB8AC3E}">
        <p14:creationId xmlns:p14="http://schemas.microsoft.com/office/powerpoint/2010/main" val="2177574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DF32A-244E-2590-E02A-E76A7A3DD6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9770E-7D64-5003-C713-36AE9FD7BA4E}"/>
              </a:ext>
            </a:extLst>
          </p:cNvPr>
          <p:cNvSpPr>
            <a:spLocks noGrp="1" noRot="1" noChangeAspect="1"/>
          </p:cNvSpPr>
          <p:nvPr>
            <p:ph type="sldImg"/>
          </p:nvPr>
        </p:nvSpPr>
        <p:spPr>
          <a:xfrm>
            <a:off x="654050" y="1162050"/>
            <a:ext cx="5573713" cy="3136900"/>
          </a:xfrm>
        </p:spPr>
      </p:sp>
      <p:sp>
        <p:nvSpPr>
          <p:cNvPr id="3" name="Notes Placeholder 2">
            <a:extLst>
              <a:ext uri="{FF2B5EF4-FFF2-40B4-BE49-F238E27FC236}">
                <a16:creationId xmlns:a16="http://schemas.microsoft.com/office/drawing/2014/main" id="{9B6E3348-9EF1-FF58-DF20-64A71679F5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5892AB-8A64-22BF-1E9C-8E78D5E3A719}"/>
              </a:ext>
            </a:extLst>
          </p:cNvPr>
          <p:cNvSpPr>
            <a:spLocks noGrp="1"/>
          </p:cNvSpPr>
          <p:nvPr>
            <p:ph type="sldNum" sz="quarter" idx="10"/>
          </p:nvPr>
        </p:nvSpPr>
        <p:spPr/>
        <p:txBody>
          <a:bodyPr/>
          <a:lstStyle/>
          <a:p>
            <a:fld id="{5EE3F6CF-073A-4B4F-A2B7-08B9C7DBCB96}" type="slidenum">
              <a:rPr lang="en-US" smtClean="0"/>
              <a:t>1</a:t>
            </a:fld>
            <a:endParaRPr lang="en-US"/>
          </a:p>
        </p:txBody>
      </p:sp>
    </p:spTree>
    <p:extLst>
      <p:ext uri="{BB962C8B-B14F-4D97-AF65-F5344CB8AC3E}">
        <p14:creationId xmlns:p14="http://schemas.microsoft.com/office/powerpoint/2010/main" val="3161687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ABB26-4FE5-109C-8FA5-ED009D4529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24F9A2-725F-3268-65CF-391862CAC5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53F0475-422A-FC9D-A2F2-28D05596D228}"/>
              </a:ext>
            </a:extLst>
          </p:cNvPr>
          <p:cNvSpPr>
            <a:spLocks noGrp="1"/>
          </p:cNvSpPr>
          <p:nvPr>
            <p:ph type="dt" sz="half" idx="10"/>
          </p:nvPr>
        </p:nvSpPr>
        <p:spPr/>
        <p:txBody>
          <a:bodyPr/>
          <a:lstStyle/>
          <a:p>
            <a:fld id="{7149520F-7AAF-4422-9EC6-045192C1E0EB}" type="datetimeFigureOut">
              <a:rPr lang="en-US" smtClean="0"/>
              <a:t>1/16/2026</a:t>
            </a:fld>
            <a:endParaRPr lang="en-US"/>
          </a:p>
        </p:txBody>
      </p:sp>
      <p:sp>
        <p:nvSpPr>
          <p:cNvPr id="5" name="Footer Placeholder 4">
            <a:extLst>
              <a:ext uri="{FF2B5EF4-FFF2-40B4-BE49-F238E27FC236}">
                <a16:creationId xmlns:a16="http://schemas.microsoft.com/office/drawing/2014/main" id="{1F607C1D-07EB-7606-8942-3FEE45A61C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EB6EBB-339E-00F6-85C9-5DC3E7DD54DD}"/>
              </a:ext>
            </a:extLst>
          </p:cNvPr>
          <p:cNvSpPr>
            <a:spLocks noGrp="1"/>
          </p:cNvSpPr>
          <p:nvPr>
            <p:ph type="sldNum" sz="quarter" idx="12"/>
          </p:nvPr>
        </p:nvSpPr>
        <p:spPr/>
        <p:txBody>
          <a:bodyPr/>
          <a:lstStyle/>
          <a:p>
            <a:fld id="{C7054A95-78E3-4522-8A8A-05B5D080E430}" type="slidenum">
              <a:rPr lang="en-US" smtClean="0"/>
              <a:t>‹#›</a:t>
            </a:fld>
            <a:endParaRPr lang="en-US"/>
          </a:p>
        </p:txBody>
      </p:sp>
    </p:spTree>
    <p:extLst>
      <p:ext uri="{BB962C8B-B14F-4D97-AF65-F5344CB8AC3E}">
        <p14:creationId xmlns:p14="http://schemas.microsoft.com/office/powerpoint/2010/main" val="3427506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C75D2-743C-EB1A-030F-3F9707C59B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C232C5-B3D5-B9C4-BD05-64704F3613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95B1A8-F82F-31F7-3394-BC8D7B71A536}"/>
              </a:ext>
            </a:extLst>
          </p:cNvPr>
          <p:cNvSpPr>
            <a:spLocks noGrp="1"/>
          </p:cNvSpPr>
          <p:nvPr>
            <p:ph type="dt" sz="half" idx="10"/>
          </p:nvPr>
        </p:nvSpPr>
        <p:spPr/>
        <p:txBody>
          <a:bodyPr/>
          <a:lstStyle/>
          <a:p>
            <a:fld id="{7149520F-7AAF-4422-9EC6-045192C1E0EB}" type="datetimeFigureOut">
              <a:rPr lang="en-US" smtClean="0"/>
              <a:t>1/16/2026</a:t>
            </a:fld>
            <a:endParaRPr lang="en-US"/>
          </a:p>
        </p:txBody>
      </p:sp>
      <p:sp>
        <p:nvSpPr>
          <p:cNvPr id="5" name="Footer Placeholder 4">
            <a:extLst>
              <a:ext uri="{FF2B5EF4-FFF2-40B4-BE49-F238E27FC236}">
                <a16:creationId xmlns:a16="http://schemas.microsoft.com/office/drawing/2014/main" id="{9042968B-A3E9-8C8D-39FE-2E3224CE71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178B66-074D-45D9-4645-EB3FCBB5F260}"/>
              </a:ext>
            </a:extLst>
          </p:cNvPr>
          <p:cNvSpPr>
            <a:spLocks noGrp="1"/>
          </p:cNvSpPr>
          <p:nvPr>
            <p:ph type="sldNum" sz="quarter" idx="12"/>
          </p:nvPr>
        </p:nvSpPr>
        <p:spPr/>
        <p:txBody>
          <a:bodyPr/>
          <a:lstStyle/>
          <a:p>
            <a:fld id="{C7054A95-78E3-4522-8A8A-05B5D080E430}" type="slidenum">
              <a:rPr lang="en-US" smtClean="0"/>
              <a:t>‹#›</a:t>
            </a:fld>
            <a:endParaRPr lang="en-US"/>
          </a:p>
        </p:txBody>
      </p:sp>
    </p:spTree>
    <p:extLst>
      <p:ext uri="{BB962C8B-B14F-4D97-AF65-F5344CB8AC3E}">
        <p14:creationId xmlns:p14="http://schemas.microsoft.com/office/powerpoint/2010/main" val="2144335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2FBB9-98A4-D5A7-E032-91FCA3BBF7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39C969-E2CB-6A16-83F9-07D3D2B0E6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F80AFF-B17A-2F87-FCDD-C0FB16095A92}"/>
              </a:ext>
            </a:extLst>
          </p:cNvPr>
          <p:cNvSpPr>
            <a:spLocks noGrp="1"/>
          </p:cNvSpPr>
          <p:nvPr>
            <p:ph type="dt" sz="half" idx="10"/>
          </p:nvPr>
        </p:nvSpPr>
        <p:spPr/>
        <p:txBody>
          <a:bodyPr/>
          <a:lstStyle/>
          <a:p>
            <a:fld id="{7149520F-7AAF-4422-9EC6-045192C1E0EB}" type="datetimeFigureOut">
              <a:rPr lang="en-US" smtClean="0"/>
              <a:t>1/16/2026</a:t>
            </a:fld>
            <a:endParaRPr lang="en-US"/>
          </a:p>
        </p:txBody>
      </p:sp>
      <p:sp>
        <p:nvSpPr>
          <p:cNvPr id="5" name="Footer Placeholder 4">
            <a:extLst>
              <a:ext uri="{FF2B5EF4-FFF2-40B4-BE49-F238E27FC236}">
                <a16:creationId xmlns:a16="http://schemas.microsoft.com/office/drawing/2014/main" id="{31568927-3DB2-ACA9-D476-EE5A441158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9F912-6D91-1B50-1F26-CF5AC6BB61AB}"/>
              </a:ext>
            </a:extLst>
          </p:cNvPr>
          <p:cNvSpPr>
            <a:spLocks noGrp="1"/>
          </p:cNvSpPr>
          <p:nvPr>
            <p:ph type="sldNum" sz="quarter" idx="12"/>
          </p:nvPr>
        </p:nvSpPr>
        <p:spPr/>
        <p:txBody>
          <a:bodyPr/>
          <a:lstStyle/>
          <a:p>
            <a:fld id="{C7054A95-78E3-4522-8A8A-05B5D080E430}" type="slidenum">
              <a:rPr lang="en-US" smtClean="0"/>
              <a:t>‹#›</a:t>
            </a:fld>
            <a:endParaRPr lang="en-US"/>
          </a:p>
        </p:txBody>
      </p:sp>
    </p:spTree>
    <p:extLst>
      <p:ext uri="{BB962C8B-B14F-4D97-AF65-F5344CB8AC3E}">
        <p14:creationId xmlns:p14="http://schemas.microsoft.com/office/powerpoint/2010/main" val="3680935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C033-419C-F6F1-BA89-F681415818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701E82-0B26-D1B4-0EC9-6F5789A686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2959ED-00CA-1AB9-8B9F-5BF08B1512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61184B-C47A-41AA-3BF4-786370F718C1}"/>
              </a:ext>
            </a:extLst>
          </p:cNvPr>
          <p:cNvSpPr>
            <a:spLocks noGrp="1"/>
          </p:cNvSpPr>
          <p:nvPr>
            <p:ph type="dt" sz="half" idx="10"/>
          </p:nvPr>
        </p:nvSpPr>
        <p:spPr/>
        <p:txBody>
          <a:bodyPr/>
          <a:lstStyle/>
          <a:p>
            <a:fld id="{7149520F-7AAF-4422-9EC6-045192C1E0EB}" type="datetimeFigureOut">
              <a:rPr lang="en-US" smtClean="0"/>
              <a:t>1/16/2026</a:t>
            </a:fld>
            <a:endParaRPr lang="en-US"/>
          </a:p>
        </p:txBody>
      </p:sp>
      <p:sp>
        <p:nvSpPr>
          <p:cNvPr id="6" name="Footer Placeholder 5">
            <a:extLst>
              <a:ext uri="{FF2B5EF4-FFF2-40B4-BE49-F238E27FC236}">
                <a16:creationId xmlns:a16="http://schemas.microsoft.com/office/drawing/2014/main" id="{40BC165A-B66F-E350-F4F8-2215B1363C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0C5828-47A0-61DD-F8FC-14C48EEC70D4}"/>
              </a:ext>
            </a:extLst>
          </p:cNvPr>
          <p:cNvSpPr>
            <a:spLocks noGrp="1"/>
          </p:cNvSpPr>
          <p:nvPr>
            <p:ph type="sldNum" sz="quarter" idx="12"/>
          </p:nvPr>
        </p:nvSpPr>
        <p:spPr/>
        <p:txBody>
          <a:bodyPr/>
          <a:lstStyle/>
          <a:p>
            <a:fld id="{C7054A95-78E3-4522-8A8A-05B5D080E430}" type="slidenum">
              <a:rPr lang="en-US" smtClean="0"/>
              <a:t>‹#›</a:t>
            </a:fld>
            <a:endParaRPr lang="en-US"/>
          </a:p>
        </p:txBody>
      </p:sp>
    </p:spTree>
    <p:extLst>
      <p:ext uri="{BB962C8B-B14F-4D97-AF65-F5344CB8AC3E}">
        <p14:creationId xmlns:p14="http://schemas.microsoft.com/office/powerpoint/2010/main" val="3829476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6521F-1B79-6F80-1BF0-72A9248B59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A4BBC8-284A-5F6E-20D1-9F0B18C65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FD3F06-AA97-1AFE-6264-9336D4B35C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2F6528-2FF9-B2EA-D9AD-64A5F2D13E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D457BC-0E5C-7ACB-4586-4E3B94185D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CA1FBA-C73C-F1DF-33CF-D3E6019D234F}"/>
              </a:ext>
            </a:extLst>
          </p:cNvPr>
          <p:cNvSpPr>
            <a:spLocks noGrp="1"/>
          </p:cNvSpPr>
          <p:nvPr>
            <p:ph type="dt" sz="half" idx="10"/>
          </p:nvPr>
        </p:nvSpPr>
        <p:spPr/>
        <p:txBody>
          <a:bodyPr/>
          <a:lstStyle/>
          <a:p>
            <a:fld id="{7149520F-7AAF-4422-9EC6-045192C1E0EB}" type="datetimeFigureOut">
              <a:rPr lang="en-US" smtClean="0"/>
              <a:t>1/16/2026</a:t>
            </a:fld>
            <a:endParaRPr lang="en-US"/>
          </a:p>
        </p:txBody>
      </p:sp>
      <p:sp>
        <p:nvSpPr>
          <p:cNvPr id="8" name="Footer Placeholder 7">
            <a:extLst>
              <a:ext uri="{FF2B5EF4-FFF2-40B4-BE49-F238E27FC236}">
                <a16:creationId xmlns:a16="http://schemas.microsoft.com/office/drawing/2014/main" id="{25EC4840-264A-C010-F7B4-E8341E96F0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C2D0EB-CDE1-2A66-03D9-99ACB8B75577}"/>
              </a:ext>
            </a:extLst>
          </p:cNvPr>
          <p:cNvSpPr>
            <a:spLocks noGrp="1"/>
          </p:cNvSpPr>
          <p:nvPr>
            <p:ph type="sldNum" sz="quarter" idx="12"/>
          </p:nvPr>
        </p:nvSpPr>
        <p:spPr/>
        <p:txBody>
          <a:bodyPr/>
          <a:lstStyle/>
          <a:p>
            <a:fld id="{C7054A95-78E3-4522-8A8A-05B5D080E430}" type="slidenum">
              <a:rPr lang="en-US" smtClean="0"/>
              <a:t>‹#›</a:t>
            </a:fld>
            <a:endParaRPr lang="en-US"/>
          </a:p>
        </p:txBody>
      </p:sp>
    </p:spTree>
    <p:extLst>
      <p:ext uri="{BB962C8B-B14F-4D97-AF65-F5344CB8AC3E}">
        <p14:creationId xmlns:p14="http://schemas.microsoft.com/office/powerpoint/2010/main" val="592901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12E8F-9DC7-B8C6-FA65-A1727E3414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02C1B4-5996-0F41-7940-C9615CDF1840}"/>
              </a:ext>
            </a:extLst>
          </p:cNvPr>
          <p:cNvSpPr>
            <a:spLocks noGrp="1"/>
          </p:cNvSpPr>
          <p:nvPr>
            <p:ph type="dt" sz="half" idx="10"/>
          </p:nvPr>
        </p:nvSpPr>
        <p:spPr/>
        <p:txBody>
          <a:bodyPr/>
          <a:lstStyle/>
          <a:p>
            <a:fld id="{7149520F-7AAF-4422-9EC6-045192C1E0EB}" type="datetimeFigureOut">
              <a:rPr lang="en-US" smtClean="0"/>
              <a:t>1/16/2026</a:t>
            </a:fld>
            <a:endParaRPr lang="en-US"/>
          </a:p>
        </p:txBody>
      </p:sp>
      <p:sp>
        <p:nvSpPr>
          <p:cNvPr id="4" name="Footer Placeholder 3">
            <a:extLst>
              <a:ext uri="{FF2B5EF4-FFF2-40B4-BE49-F238E27FC236}">
                <a16:creationId xmlns:a16="http://schemas.microsoft.com/office/drawing/2014/main" id="{ACEE741E-EDBA-1927-F760-D475755AE4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117DF5-BC15-090F-9C51-0AD3067F5227}"/>
              </a:ext>
            </a:extLst>
          </p:cNvPr>
          <p:cNvSpPr>
            <a:spLocks noGrp="1"/>
          </p:cNvSpPr>
          <p:nvPr>
            <p:ph type="sldNum" sz="quarter" idx="12"/>
          </p:nvPr>
        </p:nvSpPr>
        <p:spPr/>
        <p:txBody>
          <a:bodyPr/>
          <a:lstStyle/>
          <a:p>
            <a:fld id="{C7054A95-78E3-4522-8A8A-05B5D080E430}" type="slidenum">
              <a:rPr lang="en-US" smtClean="0"/>
              <a:t>‹#›</a:t>
            </a:fld>
            <a:endParaRPr lang="en-US"/>
          </a:p>
        </p:txBody>
      </p:sp>
    </p:spTree>
    <p:extLst>
      <p:ext uri="{BB962C8B-B14F-4D97-AF65-F5344CB8AC3E}">
        <p14:creationId xmlns:p14="http://schemas.microsoft.com/office/powerpoint/2010/main" val="1369539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21FC2F-6FFC-750C-4D26-66E66D1EB6E5}"/>
              </a:ext>
            </a:extLst>
          </p:cNvPr>
          <p:cNvSpPr>
            <a:spLocks noGrp="1"/>
          </p:cNvSpPr>
          <p:nvPr>
            <p:ph type="dt" sz="half" idx="10"/>
          </p:nvPr>
        </p:nvSpPr>
        <p:spPr/>
        <p:txBody>
          <a:bodyPr/>
          <a:lstStyle/>
          <a:p>
            <a:fld id="{7149520F-7AAF-4422-9EC6-045192C1E0EB}" type="datetimeFigureOut">
              <a:rPr lang="en-US" smtClean="0"/>
              <a:t>1/16/2026</a:t>
            </a:fld>
            <a:endParaRPr lang="en-US"/>
          </a:p>
        </p:txBody>
      </p:sp>
      <p:sp>
        <p:nvSpPr>
          <p:cNvPr id="3" name="Footer Placeholder 2">
            <a:extLst>
              <a:ext uri="{FF2B5EF4-FFF2-40B4-BE49-F238E27FC236}">
                <a16:creationId xmlns:a16="http://schemas.microsoft.com/office/drawing/2014/main" id="{359FCCA8-098F-77BA-4C5E-BE414CDDB6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9CBA111-3C0B-118D-ADDA-B1B84DC0352F}"/>
              </a:ext>
            </a:extLst>
          </p:cNvPr>
          <p:cNvSpPr>
            <a:spLocks noGrp="1"/>
          </p:cNvSpPr>
          <p:nvPr>
            <p:ph type="sldNum" sz="quarter" idx="12"/>
          </p:nvPr>
        </p:nvSpPr>
        <p:spPr/>
        <p:txBody>
          <a:bodyPr/>
          <a:lstStyle/>
          <a:p>
            <a:fld id="{C7054A95-78E3-4522-8A8A-05B5D080E430}" type="slidenum">
              <a:rPr lang="en-US" smtClean="0"/>
              <a:t>‹#›</a:t>
            </a:fld>
            <a:endParaRPr lang="en-US"/>
          </a:p>
        </p:txBody>
      </p:sp>
    </p:spTree>
    <p:extLst>
      <p:ext uri="{BB962C8B-B14F-4D97-AF65-F5344CB8AC3E}">
        <p14:creationId xmlns:p14="http://schemas.microsoft.com/office/powerpoint/2010/main" val="3872126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384B0-5660-4D2F-50EE-822E82276C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673199-47FC-8420-BF0F-777903E6B8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F39D77-4458-384B-2083-B590CCFD95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DA8F3C-9B8C-A7BD-2775-9DEEE68A97A5}"/>
              </a:ext>
            </a:extLst>
          </p:cNvPr>
          <p:cNvSpPr>
            <a:spLocks noGrp="1"/>
          </p:cNvSpPr>
          <p:nvPr>
            <p:ph type="dt" sz="half" idx="10"/>
          </p:nvPr>
        </p:nvSpPr>
        <p:spPr/>
        <p:txBody>
          <a:bodyPr/>
          <a:lstStyle/>
          <a:p>
            <a:fld id="{7149520F-7AAF-4422-9EC6-045192C1E0EB}" type="datetimeFigureOut">
              <a:rPr lang="en-US" smtClean="0"/>
              <a:t>1/16/2026</a:t>
            </a:fld>
            <a:endParaRPr lang="en-US"/>
          </a:p>
        </p:txBody>
      </p:sp>
      <p:sp>
        <p:nvSpPr>
          <p:cNvPr id="6" name="Footer Placeholder 5">
            <a:extLst>
              <a:ext uri="{FF2B5EF4-FFF2-40B4-BE49-F238E27FC236}">
                <a16:creationId xmlns:a16="http://schemas.microsoft.com/office/drawing/2014/main" id="{27C3439A-60DC-3F30-CB77-C03F3A92C1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7B5FBD-84FC-642C-2741-FA25656262E6}"/>
              </a:ext>
            </a:extLst>
          </p:cNvPr>
          <p:cNvSpPr>
            <a:spLocks noGrp="1"/>
          </p:cNvSpPr>
          <p:nvPr>
            <p:ph type="sldNum" sz="quarter" idx="12"/>
          </p:nvPr>
        </p:nvSpPr>
        <p:spPr/>
        <p:txBody>
          <a:bodyPr/>
          <a:lstStyle/>
          <a:p>
            <a:fld id="{C7054A95-78E3-4522-8A8A-05B5D080E430}" type="slidenum">
              <a:rPr lang="en-US" smtClean="0"/>
              <a:t>‹#›</a:t>
            </a:fld>
            <a:endParaRPr lang="en-US"/>
          </a:p>
        </p:txBody>
      </p:sp>
    </p:spTree>
    <p:extLst>
      <p:ext uri="{BB962C8B-B14F-4D97-AF65-F5344CB8AC3E}">
        <p14:creationId xmlns:p14="http://schemas.microsoft.com/office/powerpoint/2010/main" val="3834503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81858-3DDB-06E0-9525-866585B176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8CB2E8-FFA0-FC88-23DC-B9B30A47D2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F08D3A-5717-9AF3-6B8A-7AF81A95FE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CB6D8C-C6B9-7006-38B5-402FE19719FF}"/>
              </a:ext>
            </a:extLst>
          </p:cNvPr>
          <p:cNvSpPr>
            <a:spLocks noGrp="1"/>
          </p:cNvSpPr>
          <p:nvPr>
            <p:ph type="dt" sz="half" idx="10"/>
          </p:nvPr>
        </p:nvSpPr>
        <p:spPr/>
        <p:txBody>
          <a:bodyPr/>
          <a:lstStyle/>
          <a:p>
            <a:fld id="{7149520F-7AAF-4422-9EC6-045192C1E0EB}" type="datetimeFigureOut">
              <a:rPr lang="en-US" smtClean="0"/>
              <a:t>1/16/2026</a:t>
            </a:fld>
            <a:endParaRPr lang="en-US"/>
          </a:p>
        </p:txBody>
      </p:sp>
      <p:sp>
        <p:nvSpPr>
          <p:cNvPr id="6" name="Footer Placeholder 5">
            <a:extLst>
              <a:ext uri="{FF2B5EF4-FFF2-40B4-BE49-F238E27FC236}">
                <a16:creationId xmlns:a16="http://schemas.microsoft.com/office/drawing/2014/main" id="{84B25D52-9300-888F-F888-D5DCE886EA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757B1E-0D32-491F-F2EB-55945588AB3E}"/>
              </a:ext>
            </a:extLst>
          </p:cNvPr>
          <p:cNvSpPr>
            <a:spLocks noGrp="1"/>
          </p:cNvSpPr>
          <p:nvPr>
            <p:ph type="sldNum" sz="quarter" idx="12"/>
          </p:nvPr>
        </p:nvSpPr>
        <p:spPr/>
        <p:txBody>
          <a:bodyPr/>
          <a:lstStyle/>
          <a:p>
            <a:fld id="{C7054A95-78E3-4522-8A8A-05B5D080E430}" type="slidenum">
              <a:rPr lang="en-US" smtClean="0"/>
              <a:t>‹#›</a:t>
            </a:fld>
            <a:endParaRPr lang="en-US"/>
          </a:p>
        </p:txBody>
      </p:sp>
    </p:spTree>
    <p:extLst>
      <p:ext uri="{BB962C8B-B14F-4D97-AF65-F5344CB8AC3E}">
        <p14:creationId xmlns:p14="http://schemas.microsoft.com/office/powerpoint/2010/main" val="3025564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9461D-D3DC-4785-7534-D656D6896B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A681C5-9ACA-95D8-E594-8BB45224B9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A31BA8-AE8B-6DC9-7B97-D3F104DEFAD3}"/>
              </a:ext>
            </a:extLst>
          </p:cNvPr>
          <p:cNvSpPr>
            <a:spLocks noGrp="1"/>
          </p:cNvSpPr>
          <p:nvPr>
            <p:ph type="dt" sz="half" idx="10"/>
          </p:nvPr>
        </p:nvSpPr>
        <p:spPr/>
        <p:txBody>
          <a:bodyPr/>
          <a:lstStyle/>
          <a:p>
            <a:fld id="{7149520F-7AAF-4422-9EC6-045192C1E0EB}" type="datetimeFigureOut">
              <a:rPr lang="en-US" smtClean="0"/>
              <a:t>1/16/2026</a:t>
            </a:fld>
            <a:endParaRPr lang="en-US"/>
          </a:p>
        </p:txBody>
      </p:sp>
      <p:sp>
        <p:nvSpPr>
          <p:cNvPr id="5" name="Footer Placeholder 4">
            <a:extLst>
              <a:ext uri="{FF2B5EF4-FFF2-40B4-BE49-F238E27FC236}">
                <a16:creationId xmlns:a16="http://schemas.microsoft.com/office/drawing/2014/main" id="{B36AEB64-4956-5776-D908-3BCEF4E359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4BDFB2-3EEA-993A-E42D-035416BE3789}"/>
              </a:ext>
            </a:extLst>
          </p:cNvPr>
          <p:cNvSpPr>
            <a:spLocks noGrp="1"/>
          </p:cNvSpPr>
          <p:nvPr>
            <p:ph type="sldNum" sz="quarter" idx="12"/>
          </p:nvPr>
        </p:nvSpPr>
        <p:spPr/>
        <p:txBody>
          <a:bodyPr/>
          <a:lstStyle/>
          <a:p>
            <a:fld id="{C7054A95-78E3-4522-8A8A-05B5D080E430}" type="slidenum">
              <a:rPr lang="en-US" smtClean="0"/>
              <a:t>‹#›</a:t>
            </a:fld>
            <a:endParaRPr lang="en-US"/>
          </a:p>
        </p:txBody>
      </p:sp>
    </p:spTree>
    <p:extLst>
      <p:ext uri="{BB962C8B-B14F-4D97-AF65-F5344CB8AC3E}">
        <p14:creationId xmlns:p14="http://schemas.microsoft.com/office/powerpoint/2010/main" val="291451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1DF20E-D37D-9DD7-AFFC-951DB93CE8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ECB3F2E-EDE1-579A-B31E-70FB47869E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29608C-910E-08D4-017D-032F0D0153C9}"/>
              </a:ext>
            </a:extLst>
          </p:cNvPr>
          <p:cNvSpPr>
            <a:spLocks noGrp="1"/>
          </p:cNvSpPr>
          <p:nvPr>
            <p:ph type="dt" sz="half" idx="10"/>
          </p:nvPr>
        </p:nvSpPr>
        <p:spPr/>
        <p:txBody>
          <a:bodyPr/>
          <a:lstStyle/>
          <a:p>
            <a:fld id="{7149520F-7AAF-4422-9EC6-045192C1E0EB}" type="datetimeFigureOut">
              <a:rPr lang="en-US" smtClean="0"/>
              <a:t>1/16/2026</a:t>
            </a:fld>
            <a:endParaRPr lang="en-US"/>
          </a:p>
        </p:txBody>
      </p:sp>
      <p:sp>
        <p:nvSpPr>
          <p:cNvPr id="5" name="Footer Placeholder 4">
            <a:extLst>
              <a:ext uri="{FF2B5EF4-FFF2-40B4-BE49-F238E27FC236}">
                <a16:creationId xmlns:a16="http://schemas.microsoft.com/office/drawing/2014/main" id="{831C38A3-DD35-FA2E-8667-68ED77998A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CD6A22-18F1-BB5F-5B5A-471BA552C5AD}"/>
              </a:ext>
            </a:extLst>
          </p:cNvPr>
          <p:cNvSpPr>
            <a:spLocks noGrp="1"/>
          </p:cNvSpPr>
          <p:nvPr>
            <p:ph type="sldNum" sz="quarter" idx="12"/>
          </p:nvPr>
        </p:nvSpPr>
        <p:spPr/>
        <p:txBody>
          <a:bodyPr/>
          <a:lstStyle/>
          <a:p>
            <a:fld id="{C7054A95-78E3-4522-8A8A-05B5D080E430}" type="slidenum">
              <a:rPr lang="en-US" smtClean="0"/>
              <a:t>‹#›</a:t>
            </a:fld>
            <a:endParaRPr lang="en-US"/>
          </a:p>
        </p:txBody>
      </p:sp>
    </p:spTree>
    <p:extLst>
      <p:ext uri="{BB962C8B-B14F-4D97-AF65-F5344CB8AC3E}">
        <p14:creationId xmlns:p14="http://schemas.microsoft.com/office/powerpoint/2010/main" val="4140381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Title 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tx1">
                    <a:lumMod val="85000"/>
                    <a:lumOff val="15000"/>
                  </a:schemeClr>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985432" cy="764390"/>
          </a:xfrm>
        </p:spPr>
        <p:txBody>
          <a:bodyPr anchor="b">
            <a:normAutofit/>
          </a:bodyPr>
          <a:lstStyle>
            <a:lvl1pPr algn="l">
              <a:defRPr sz="4000" b="0" i="0">
                <a:solidFill>
                  <a:srgbClr val="063A79"/>
                </a:solidFill>
                <a:latin typeface="Arial" panose="020B0604020202020204" pitchFamily="34" charset="0"/>
                <a:cs typeface="Arial" panose="020B0604020202020204" pitchFamily="34" charset="0"/>
              </a:defRPr>
            </a:lvl1pPr>
          </a:lstStyle>
          <a:p>
            <a:r>
              <a:rPr lang="en-US"/>
              <a:t>Placeholder for Title</a:t>
            </a:r>
          </a:p>
        </p:txBody>
      </p:sp>
      <p:pic>
        <p:nvPicPr>
          <p:cNvPr id="20" name="Picture 19">
            <a:extLst>
              <a:ext uri="{FF2B5EF4-FFF2-40B4-BE49-F238E27FC236}">
                <a16:creationId xmlns:a16="http://schemas.microsoft.com/office/drawing/2014/main" id="{60499D1E-B5BB-3141-A0F0-C62AD4413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Tree>
    <p:extLst>
      <p:ext uri="{BB962C8B-B14F-4D97-AF65-F5344CB8AC3E}">
        <p14:creationId xmlns:p14="http://schemas.microsoft.com/office/powerpoint/2010/main" val="3042105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8E3B60-DE3A-808E-C4F9-332D9EE7DD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FA1EF6-3F49-7861-A76E-6C9A4F548C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287A65-477F-39FF-B646-04BFC05AB3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49520F-7AAF-4422-9EC6-045192C1E0EB}" type="datetimeFigureOut">
              <a:rPr lang="en-US" smtClean="0"/>
              <a:t>1/16/2026</a:t>
            </a:fld>
            <a:endParaRPr lang="en-US"/>
          </a:p>
        </p:txBody>
      </p:sp>
      <p:sp>
        <p:nvSpPr>
          <p:cNvPr id="5" name="Footer Placeholder 4">
            <a:extLst>
              <a:ext uri="{FF2B5EF4-FFF2-40B4-BE49-F238E27FC236}">
                <a16:creationId xmlns:a16="http://schemas.microsoft.com/office/drawing/2014/main" id="{91B37E1A-D590-3E02-396C-6F0FE78BBB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8BE39FF-0669-EEDA-18BB-15EEBFF54A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054A95-78E3-4522-8A8A-05B5D080E430}" type="slidenum">
              <a:rPr lang="en-US" smtClean="0"/>
              <a:t>‹#›</a:t>
            </a:fld>
            <a:endParaRPr lang="en-US"/>
          </a:p>
        </p:txBody>
      </p:sp>
    </p:spTree>
    <p:extLst>
      <p:ext uri="{BB962C8B-B14F-4D97-AF65-F5344CB8AC3E}">
        <p14:creationId xmlns:p14="http://schemas.microsoft.com/office/powerpoint/2010/main" val="3915242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B5572-1FF4-117F-8E5D-714ABD848D7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94B5295-09AE-F0BD-8265-809EF2756D5A}"/>
              </a:ext>
            </a:extLst>
          </p:cNvPr>
          <p:cNvSpPr>
            <a:spLocks noGrp="1"/>
          </p:cNvSpPr>
          <p:nvPr>
            <p:ph type="sldNum" sz="quarter" idx="12"/>
          </p:nvPr>
        </p:nvSpPr>
        <p:spPr/>
        <p:txBody>
          <a:bodyPr/>
          <a:lstStyle/>
          <a:p>
            <a:fld id="{056F86DB-78DF-EB43-A6BE-40415A3A0052}" type="slidenum">
              <a:rPr lang="en-US" smtClean="0"/>
              <a:pPr/>
              <a:t>1</a:t>
            </a:fld>
            <a:endParaRPr lang="en-US" dirty="0"/>
          </a:p>
        </p:txBody>
      </p:sp>
      <p:sp>
        <p:nvSpPr>
          <p:cNvPr id="2" name="Title 1">
            <a:extLst>
              <a:ext uri="{FF2B5EF4-FFF2-40B4-BE49-F238E27FC236}">
                <a16:creationId xmlns:a16="http://schemas.microsoft.com/office/drawing/2014/main" id="{C450789B-8701-D286-48D8-7D8B8345F147}"/>
              </a:ext>
            </a:extLst>
          </p:cNvPr>
          <p:cNvSpPr>
            <a:spLocks noGrp="1"/>
          </p:cNvSpPr>
          <p:nvPr>
            <p:ph type="ctrTitle"/>
          </p:nvPr>
        </p:nvSpPr>
        <p:spPr>
          <a:xfrm>
            <a:off x="455114" y="382986"/>
            <a:ext cx="11449246" cy="764390"/>
          </a:xfrm>
        </p:spPr>
        <p:txBody>
          <a:bodyPr>
            <a:noAutofit/>
          </a:bodyPr>
          <a:lstStyle/>
          <a:p>
            <a:r>
              <a:rPr lang="en-US" sz="3200" dirty="0">
                <a:latin typeface="Poppins SemiBold" panose="00000700000000000000" pitchFamily="2" charset="0"/>
                <a:cs typeface="Poppins SemiBold" panose="00000700000000000000" pitchFamily="2" charset="0"/>
              </a:rPr>
              <a:t>Microsoft AI Platform – Healthcare Machine Learning</a:t>
            </a:r>
          </a:p>
        </p:txBody>
      </p:sp>
      <p:sp>
        <p:nvSpPr>
          <p:cNvPr id="6" name="Rectangle 5">
            <a:extLst>
              <a:ext uri="{FF2B5EF4-FFF2-40B4-BE49-F238E27FC236}">
                <a16:creationId xmlns:a16="http://schemas.microsoft.com/office/drawing/2014/main" id="{5A4B8BC3-ABF7-A936-657E-8FE20CA1750F}"/>
              </a:ext>
            </a:extLst>
          </p:cNvPr>
          <p:cNvSpPr/>
          <p:nvPr/>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8" b="0" i="0" u="none" strike="noStrike" kern="1200" cap="none" spc="0" normalizeH="0" baseline="0" noProof="0" dirty="0">
                <a:ln>
                  <a:noFill/>
                </a:ln>
                <a:solidFill>
                  <a:prstClr val="white"/>
                </a:solidFill>
                <a:effectLst/>
                <a:uLnTx/>
                <a:uFillTx/>
                <a:latin typeface="Poppins" panose="00000500000000000000" pitchFamily="2" charset="0"/>
                <a:ea typeface="+mn-ea"/>
                <a:cs typeface="+mn-cs"/>
              </a:rPr>
              <a:t>  </a:t>
            </a:r>
          </a:p>
        </p:txBody>
      </p:sp>
      <p:sp>
        <p:nvSpPr>
          <p:cNvPr id="9" name="Text Placeholder 4">
            <a:extLst>
              <a:ext uri="{FF2B5EF4-FFF2-40B4-BE49-F238E27FC236}">
                <a16:creationId xmlns:a16="http://schemas.microsoft.com/office/drawing/2014/main" id="{D36B4D69-7161-FF11-5E07-41E4126235DD}"/>
              </a:ext>
            </a:extLst>
          </p:cNvPr>
          <p:cNvSpPr txBox="1">
            <a:spLocks/>
          </p:cNvSpPr>
          <p:nvPr/>
        </p:nvSpPr>
        <p:spPr>
          <a:xfrm>
            <a:off x="455114" y="1493806"/>
            <a:ext cx="6530902" cy="4960974"/>
          </a:xfrm>
          <a:prstGeom prst="rect">
            <a:avLst/>
          </a:prstGeom>
        </p:spPr>
        <p:txBody>
          <a:bodyPr lIns="91440" tIns="45720" rIns="91440" bIns="45720" anchor="t"/>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b="1" dirty="0">
                <a:solidFill>
                  <a:srgbClr val="008AD9"/>
                </a:solidFill>
              </a:rPr>
              <a:t>Business Need</a:t>
            </a:r>
            <a:endParaRPr lang="en-US" sz="1200" dirty="0"/>
          </a:p>
          <a:p>
            <a:r>
              <a:rPr lang="en-US" sz="1000" dirty="0"/>
              <a:t>Microsoft wanted to demonstrate how AI and machine learning could be embedded into a realistic, end-to-end healthcare application to deliver more personalized insights from patient data. The goal was to show developers and healthcare partners how Azure Machine Learning could be used to predict outcomes such as hospital readmission risk and make those insights accessible to patients and clinicians.</a:t>
            </a:r>
          </a:p>
          <a:p>
            <a:r>
              <a:rPr lang="en-US" sz="2000" b="1" dirty="0">
                <a:solidFill>
                  <a:srgbClr val="008AD9"/>
                </a:solidFill>
                <a:latin typeface="Poppins"/>
                <a:cs typeface="Poppins"/>
              </a:rPr>
              <a:t>What we Did</a:t>
            </a:r>
            <a:endParaRPr lang="en-US" sz="2000" b="1" dirty="0">
              <a:solidFill>
                <a:srgbClr val="008AD9"/>
              </a:solidFill>
            </a:endParaRPr>
          </a:p>
          <a:p>
            <a:pPr marL="171450" indent="-171450">
              <a:buFont typeface="Arial" panose="020B0604020202020204" pitchFamily="34" charset="0"/>
              <a:buChar char="•"/>
            </a:pPr>
            <a:r>
              <a:rPr lang="en-US" sz="1000" dirty="0"/>
              <a:t>Partnered with Microsoft to design and build </a:t>
            </a:r>
            <a:r>
              <a:rPr lang="en-US" sz="1000" dirty="0" err="1"/>
              <a:t>PatientHub</a:t>
            </a:r>
            <a:r>
              <a:rPr lang="en-US" sz="1000" dirty="0"/>
              <a:t>, a healthcare demonstration application</a:t>
            </a:r>
          </a:p>
          <a:p>
            <a:pPr marL="171450" indent="-171450">
              <a:buFont typeface="Arial" panose="020B0604020202020204" pitchFamily="34" charset="0"/>
              <a:buChar char="•"/>
            </a:pPr>
            <a:r>
              <a:rPr lang="en-US" sz="1000" dirty="0"/>
              <a:t>Created distinct user experiences for patients, clinicians, and data scientists to highlight AI-driven insights</a:t>
            </a:r>
          </a:p>
          <a:p>
            <a:pPr marL="171450" indent="-171450">
              <a:buFont typeface="Arial" panose="020B0604020202020204" pitchFamily="34" charset="0"/>
              <a:buChar char="•"/>
            </a:pPr>
            <a:r>
              <a:rPr lang="en-US" sz="1000" dirty="0"/>
              <a:t>Integrated machine learning models using Azure Machine Learning to generate patient risk predictions</a:t>
            </a:r>
          </a:p>
          <a:p>
            <a:pPr marL="171450" indent="-171450">
              <a:buFont typeface="Arial" panose="020B0604020202020204" pitchFamily="34" charset="0"/>
              <a:buChar char="•"/>
            </a:pPr>
            <a:r>
              <a:rPr lang="en-US" sz="1000" dirty="0"/>
              <a:t>Built interfaces that allow patients and clinicians to view predictions and understand contributing factors</a:t>
            </a:r>
          </a:p>
          <a:p>
            <a:pPr marL="171450" indent="-171450">
              <a:buFont typeface="Arial" panose="020B0604020202020204" pitchFamily="34" charset="0"/>
              <a:buChar char="•"/>
            </a:pPr>
            <a:r>
              <a:rPr lang="en-US" sz="1000" dirty="0"/>
              <a:t>Enabled simple model deployment and management to support ongoing experimentation</a:t>
            </a:r>
          </a:p>
          <a:p>
            <a:r>
              <a:rPr lang="en-US" sz="2000" b="1" dirty="0">
                <a:solidFill>
                  <a:srgbClr val="008AD9"/>
                </a:solidFill>
              </a:rPr>
              <a:t>Outcomes</a:t>
            </a:r>
          </a:p>
          <a:p>
            <a:pPr marL="171450" indent="-171450">
              <a:buFont typeface="Arial" panose="020B0604020202020204" pitchFamily="34" charset="0"/>
              <a:buChar char="•"/>
            </a:pPr>
            <a:r>
              <a:rPr lang="en-US" sz="1000" dirty="0">
                <a:solidFill>
                  <a:prstClr val="black"/>
                </a:solidFill>
              </a:rPr>
              <a:t>Delivered a full-stack healthcare AI demo showcasing practical use of Azure Machine Learning</a:t>
            </a:r>
          </a:p>
          <a:p>
            <a:pPr marL="171450" indent="-171450">
              <a:buFont typeface="Arial" panose="020B0604020202020204" pitchFamily="34" charset="0"/>
              <a:buChar char="•"/>
            </a:pPr>
            <a:r>
              <a:rPr lang="en-US" sz="1000" dirty="0">
                <a:solidFill>
                  <a:prstClr val="black"/>
                </a:solidFill>
              </a:rPr>
              <a:t>Demonstrated how predictive insights can be clearly presented to both patients and clinicians</a:t>
            </a:r>
          </a:p>
          <a:p>
            <a:pPr marL="171450" indent="-171450">
              <a:buFont typeface="Arial" panose="020B0604020202020204" pitchFamily="34" charset="0"/>
              <a:buChar char="•"/>
            </a:pPr>
            <a:r>
              <a:rPr lang="en-US" sz="1000" dirty="0">
                <a:solidFill>
                  <a:prstClr val="black"/>
                </a:solidFill>
              </a:rPr>
              <a:t>Provided a reusable reference for teams building AI-enabled healthcare applications on Azure</a:t>
            </a:r>
            <a:endParaRPr lang="en-US" sz="1000" dirty="0"/>
          </a:p>
        </p:txBody>
      </p:sp>
      <p:pic>
        <p:nvPicPr>
          <p:cNvPr id="1028" name="Picture 4">
            <a:extLst>
              <a:ext uri="{FF2B5EF4-FFF2-40B4-BE49-F238E27FC236}">
                <a16:creationId xmlns:a16="http://schemas.microsoft.com/office/drawing/2014/main" id="{B0D5CD13-BA04-408F-5DC2-09C2F01804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1033" y="1211418"/>
            <a:ext cx="4442779" cy="257494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64AC6DF3-EDED-5200-13BC-043C1A98D8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1033" y="3815794"/>
            <a:ext cx="4442778" cy="2895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0026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customXsn xmlns="http://schemas.microsoft.com/office/2006/metadata/customXsn">
  <xsnLocation/>
  <cached>True</cached>
  <openByDefault>False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Notes0 xmlns="f0ee8362-fa7e-4bc9-ab88-7dcfb17cb19b" xsi:nil="true"/>
    <Named_x0020_Account xmlns="f0ee8362-fa7e-4bc9-ab88-7dcfb17cb19b">Microsoft</Named_x0020_Account>
    <Industries xmlns="f0ee8362-fa7e-4bc9-ab88-7dcfb17cb19b">
      <Value>Technology</Value>
    </Industries>
    <ApprovedByClient xmlns="f0ee8362-fa7e-4bc9-ab88-7dcfb17cb19b">false</ApprovedByClient>
    <PlatTech xmlns="f0ee8362-fa7e-4bc9-ab88-7dcfb17cb19b" xsi:nil="true"/>
    <ProjectCompletionDate xmlns="f0ee8362-fa7e-4bc9-ab88-7dcfb17cb19b" xsi:nil="true"/>
    <BusinessUnit xmlns="f0ee8362-fa7e-4bc9-ab88-7dcfb17cb19b">
      <Value>Custom Development</Value>
    </BusinessUnit>
    <Solutions xmlns="f0ee8362-fa7e-4bc9-ab88-7dcfb17cb19b">
      <Value>AI</Value>
    </Solutions>
  </documentManagement>
</p:properties>
</file>

<file path=customXml/itemProps1.xml><?xml version="1.0" encoding="utf-8"?>
<ds:datastoreItem xmlns:ds="http://schemas.openxmlformats.org/officeDocument/2006/customXml" ds:itemID="{B80BBF96-80BC-4405-8C48-9E832A6B31CD}"/>
</file>

<file path=customXml/itemProps2.xml><?xml version="1.0" encoding="utf-8"?>
<ds:datastoreItem xmlns:ds="http://schemas.openxmlformats.org/officeDocument/2006/customXml" ds:itemID="{718A17D1-0459-4C72-860E-CADCC7B7E539}"/>
</file>

<file path=customXml/itemProps3.xml><?xml version="1.0" encoding="utf-8"?>
<ds:datastoreItem xmlns:ds="http://schemas.openxmlformats.org/officeDocument/2006/customXml" ds:itemID="{A3415652-B765-4C25-9F8F-1DAD34E6D7E6}"/>
</file>

<file path=customXml/itemProps4.xml><?xml version="1.0" encoding="utf-8"?>
<ds:datastoreItem xmlns:ds="http://schemas.openxmlformats.org/officeDocument/2006/customXml" ds:itemID="{6645C0E0-0A9B-4530-B2C2-158B03FC9A36}"/>
</file>

<file path=docProps/app.xml><?xml version="1.0" encoding="utf-8"?>
<Properties xmlns="http://schemas.openxmlformats.org/officeDocument/2006/extended-properties" xmlns:vt="http://schemas.openxmlformats.org/officeDocument/2006/docPropsVTypes">
  <TotalTime>48</TotalTime>
  <Words>182</Words>
  <Application>Microsoft Office PowerPoint</Application>
  <PresentationFormat>Widescreen</PresentationFormat>
  <Paragraphs>16</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Poppins</vt:lpstr>
      <vt:lpstr>Poppins SemiBold</vt:lpstr>
      <vt:lpstr>Office Theme</vt:lpstr>
      <vt:lpstr>Microsoft AI Platform – Healthcare Machine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Brendan Murphy</dc:creator>
  <cp:lastModifiedBy>Brendan Murphy</cp:lastModifiedBy>
  <cp:revision>2</cp:revision>
  <dcterms:created xsi:type="dcterms:W3CDTF">2026-01-16T19:16:08Z</dcterms:created>
  <dcterms:modified xsi:type="dcterms:W3CDTF">2026-01-16T20:04:52Z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