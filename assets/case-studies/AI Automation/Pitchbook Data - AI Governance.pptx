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813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F37C78-E519-D2E2-0F28-74B6986BB055}" name="Lauren Short" initials="LS" userId="S::lshort@affirma.com::6eb0672d-8c2e-4352-8fe6-36faf60f84f8" providerId="AD"/>
  <p188:author id="{1C8A12B9-CE25-1BF3-41CB-1C0C33F266DC}" name="Brendan Murphy" initials="" userId="S::bmurphy@affirma.com::e9f923b6-6d89-4d4e-a3b7-d9304b9d44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9832C-76FA-4015-8D7A-44536BA76B82}" v="1" dt="2026-01-14T01:14:30.194"/>
    <p1510:client id="{6043477D-3E1A-0057-96EB-89BD92DE5505}" v="3" dt="2026-01-14T01:14:19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5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e9f923b6-6d89-4d4e-a3b7-d9304b9d44ba" providerId="ADAL" clId="{0A53A762-B531-4BAF-AEEB-EDB07CAAC5ED}"/>
    <pc:docChg chg="addSld delSld modSld sldOrd">
      <pc:chgData name="Brendan Murphy" userId="e9f923b6-6d89-4d4e-a3b7-d9304b9d44ba" providerId="ADAL" clId="{0A53A762-B531-4BAF-AEEB-EDB07CAAC5ED}" dt="2026-01-14T01:14:33.662" v="4" actId="47"/>
      <pc:docMkLst>
        <pc:docMk/>
      </pc:docMkLst>
      <pc:sldChg chg="del">
        <pc:chgData name="Brendan Murphy" userId="e9f923b6-6d89-4d4e-a3b7-d9304b9d44ba" providerId="ADAL" clId="{0A53A762-B531-4BAF-AEEB-EDB07CAAC5ED}" dt="2026-01-14T01:14:33.662" v="4" actId="47"/>
        <pc:sldMkLst>
          <pc:docMk/>
          <pc:sldMk cId="3335460861" sldId="2147481335"/>
        </pc:sldMkLst>
      </pc:sldChg>
      <pc:sldChg chg="del">
        <pc:chgData name="Brendan Murphy" userId="e9f923b6-6d89-4d4e-a3b7-d9304b9d44ba" providerId="ADAL" clId="{0A53A762-B531-4BAF-AEEB-EDB07CAAC5ED}" dt="2026-01-14T01:14:32.866" v="3" actId="47"/>
        <pc:sldMkLst>
          <pc:docMk/>
          <pc:sldMk cId="3983265604" sldId="2147481336"/>
        </pc:sldMkLst>
      </pc:sldChg>
      <pc:sldChg chg="add ord">
        <pc:chgData name="Brendan Murphy" userId="e9f923b6-6d89-4d4e-a3b7-d9304b9d44ba" providerId="ADAL" clId="{0A53A762-B531-4BAF-AEEB-EDB07CAAC5ED}" dt="2026-01-14T01:14:31.707" v="2"/>
        <pc:sldMkLst>
          <pc:docMk/>
          <pc:sldMk cId="3188681641" sldId="2147481337"/>
        </pc:sldMkLst>
      </pc:sldChg>
    </pc:docChg>
  </pc:docChgLst>
  <pc:docChgLst>
    <pc:chgData name="Brendan Murphy" userId="S::bmurphy@affirma.com::e9f923b6-6d89-4d4e-a3b7-d9304b9d44ba" providerId="AD" clId="Web-{6043477D-3E1A-0057-96EB-89BD92DE5505}"/>
    <pc:docChg chg="modSld">
      <pc:chgData name="Brendan Murphy" userId="S::bmurphy@affirma.com::e9f923b6-6d89-4d4e-a3b7-d9304b9d44ba" providerId="AD" clId="Web-{6043477D-3E1A-0057-96EB-89BD92DE5505}" dt="2026-01-14T01:14:19.302" v="1"/>
      <pc:docMkLst>
        <pc:docMk/>
      </pc:docMkLst>
      <pc:sldChg chg="addSp delSp modSp">
        <pc:chgData name="Brendan Murphy" userId="S::bmurphy@affirma.com::e9f923b6-6d89-4d4e-a3b7-d9304b9d44ba" providerId="AD" clId="Web-{6043477D-3E1A-0057-96EB-89BD92DE5505}" dt="2026-01-14T01:14:19.302" v="1"/>
        <pc:sldMkLst>
          <pc:docMk/>
          <pc:sldMk cId="3983265604" sldId="2147481336"/>
        </pc:sldMkLst>
        <pc:picChg chg="add del mod">
          <ac:chgData name="Brendan Murphy" userId="S::bmurphy@affirma.com::e9f923b6-6d89-4d4e-a3b7-d9304b9d44ba" providerId="AD" clId="Web-{6043477D-3E1A-0057-96EB-89BD92DE5505}" dt="2026-01-14T01:14:19.302" v="1"/>
          <ac:picMkLst>
            <pc:docMk/>
            <pc:sldMk cId="3983265604" sldId="2147481336"/>
            <ac:picMk id="8" creationId="{F2AFBA18-8937-6198-7821-F8F1F6936E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42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4ADE-B7E7-396B-282C-34ED7EA7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50796C-8968-E58E-1832-7ECA313C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47743"/>
            <a:ext cx="11448890" cy="764390"/>
          </a:xfrm>
        </p:spPr>
        <p:txBody>
          <a:bodyPr>
            <a:noAutofit/>
          </a:bodyPr>
          <a:lstStyle/>
          <a:p>
            <a:pPr defTabSz="896497"/>
            <a:r>
              <a:rPr lang="en-US">
                <a:solidFill>
                  <a:srgbClr val="002060"/>
                </a:solidFill>
                <a:latin typeface="Poppins SemiBold"/>
                <a:cs typeface="Poppins SemiBold"/>
              </a:rPr>
              <a:t>Pitchbook Data– Agentic AI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E5E36-0391-9EE7-9A61-89D452B20D9D}"/>
              </a:ext>
            </a:extLst>
          </p:cNvPr>
          <p:cNvSpPr/>
          <p:nvPr/>
        </p:nvSpPr>
        <p:spPr>
          <a:xfrm>
            <a:off x="10749645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6767">
              <a:defRPr/>
            </a:pPr>
            <a:endParaRPr lang="en-US" sz="150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 descr="Azure AI Foundry Blog">
            <a:extLst>
              <a:ext uri="{FF2B5EF4-FFF2-40B4-BE49-F238E27FC236}">
                <a16:creationId xmlns:a16="http://schemas.microsoft.com/office/drawing/2014/main" id="{FD71C73A-0F0B-CD7D-40E5-C5C096AE8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874" y="1158707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91C846-F2E1-A0D4-9650-A675AC56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541" y="4190275"/>
            <a:ext cx="4657919" cy="23013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D748F9-F00D-5670-A127-0826CB9597D4}"/>
              </a:ext>
            </a:extLst>
          </p:cNvPr>
          <p:cNvSpPr txBox="1"/>
          <p:nvPr/>
        </p:nvSpPr>
        <p:spPr>
          <a:xfrm>
            <a:off x="8284839" y="3633104"/>
            <a:ext cx="2511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63"/>
            <a:r>
              <a:rPr lang="en-US" b="1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Azure AI Foundry</a:t>
            </a:r>
            <a:endParaRPr lang="en-US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FBDB2-403C-C0DB-3691-271594D13D52}"/>
              </a:ext>
            </a:extLst>
          </p:cNvPr>
          <p:cNvSpPr txBox="1"/>
          <p:nvPr/>
        </p:nvSpPr>
        <p:spPr>
          <a:xfrm>
            <a:off x="468092" y="1519691"/>
            <a:ext cx="4381658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B3D42-48F2-A8B7-5612-C6FBC0E80A63}"/>
              </a:ext>
            </a:extLst>
          </p:cNvPr>
          <p:cNvSpPr txBox="1"/>
          <p:nvPr/>
        </p:nvSpPr>
        <p:spPr>
          <a:xfrm>
            <a:off x="448077" y="2810785"/>
            <a:ext cx="4392796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AE91B-FC7F-C7C0-22CB-5B35005E3B0D}"/>
              </a:ext>
            </a:extLst>
          </p:cNvPr>
          <p:cNvSpPr txBox="1"/>
          <p:nvPr/>
        </p:nvSpPr>
        <p:spPr>
          <a:xfrm>
            <a:off x="468092" y="5049170"/>
            <a:ext cx="4381659" cy="283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500" b="1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8F06B-9B4F-02CA-2D46-1D1FFB474162}"/>
              </a:ext>
            </a:extLst>
          </p:cNvPr>
          <p:cNvSpPr txBox="1"/>
          <p:nvPr/>
        </p:nvSpPr>
        <p:spPr>
          <a:xfrm>
            <a:off x="448077" y="1793874"/>
            <a:ext cx="6511067" cy="99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67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PitchBook’s</a:t>
            </a: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marketing team was expanding its use of off-the-shelf AI tools, including ChatGPT, to support content creation, campaign planning, and analysis. As usage increased across the team, </a:t>
            </a:r>
            <a:r>
              <a:rPr lang="en-US" sz="1167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PitchBook</a:t>
            </a: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needed a clear governance framework to ensure consistent, responsible, and compliant use of AI tools while protecting brand standards, sensitive data, and intellectual property.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9B9CA-5863-4E44-2AB0-B875728A25C7}"/>
              </a:ext>
            </a:extLst>
          </p:cNvPr>
          <p:cNvSpPr txBox="1"/>
          <p:nvPr/>
        </p:nvSpPr>
        <p:spPr>
          <a:xfrm>
            <a:off x="468092" y="3149795"/>
            <a:ext cx="6594899" cy="188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69" indent="-142869"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Developed an AI governance framework focused on marketing use of tools such as ChatGPT and similar AI platforms</a:t>
            </a:r>
          </a:p>
          <a:p>
            <a:pPr marL="142869" indent="-142869"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Defined approved use cases, guardrails, and usage standards for AI-assisted marketing activities</a:t>
            </a:r>
          </a:p>
          <a:p>
            <a:pPr marL="142869" indent="-142869"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Established guidelines for data handling, prompt usage, and protection of confidential information</a:t>
            </a:r>
          </a:p>
          <a:p>
            <a:pPr marL="142869" indent="-142869"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Created review, approval, and documentation standards to ensure consistency and accountability</a:t>
            </a:r>
          </a:p>
          <a:p>
            <a:pPr marL="142869" indent="-142869"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Delivered a practical governance document aligned with legal, compliance, and brand requirements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2A113-6CEF-DFFA-7CCA-F82FD1EBC7B8}"/>
              </a:ext>
            </a:extLst>
          </p:cNvPr>
          <p:cNvSpPr txBox="1"/>
          <p:nvPr/>
        </p:nvSpPr>
        <p:spPr>
          <a:xfrm>
            <a:off x="448077" y="5332463"/>
            <a:ext cx="6511067" cy="99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Enabled marketing teams to confidently adopt AI tools in day-to-day workflows</a:t>
            </a: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Reduced risk related to data exposure, brand misuse, and inconsistent AI usage</a:t>
            </a: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Improved consistency and quality of AI-assisted marketing outputs</a:t>
            </a: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Created shared alignment across marketing, legal, and technology stakeholders</a:t>
            </a:r>
          </a:p>
          <a:p>
            <a:pPr marL="116890" indent="-116890">
              <a:buFont typeface="Arial" panose="020B0604020202020204" pitchFamily="34" charset="0"/>
              <a:buChar char="•"/>
            </a:pPr>
            <a:r>
              <a:rPr lang="en-US" sz="1167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Provided a scalable foundation for future AI capabilities and tools</a:t>
            </a:r>
          </a:p>
        </p:txBody>
      </p:sp>
    </p:spTree>
    <p:extLst>
      <p:ext uri="{BB962C8B-B14F-4D97-AF65-F5344CB8AC3E}">
        <p14:creationId xmlns:p14="http://schemas.microsoft.com/office/powerpoint/2010/main" val="318868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  <Value>Content and Change Management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741AD216-D046-4DC9-ACF7-9AD6059BC0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E25210-3ACB-4C75-89F0-AB7CDA1191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D7127C-5972-4DE8-AEB3-388C5C1E6264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7C9A3CDB-9D03-4444-A009-FAB052BBCDC4}">
  <ds:schemaRefs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f0ee8362-fa7e-4bc9-ab88-7dcfb17cb19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205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Poppins SemiBold</vt:lpstr>
      <vt:lpstr>office theme</vt:lpstr>
      <vt:lpstr>Pitchbook Data– Agentic AI Governance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Brendan Murphy</cp:lastModifiedBy>
  <cp:revision>27</cp:revision>
  <dcterms:created xsi:type="dcterms:W3CDTF">2025-07-22T05:39:46Z</dcterms:created>
  <dcterms:modified xsi:type="dcterms:W3CDTF">2026-01-14T01:14:41Z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