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7"/>
  </p:notesMasterIdLst>
  <p:sldIdLst>
    <p:sldId id="214748141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94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469BF0-9965-4F66-AC68-7A10B761DC9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20D13-587A-43CB-871E-9E96E4277F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574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DF32A-244E-2590-E02A-E76A7A3DD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19770E-7D64-5003-C713-36AE9FD7BA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54050" y="1162050"/>
            <a:ext cx="5573713" cy="3136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6E3348-9EF1-FF58-DF20-64A71679F5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892AB-8A64-22BF-1E9C-8E78D5E3A7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3F6CF-073A-4B4F-A2B7-08B9C7DBCB9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687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ABB26-4FE5-109C-8FA5-ED009D4529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24F9A2-725F-3268-65CF-391862CAC5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F0475-422A-FC9D-A2F2-28D05596D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9520F-7AAF-4422-9EC6-045192C1E0EB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07C1D-07EB-7606-8942-3FEE45A61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B6EBB-339E-00F6-85C9-5DC3E7DD5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54A95-78E3-4522-8A8A-05B5D080E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506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C75D2-743C-EB1A-030F-3F9707C59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232C5-B3D5-B9C4-BD05-64704F361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5B1A8-F82F-31F7-3394-BC8D7B71A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9520F-7AAF-4422-9EC6-045192C1E0EB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2968B-A3E9-8C8D-39FE-2E3224CE7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78B66-074D-45D9-4645-EB3FCBB5F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54A95-78E3-4522-8A8A-05B5D080E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335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2FBB9-98A4-D5A7-E032-91FCA3BBF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9C969-E2CB-6A16-83F9-07D3D2B0E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80AFF-B17A-2F87-FCDD-C0FB16095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9520F-7AAF-4422-9EC6-045192C1E0EB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68927-3DB2-ACA9-D476-EE5A44115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9F912-6D91-1B50-1F26-CF5AC6BB6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54A95-78E3-4522-8A8A-05B5D080E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935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C033-419C-F6F1-BA89-F68141581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01E82-0B26-D1B4-0EC9-6F5789A686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2959ED-00CA-1AB9-8B9F-5BF08B1512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61184B-C47A-41AA-3BF4-786370F71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9520F-7AAF-4422-9EC6-045192C1E0EB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BC165A-B66F-E350-F4F8-2215B1363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0C5828-47A0-61DD-F8FC-14C48EEC7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54A95-78E3-4522-8A8A-05B5D080E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476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6521F-1B79-6F80-1BF0-72A9248B5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A4BBC8-284A-5F6E-20D1-9F0B18C65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FD3F06-AA97-1AFE-6264-9336D4B35C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2F6528-2FF9-B2EA-D9AD-64A5F2D13E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D457BC-0E5C-7ACB-4586-4E3B94185D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CA1FBA-C73C-F1DF-33CF-D3E6019D2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9520F-7AAF-4422-9EC6-045192C1E0EB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EC4840-264A-C010-F7B4-E8341E96F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C2D0EB-CDE1-2A66-03D9-99ACB8B75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54A95-78E3-4522-8A8A-05B5D080E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901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12E8F-9DC7-B8C6-FA65-A1727E341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02C1B4-5996-0F41-7940-C9615CDF1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9520F-7AAF-4422-9EC6-045192C1E0EB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E741E-EDBA-1927-F760-D475755AE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117DF5-BC15-090F-9C51-0AD3067F5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54A95-78E3-4522-8A8A-05B5D080E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539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21FC2F-6FFC-750C-4D26-66E66D1EB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9520F-7AAF-4422-9EC6-045192C1E0EB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9FCCA8-098F-77BA-4C5E-BE414CDDB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BA111-3C0B-118D-ADDA-B1B84DC03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54A95-78E3-4522-8A8A-05B5D080E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126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384B0-5660-4D2F-50EE-822E82276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73199-47FC-8420-BF0F-777903E6B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F39D77-4458-384B-2083-B590CCFD95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DA8F3C-9B8C-A7BD-2775-9DEEE68A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9520F-7AAF-4422-9EC6-045192C1E0EB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C3439A-60DC-3F30-CB77-C03F3A92C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7B5FBD-84FC-642C-2741-FA2565626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54A95-78E3-4522-8A8A-05B5D080E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503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81858-3DDB-06E0-9525-866585B17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8CB2E8-FFA0-FC88-23DC-B9B30A47D2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F08D3A-5717-9AF3-6B8A-7AF81A95FE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B6D8C-C6B9-7006-38B5-402FE1971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9520F-7AAF-4422-9EC6-045192C1E0EB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B25D52-9300-888F-F888-D5DCE886E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57B1E-0D32-491F-F2EB-55945588A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54A95-78E3-4522-8A8A-05B5D080E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564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9461D-D3DC-4785-7534-D656D6896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A681C5-9ACA-95D8-E594-8BB45224B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31BA8-AE8B-6DC9-7B97-D3F104DEF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9520F-7AAF-4422-9EC6-045192C1E0EB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AEB64-4956-5776-D908-3BCEF4E35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BDFB2-3EEA-993A-E42D-035416BE3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54A95-78E3-4522-8A8A-05B5D080E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51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1DF20E-D37D-9DD7-AFFC-951DB93CE8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CB3F2E-EDE1-579A-B31E-70FB47869E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9608C-910E-08D4-017D-032F0D015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9520F-7AAF-4422-9EC6-045192C1E0EB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C38A3-DD35-FA2E-8667-68ED77998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D6A22-18F1-BB5F-5B5A-471BA552C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54A95-78E3-4522-8A8A-05B5D080E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381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C770B-B4AF-E443-922A-88636639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0"/>
            <a:ext cx="2743200" cy="154809"/>
          </a:xfrm>
        </p:spPr>
        <p:txBody>
          <a:bodyPr/>
          <a:lstStyle>
            <a:lvl1pPr>
              <a:defRPr sz="7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10985432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63A7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Placeholder for Title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0499D1E-B5BB-3141-A0F0-C62AD4413D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105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8E3B60-DE3A-808E-C4F9-332D9EE7D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FA1EF6-3F49-7861-A76E-6C9A4F548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87A65-477F-39FF-B646-04BFC05AB3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49520F-7AAF-4422-9EC6-045192C1E0EB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37E1A-D590-3E02-396C-6F0FE78BBB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E39FF-0669-EEDA-18BB-15EEBFF54A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054A95-78E3-4522-8A8A-05B5D080E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242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B5572-1FF4-117F-8E5D-714ABD848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B5295-09AE-F0BD-8265-809EF2756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F86DB-78DF-EB43-A6BE-40415A3A0052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50789B-8701-D286-48D8-7D8B8345F1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5114" y="382986"/>
            <a:ext cx="10985432" cy="764390"/>
          </a:xfrm>
        </p:spPr>
        <p:txBody>
          <a:bodyPr>
            <a:normAutofit/>
          </a:bodyPr>
          <a:lstStyle/>
          <a:p>
            <a:r>
              <a:rPr lang="en-US" dirty="0">
                <a:latin typeface="Poppins SemiBold" panose="00000700000000000000" pitchFamily="2" charset="0"/>
                <a:cs typeface="Poppins SemiBold" panose="00000700000000000000" pitchFamily="2" charset="0"/>
              </a:rPr>
              <a:t>Microsoft AI Platform – JFK Files AI Search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4B8BC3-ABF7-A936-657E-8FE20CA1750F}"/>
              </a:ext>
            </a:extLst>
          </p:cNvPr>
          <p:cNvSpPr/>
          <p:nvPr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8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+mn-cs"/>
              </a:rPr>
              <a:t>  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36B4D69-7161-FF11-5E07-41E4126235DD}"/>
              </a:ext>
            </a:extLst>
          </p:cNvPr>
          <p:cNvSpPr txBox="1">
            <a:spLocks/>
          </p:cNvSpPr>
          <p:nvPr/>
        </p:nvSpPr>
        <p:spPr>
          <a:xfrm>
            <a:off x="455114" y="1493806"/>
            <a:ext cx="6530902" cy="496097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8AD9"/>
                </a:solidFill>
              </a:rPr>
              <a:t>Business Need</a:t>
            </a:r>
            <a:endParaRPr lang="en-US" sz="1200" dirty="0"/>
          </a:p>
          <a:p>
            <a:r>
              <a:rPr lang="en-US" sz="1000" dirty="0"/>
              <a:t>Microsoft developed a demo application to showcase Azure Cognitive Search and AI enrichment using the JFK Files dataset. As a customer-facing demonstration, the solution needed to function reliably during live demos and self-guided exploration. Microsoft engaged </a:t>
            </a:r>
            <a:r>
              <a:rPr lang="en-US" sz="1000" dirty="0" err="1"/>
              <a:t>Affirma</a:t>
            </a:r>
            <a:r>
              <a:rPr lang="en-US" sz="1000" dirty="0"/>
              <a:t> to provide quality assurance support to validate core functionality, usability, and overall demo readiness.</a:t>
            </a:r>
          </a:p>
          <a:p>
            <a:endParaRPr lang="en-US" sz="1000" dirty="0"/>
          </a:p>
          <a:p>
            <a:r>
              <a:rPr lang="en-US" sz="2000" b="1" dirty="0">
                <a:solidFill>
                  <a:srgbClr val="008AD9"/>
                </a:solidFill>
                <a:latin typeface="Poppins"/>
                <a:cs typeface="Poppins"/>
              </a:rPr>
              <a:t>What we Did</a:t>
            </a:r>
            <a:endParaRPr lang="en-US" sz="2000" b="1" dirty="0">
              <a:solidFill>
                <a:srgbClr val="008AD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Performed functional testing of search, filtering, and document viewing experiences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Validated AI-generated outputs such as OCR text and entity highlights for usability and accuracy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Conducted exploratory testing to identify issues that could impact live demos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Logged and tracked issues with clear reproduction steps to support quick resolution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  <a:p>
            <a:r>
              <a:rPr lang="en-US" sz="1000" dirty="0"/>
              <a:t> </a:t>
            </a:r>
            <a:r>
              <a:rPr lang="en-US" sz="2000" b="1" dirty="0">
                <a:solidFill>
                  <a:srgbClr val="008AD9"/>
                </a:solidFill>
              </a:rPr>
              <a:t>Outcomes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prstClr val="black"/>
                </a:solidFill>
              </a:rPr>
              <a:t>Improved demo reliability and reduced risk during customer and partner presentations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prstClr val="black"/>
                </a:solidFill>
              </a:rPr>
              <a:t>Identified usability and functional issues that could distract from the demo experience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prstClr val="black"/>
                </a:solidFill>
              </a:rPr>
              <a:t>Increased confidence in the solution’s readiness as a public-facing Azure showcase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544B04-4DA7-B750-62C9-14F3D5DED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951" y="1257635"/>
            <a:ext cx="4965409" cy="2716658"/>
          </a:xfrm>
          <a:prstGeom prst="rect">
            <a:avLst/>
          </a:prstGeom>
        </p:spPr>
      </p:pic>
      <p:pic>
        <p:nvPicPr>
          <p:cNvPr id="1026" name="Picture 2" descr="JFK files Cognitive Search">
            <a:extLst>
              <a:ext uri="{FF2B5EF4-FFF2-40B4-BE49-F238E27FC236}">
                <a16:creationId xmlns:a16="http://schemas.microsoft.com/office/drawing/2014/main" id="{537396EA-DF0F-96FF-7519-932238851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8951" y="4210463"/>
            <a:ext cx="4127978" cy="2425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0026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 xsi:nil="true"/>
    <Named_x0020_Account xmlns="f0ee8362-fa7e-4bc9-ab88-7dcfb17cb19b">Microsoft</Named_x0020_Account>
    <Industries xmlns="f0ee8362-fa7e-4bc9-ab88-7dcfb17cb19b">
      <Value>Technology</Value>
    </Industries>
    <ApprovedByClient xmlns="f0ee8362-fa7e-4bc9-ab88-7dcfb17cb19b">false</ApprovedByClient>
    <PlatTech xmlns="f0ee8362-fa7e-4bc9-ab88-7dcfb17cb19b" xsi:nil="true"/>
    <ProjectCompletionDate xmlns="f0ee8362-fa7e-4bc9-ab88-7dcfb17cb19b" xsi:nil="true"/>
    <BusinessUnit xmlns="f0ee8362-fa7e-4bc9-ab88-7dcfb17cb19b">
      <Value>Custom Development</Value>
    </BusinessUnit>
    <Solutions xmlns="f0ee8362-fa7e-4bc9-ab88-7dcfb17cb19b">
      <Value>AI</Value>
    </Solution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5292A9D-8D2B-4E43-8ADF-A925B2416F49}">
  <ds:schemaRefs>
    <ds:schemaRef ds:uri="http://schemas.microsoft.com/office/2006/metadata/properties"/>
    <ds:schemaRef ds:uri="http://schemas.microsoft.com/office/infopath/2007/PartnerControls"/>
    <ds:schemaRef ds:uri="f0ee8362-fa7e-4bc9-ab88-7dcfb17cb19b"/>
  </ds:schemaRefs>
</ds:datastoreItem>
</file>

<file path=customXml/itemProps2.xml><?xml version="1.0" encoding="utf-8"?>
<ds:datastoreItem xmlns:ds="http://schemas.openxmlformats.org/officeDocument/2006/customXml" ds:itemID="{C859E0A1-C98E-4BC8-A812-4EAB1F9AF4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ee8362-fa7e-4bc9-ab88-7dcfb17cb1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3501DF6-1EDD-42AA-BA18-FED69E14BD15}">
  <ds:schemaRefs>
    <ds:schemaRef ds:uri="http://schemas.microsoft.com/office/2006/metadata/customXsn"/>
  </ds:schemaRefs>
</ds:datastoreItem>
</file>

<file path=customXml/itemProps4.xml><?xml version="1.0" encoding="utf-8"?>
<ds:datastoreItem xmlns:ds="http://schemas.openxmlformats.org/officeDocument/2006/customXml" ds:itemID="{6554D97E-2C68-4C8B-A607-2E68EC75D3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158</Words>
  <Application>Microsoft Office PowerPoint</Application>
  <PresentationFormat>Widescreen</PresentationFormat>
  <Paragraphs>17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Microsoft AI Platform – JFK Files AI 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Brendan Murphy</dc:creator>
  <cp:lastModifiedBy>Brendan Murphy</cp:lastModifiedBy>
  <cp:revision>3</cp:revision>
  <dcterms:created xsi:type="dcterms:W3CDTF">2026-01-16T19:16:08Z</dcterms:created>
  <dcterms:modified xsi:type="dcterms:W3CDTF">2026-01-23T18:44:52Z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