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70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6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4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0CD07-6E3F-47F2-BC41-1FA1011C5275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ABECC-BE51-413D-A0E8-72181223E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8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124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6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89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5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8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3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17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7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10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6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96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32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9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97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653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85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99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23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72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52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91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295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122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2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8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2022"/>
          <a:stretch/>
        </p:blipFill>
        <p:spPr>
          <a:xfrm>
            <a:off x="1604369" y="1079328"/>
            <a:ext cx="4063082" cy="5444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b="1334"/>
          <a:stretch/>
        </p:blipFill>
        <p:spPr>
          <a:xfrm>
            <a:off x="6169183" y="1079328"/>
            <a:ext cx="4104954" cy="54447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6845">
              <a:defRPr/>
            </a:pPr>
            <a:fld id="{49A40DB5-B054-4B52-B27D-446721D6CC27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976845"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06C67-89C5-4A9F-A115-94245DAC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67" b="1" err="1"/>
              <a:t>RuppAir</a:t>
            </a:r>
            <a:r>
              <a:rPr lang="en-US" sz="2667" b="1"/>
              <a:t> Website Design</a:t>
            </a:r>
          </a:p>
        </p:txBody>
      </p:sp>
    </p:spTree>
    <p:extLst>
      <p:ext uri="{BB962C8B-B14F-4D97-AF65-F5344CB8AC3E}">
        <p14:creationId xmlns:p14="http://schemas.microsoft.com/office/powerpoint/2010/main" val="2789521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  <Value>Creative</Value>
    </BusinessUnit>
    <Solutions xmlns="f0ee8362-fa7e-4bc9-ab88-7dcfb17cb19b">
      <Value>Websites</Value>
    </Solutions>
    <Industries xmlns="f0ee8362-fa7e-4bc9-ab88-7dcfb17cb19b">
      <Value>Manufacturing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9E436FAC-0304-46B2-B6A5-14C0E16C1F1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B8CB5E5-6B32-45BE-827C-B5EAED107E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0B004C-D5C2-4031-9763-C0DE27F4CD16}"/>
</file>

<file path=customXml/itemProps4.xml><?xml version="1.0" encoding="utf-8"?>
<ds:datastoreItem xmlns:ds="http://schemas.openxmlformats.org/officeDocument/2006/customXml" ds:itemID="{A43D8CAE-916E-411B-A794-DB501D32312D}"/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Segoe UI Semilight</vt:lpstr>
      <vt:lpstr>1_Custom Design</vt:lpstr>
      <vt:lpstr>RuppAir Website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RuppAire Website</dc:title>
  <dc:creator>Michael Pearson</dc:creator>
  <cp:lastModifiedBy>Brendan Murphy</cp:lastModifiedBy>
  <cp:revision>6</cp:revision>
  <dcterms:created xsi:type="dcterms:W3CDTF">2021-01-18T23:04:54Z</dcterms:created>
  <dcterms:modified xsi:type="dcterms:W3CDTF">2024-03-22T20:34:13Z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