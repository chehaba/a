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5e5f339dab724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5e5f339dab724d44" Type="http://schemas.openxmlformats.org/officeDocument/2006/relationships/slide" Target="/ppt/slides/slide2.xml"/><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8d787b381ecd4c25"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Flipbook Graphic Design</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was engaged by Microsoft to create a virtual guide to the world of Microsoft Dining Services and Microsoft Meeting Solutions. The Flip Book needed a design that would convey the innovative and intelligent hospitality solutions provided by Microsoft.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successfully created an interactive Tourbook that portrays Microsoft Dining Services and Microsoft Meeting Solutions as leaders and innovators in the dining and meeting industry space.</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is currently using the Flip Book as a comprehensive guide to showcase their cutting-edge solutions that savvy Microsoft customers expect.</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Creative</Value>
    </BusinessUnit>
    <Solutions xmlns="f0ee8362-fa7e-4bc9-ab88-7dcfb17cb19b">
      <Value>Content</Value>
      <Value>UX/ UI Design</Value>
    </Solutions>
    <Industries xmlns="f0ee8362-fa7e-4bc9-ab88-7dcfb17cb19b">
      <Value>Technology</Value>
      <Value>Entertainment</Value>
    </Industries>
    <Notes0 xmlns="f0ee8362-fa7e-4bc9-ab88-7dcfb17cb19b" xsi:nil="true"/>
    <Named_x0020_Account xmlns="f0ee8362-fa7e-4bc9-ab88-7dcfb17cb19b" xsi:nil="true"/>
    <PlatTech xmlns="f0ee8362-fa7e-4bc9-ab88-7dcfb17cb19b">
      <Value>Other</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3E9BE74D-36F8-4EF6-969D-6B8AB06C12B5}"/>
</file>

<file path=customXml/itemProps2.xml><?xml version="1.0" encoding="utf-8"?>
<ds:datastoreItem xmlns:ds="http://schemas.openxmlformats.org/officeDocument/2006/customXml" ds:itemID="{91831B50-82AD-4BC3-A10D-E0314476716B}"/>
</file>

<file path=customXml/itemProps3.xml><?xml version="1.0" encoding="utf-8"?>
<ds:datastoreItem xmlns:ds="http://schemas.openxmlformats.org/officeDocument/2006/customXml" ds:itemID="{774DC406-BC10-4574-8B11-0EB192690269}"/>
</file>

<file path=customXml/itemProps4.xml><?xml version="1.0" encoding="utf-8"?>
<ds:datastoreItem xmlns:ds="http://schemas.openxmlformats.org/officeDocument/2006/customXml" ds:itemID="{3BB03C0D-9FDC-4131-97B2-0D6F48D7794C}"/>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19500</vt:r8>
  </property>
  <property fmtid="{D5CDD505-2E9C-101B-9397-08002B2CF9AE}" pid="11" name="xd_Signature">
    <vt:bool>false</vt:bool>
  </property>
  <property fmtid="{D5CDD505-2E9C-101B-9397-08002B2CF9AE}" pid="12" name="SO">
    <vt:lpwstr>6;#;#43;#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