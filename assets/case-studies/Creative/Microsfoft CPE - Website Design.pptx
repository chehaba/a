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a05cf4a0726044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a05cf4a072604461" Type="http://schemas.openxmlformats.org/officeDocument/2006/relationships/slide" Target="/ppt/slides/slide2.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791422c6509d4c75"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CPE Website Design </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Pending</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Pending</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Pending</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Websites</Value>
    </Solutions>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58431B8-9A55-4CAC-BE6F-F33C6FD8BFE1}"/>
</file>

<file path=customXml/itemProps2.xml><?xml version="1.0" encoding="utf-8"?>
<ds:datastoreItem xmlns:ds="http://schemas.openxmlformats.org/officeDocument/2006/customXml" ds:itemID="{24FD2ECF-5528-4B9B-906B-E32ED684F949}"/>
</file>

<file path=customXml/itemProps3.xml><?xml version="1.0" encoding="utf-8"?>
<ds:datastoreItem xmlns:ds="http://schemas.openxmlformats.org/officeDocument/2006/customXml" ds:itemID="{F1539EBE-2D9B-4BC3-AB5F-5FC795F0807C}"/>
</file>

<file path=customXml/itemProps4.xml><?xml version="1.0" encoding="utf-8"?>
<ds:datastoreItem xmlns:ds="http://schemas.openxmlformats.org/officeDocument/2006/customXml" ds:itemID="{72CECDF1-A1F5-4689-AAA4-85EAB9518C64}"/>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20600</vt:r8>
  </property>
  <property fmtid="{D5CDD505-2E9C-101B-9397-08002B2CF9AE}" pid="11" name="xd_Signature">
    <vt:bool>false</vt:bool>
  </property>
  <property fmtid="{D5CDD505-2E9C-101B-9397-08002B2CF9AE}" pid="12" name="SO">
    <vt:lpwstr>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