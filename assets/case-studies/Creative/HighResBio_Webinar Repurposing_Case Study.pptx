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183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3E64F0-CACB-789F-EDAB-FC1194EFB6B5}" name="Penelope Kipps" initials="PK" userId="S::pkipps@affirma.com::f3747d80-db63-4101-8e1d-f054405572b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A79"/>
    <a:srgbClr val="FF8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C4F5FB-8B2B-0226-DCCE-2A1942189AFD}" v="5" dt="2025-12-01T13:41:51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6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Minelli" userId="S::mminelli@affirma.com::8aabbc37-ad6b-4f0e-b68e-6b3b4d01d997" providerId="AD" clId="Web-{5EC4F5FB-8B2B-0226-DCCE-2A1942189AFD}"/>
    <pc:docChg chg="modSld">
      <pc:chgData name="Matt Minelli" userId="S::mminelli@affirma.com::8aabbc37-ad6b-4f0e-b68e-6b3b4d01d997" providerId="AD" clId="Web-{5EC4F5FB-8B2B-0226-DCCE-2A1942189AFD}" dt="2025-12-01T13:41:51.034" v="4" actId="20577"/>
      <pc:docMkLst>
        <pc:docMk/>
      </pc:docMkLst>
      <pc:sldChg chg="modSp">
        <pc:chgData name="Matt Minelli" userId="S::mminelli@affirma.com::8aabbc37-ad6b-4f0e-b68e-6b3b4d01d997" providerId="AD" clId="Web-{5EC4F5FB-8B2B-0226-DCCE-2A1942189AFD}" dt="2025-12-01T13:41:51.034" v="4" actId="20577"/>
        <pc:sldMkLst>
          <pc:docMk/>
          <pc:sldMk cId="3123106001" sldId="1836"/>
        </pc:sldMkLst>
        <pc:spChg chg="mod">
          <ac:chgData name="Matt Minelli" userId="S::mminelli@affirma.com::8aabbc37-ad6b-4f0e-b68e-6b3b4d01d997" providerId="AD" clId="Web-{5EC4F5FB-8B2B-0226-DCCE-2A1942189AFD}" dt="2025-12-01T13:41:47.737" v="2" actId="20577"/>
          <ac:spMkLst>
            <pc:docMk/>
            <pc:sldMk cId="3123106001" sldId="1836"/>
            <ac:spMk id="12" creationId="{E778A92C-1382-1A12-8A05-918932FFC49A}"/>
          </ac:spMkLst>
        </pc:spChg>
        <pc:spChg chg="mod">
          <ac:chgData name="Matt Minelli" userId="S::mminelli@affirma.com::8aabbc37-ad6b-4f0e-b68e-6b3b4d01d997" providerId="AD" clId="Web-{5EC4F5FB-8B2B-0226-DCCE-2A1942189AFD}" dt="2025-12-01T13:41:51.034" v="4" actId="20577"/>
          <ac:spMkLst>
            <pc:docMk/>
            <pc:sldMk cId="3123106001" sldId="1836"/>
            <ac:spMk id="14" creationId="{7C420CDD-FF14-F374-84BE-A9C0D95642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99EA62-622D-4EDB-9830-51C75990C0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DAAE4C-B409-4E5D-AAE1-03804E277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35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2A0CD-526E-4BDB-8351-4C4F909F58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39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EF93B-5C47-49B1-9CB7-F2BE4D47A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DF72A-0393-46A8-8BA0-BCD476A39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808C-3738-4C35-9324-C2C6327B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C91-CDEA-4B9E-9D0F-3ECF5D42D11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6627B-B7CA-48EE-BD2E-14887700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E640E-6839-4120-9AF4-B33C9C83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A4C84-05E3-42C0-BEBF-42A0C6A3A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73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73B7-BD50-4F42-8E6E-B900CFC22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3C2FB-4591-4CE8-BFE6-5B19B26A2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71D32-B532-4CA8-8436-C2757EA8B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C91-CDEA-4B9E-9D0F-3ECF5D42D11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60593-3E06-43A5-9727-67F425EC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EB56B-0CBF-446D-939E-48C114CA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A4C84-05E3-42C0-BEBF-42A0C6A3A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66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10F7-DCAD-4D56-8335-ACF1598F9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D4D6A-9EDE-4C1F-8287-9F50E6C3C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8523A-BAAC-458F-8E6C-ACA25A4C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C91-CDEA-4B9E-9D0F-3ECF5D42D11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15B41-3D93-4771-8C60-444D30EE2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362B9-580B-4643-9A86-9EB84918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A4C84-05E3-42C0-BEBF-42A0C6A3A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1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5FD3C-2195-48BD-BCAA-0C1A7B80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64419-AC90-4684-97B8-7FABD68E7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929A8-26CE-4DEF-8200-BEFB76BCF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CA432-0940-46B0-9DAF-39E1DD81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C91-CDEA-4B9E-9D0F-3ECF5D42D11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47990-095E-4DFD-83B1-45A7FDC4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196E9-D048-4A6B-AD98-23662BBB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A4C84-05E3-42C0-BEBF-42A0C6A3A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3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550E-E421-465D-B382-27650C691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75D6A-6E33-4FA7-B7DE-6ECAC51D8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B0DA9-BEF4-42AD-B47C-80C93AA8E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CCADD-3A6C-4CED-A1AA-58C3CAE9A2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C39C6-BE58-4A85-A247-3A9B76EA9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24532-B49A-4C9B-913F-11880B0FB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C91-CDEA-4B9E-9D0F-3ECF5D42D11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A98B7-EF6A-4D5A-B60B-F23F1709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2F4250-4BC2-47E4-9FF5-C6059BEA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A4C84-05E3-42C0-BEBF-42A0C6A3A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37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11D24-EF30-4CA3-A716-A6CAE6036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0D092-1D31-4891-9267-CF0AFB19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C91-CDEA-4B9E-9D0F-3ECF5D42D11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852279-5044-4E58-BB89-4A107766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1D164-BA18-4B40-BCEA-B570C0DB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A4C84-05E3-42C0-BEBF-42A0C6A3A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68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F29757-E415-4401-8E08-E6A4DC62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C91-CDEA-4B9E-9D0F-3ECF5D42D11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08ED4-F1C6-4D19-BC09-9B0531633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C62B4-1EA5-47D8-8190-C981E0D1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A4C84-05E3-42C0-BEBF-42A0C6A3A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6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B236-470F-4238-9239-CE0A6DADD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8A1E2-3C99-4CC3-B22D-3059D8026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1C970-A480-4A22-B60C-7E07CACDE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4B190-14D3-480B-89A5-C7C9FC48E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C91-CDEA-4B9E-9D0F-3ECF5D42D11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564B1-C803-46C5-A99D-D5767EEC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E0224-79FB-4222-805E-C8576BA7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A4C84-05E3-42C0-BEBF-42A0C6A3A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58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DBC7-A12A-4F95-944F-A33809B33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5AFDB-B568-4263-9D8B-5419D9533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51FD1-3553-45A0-8F25-DB4707733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3458C-957E-42D5-98DA-BFC24F25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C91-CDEA-4B9E-9D0F-3ECF5D42D11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BF5E3-1800-4F10-8FED-20DFEA09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6001B-F6D6-4B04-8AA9-57C3D6A33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A4C84-05E3-42C0-BEBF-42A0C6A3A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23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1D0BF-9010-4D9E-8152-C3A022E6C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0E083-E999-4C1B-85C7-67201D3AB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66C13-2B38-4B5F-9116-BD7734A3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C91-CDEA-4B9E-9D0F-3ECF5D42D11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55472-D748-4D24-8C4A-1F5AC0813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C7305-EE28-41FA-AE64-9719533D6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A4C84-05E3-42C0-BEBF-42A0C6A3A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1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EC5B59-8B6D-4A23-8AA2-25B9D0D3F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3D788-C2B1-490A-A483-E8A6E2299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6720-DB28-438C-BE4F-621BF2AF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91C91-CDEA-4B9E-9D0F-3ECF5D42D11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F9374-41C4-4A2D-9613-07B1EB5C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DFFF1-53E9-4652-87BC-A65262D9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A4C84-05E3-42C0-BEBF-42A0C6A3A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0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8" y="0"/>
            <a:ext cx="6096002" cy="5093207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E22CA-CCD0-734A-932E-AF573C2B98B7}"/>
              </a:ext>
            </a:extLst>
          </p:cNvPr>
          <p:cNvSpPr/>
          <p:nvPr userDrawn="1"/>
        </p:nvSpPr>
        <p:spPr>
          <a:xfrm>
            <a:off x="6095998" y="5093207"/>
            <a:ext cx="6096002" cy="1764793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0E4BD5B-FA1C-CA42-B01F-D6A4F333E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9966" y="556945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9650A9-D1FE-7F4E-A1C9-FF16CE20B16F}"/>
              </a:ext>
            </a:extLst>
          </p:cNvPr>
          <p:cNvSpPr txBox="1"/>
          <p:nvPr userDrawn="1"/>
        </p:nvSpPr>
        <p:spPr>
          <a:xfrm>
            <a:off x="6479967" y="5292458"/>
            <a:ext cx="152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E51963F-09DC-8E4A-88D2-C536162B9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9965" y="596823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8C32DBD-DA02-E348-877F-086CEC75A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78598" y="5560830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EB1CA55-D925-444F-8DA0-8CEF05F20D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597" y="5959610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555A56F-2156-0C47-9C24-6E95A084A9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77230" y="555309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0AC86934-578D-4547-91D4-0207518575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77229" y="595187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190425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1230E-287E-4BCC-AF62-1EDF8ACE2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EA188-DA7D-4D5D-8D1C-9062FCBC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2ECD7-F2EE-4102-BE36-A554F9B85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91C91-CDEA-4B9E-9D0F-3ECF5D42D11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06B52-C797-4266-B674-7188C8E9B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7FBF-5531-4362-8D90-85113303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A4C84-05E3-42C0-BEBF-42A0C6A3A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7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osts/highresbio_cellario-labautomation-activity-7132793834924634112-WmZt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www.dropbox.com/scl/fo/ovx4j7fmlseey8imfndk3/h?rlkey=rhmq316no9xxx64kbkrye84c8&amp;st=rzsenayg&amp;dl=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9918B97-2236-432B-9D84-A86039488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80140" y="4408414"/>
            <a:ext cx="6811860" cy="2449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8A8EE-A41B-104E-87E1-EB980611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201" y="167421"/>
            <a:ext cx="9969525" cy="7386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63A79"/>
                </a:solidFill>
                <a:latin typeface="Poppins"/>
                <a:cs typeface="Poppins"/>
              </a:rPr>
              <a:t>Webinar Re-Purposing</a:t>
            </a:r>
            <a:endParaRPr lang="en-US" b="1">
              <a:solidFill>
                <a:srgbClr val="063A79"/>
              </a:solidFill>
              <a:latin typeface="Poppins"/>
              <a:cs typeface="Poppin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3185AF-4529-9642-92AB-B131CAEBC7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90201" y="901485"/>
            <a:ext cx="8072283" cy="10722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300" dirty="0" err="1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HighRes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® </a:t>
            </a:r>
            <a:r>
              <a:rPr lang="en-US" sz="1300" dirty="0" err="1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Biosolutions</a:t>
            </a:r>
            <a:r>
              <a:rPr lang="en-US" sz="1300" dirty="0">
                <a:solidFill>
                  <a:srgbClr val="404040"/>
                </a:solidFill>
                <a:latin typeface="Poppins"/>
                <a:ea typeface="+mn-lt"/>
                <a:cs typeface="Poppins"/>
              </a:rPr>
              <a:t>, a leading global laboratory automation company, was seeking to repurpose a webinar presentation recorded in partnership with another biotechnology company. They were looking to create social posts designed for publication on their website. Our team edited together social-ready highlights of the presentation and enhanced the original recording’s audio and graphics for online publication.</a:t>
            </a:r>
            <a:endParaRPr lang="en-US" sz="1300" dirty="0">
              <a:latin typeface="Poppins"/>
              <a:ea typeface="Calibri"/>
              <a:cs typeface="Poppin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778A92C-1382-1A12-8A05-918932FFC49A}"/>
              </a:ext>
            </a:extLst>
          </p:cNvPr>
          <p:cNvSpPr txBox="1">
            <a:spLocks/>
          </p:cNvSpPr>
          <p:nvPr/>
        </p:nvSpPr>
        <p:spPr>
          <a:xfrm>
            <a:off x="100817" y="2564376"/>
            <a:ext cx="8088983" cy="22127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28600">
              <a:lnSpc>
                <a:spcPct val="120000"/>
              </a:lnSpc>
              <a:spcBef>
                <a:spcPts val="500"/>
              </a:spcBef>
            </a:pPr>
            <a:r>
              <a:rPr lang="en-US" sz="1400" b="1" u="sng" dirty="0">
                <a:solidFill>
                  <a:schemeClr val="accent1"/>
                </a:solidFill>
                <a:latin typeface="Poppins"/>
                <a:ea typeface="Calibri" panose="020F0502020204030204"/>
                <a:cs typeface="Poppins"/>
              </a:rPr>
              <a:t>Our Work</a:t>
            </a:r>
            <a:endParaRPr lang="en-US" sz="1400" u="sng">
              <a:solidFill>
                <a:schemeClr val="accent1"/>
              </a:solidFill>
              <a:latin typeface="Poppins"/>
              <a:ea typeface="Calibri"/>
              <a:cs typeface="Poppins"/>
            </a:endParaRP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latin typeface="Poppins"/>
                <a:ea typeface="Calibri"/>
                <a:cs typeface="Poppins"/>
              </a:rPr>
              <a:t>Re-oriented speaker and deck slide video frames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latin typeface="Poppins"/>
                <a:ea typeface="Calibri"/>
                <a:cs typeface="Poppins"/>
              </a:rPr>
              <a:t>Color-corrected original speaker footage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latin typeface="Poppins"/>
                <a:ea typeface="Calibri"/>
                <a:cs typeface="Poppins"/>
              </a:rPr>
              <a:t>Added brand-aligned background and logo assets 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latin typeface="Poppins"/>
                <a:ea typeface="Calibri"/>
                <a:cs typeface="Poppins"/>
              </a:rPr>
              <a:t>Added stakeholder-approved intro and outro graphics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latin typeface="Poppins"/>
                <a:ea typeface="Calibri"/>
                <a:cs typeface="Poppins"/>
              </a:rPr>
              <a:t>Added transition effects to deck slides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latin typeface="Poppins"/>
                <a:ea typeface="Calibri"/>
                <a:cs typeface="Poppins"/>
              </a:rPr>
              <a:t>Enhanced audio quality across all final video assets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latin typeface="Poppins"/>
                <a:ea typeface="Calibri"/>
                <a:cs typeface="Poppins"/>
              </a:rPr>
              <a:t>Generated closed-captioning across all final video assets</a:t>
            </a: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endParaRPr lang="en-US" sz="1200" dirty="0">
              <a:latin typeface="Poppins"/>
              <a:ea typeface="Calibri"/>
              <a:cs typeface="Poppins"/>
            </a:endParaRP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endParaRPr lang="en-US" sz="1200" dirty="0">
              <a:latin typeface="Poppins"/>
              <a:ea typeface="+mn-lt"/>
              <a:cs typeface="Poppins"/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C420CDD-FF14-F374-84BE-A9C0D95642E1}"/>
              </a:ext>
            </a:extLst>
          </p:cNvPr>
          <p:cNvSpPr txBox="1">
            <a:spLocks/>
          </p:cNvSpPr>
          <p:nvPr/>
        </p:nvSpPr>
        <p:spPr>
          <a:xfrm>
            <a:off x="100817" y="4979855"/>
            <a:ext cx="7923163" cy="16318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28600">
              <a:lnSpc>
                <a:spcPct val="120000"/>
              </a:lnSpc>
              <a:spcBef>
                <a:spcPts val="500"/>
              </a:spcBef>
            </a:pPr>
            <a:r>
              <a:rPr lang="en-US" sz="1400" b="1" u="sng" dirty="0">
                <a:solidFill>
                  <a:schemeClr val="accent1"/>
                </a:solidFill>
                <a:latin typeface="Poppins"/>
                <a:ea typeface="Calibri" panose="020F0502020204030204"/>
                <a:cs typeface="Poppins"/>
              </a:rPr>
              <a:t>The Result</a:t>
            </a:r>
            <a:endParaRPr lang="en-US" sz="1400" u="sng">
              <a:solidFill>
                <a:schemeClr val="accent1"/>
              </a:solidFill>
              <a:latin typeface="Poppins"/>
              <a:ea typeface="Calibri"/>
              <a:cs typeface="Poppins"/>
            </a:endParaRPr>
          </a:p>
          <a:p>
            <a:pPr marL="457200" indent="-228600">
              <a:lnSpc>
                <a:spcPct val="120000"/>
              </a:lnSpc>
              <a:spcBef>
                <a:spcPts val="500"/>
              </a:spcBef>
              <a:buFont typeface="Wingdings,Sans-Serif" panose="020B0604020202020204" pitchFamily="34" charset="0"/>
              <a:buChar char="§"/>
            </a:pPr>
            <a:r>
              <a:rPr lang="en-US" sz="1200" dirty="0">
                <a:solidFill>
                  <a:srgbClr val="000000"/>
                </a:solidFill>
                <a:latin typeface="Poppins"/>
                <a:ea typeface="+mn-lt"/>
                <a:cs typeface="Poppins"/>
              </a:rPr>
              <a:t>Delivery of CC’d and non-CC’d versions of the enhanced original webinar along with 4 social-ready repurposed video clips:</a:t>
            </a:r>
          </a:p>
          <a:p>
            <a:pPr marL="914400" lvl="1" indent="-228600">
              <a:lnSpc>
                <a:spcPct val="120000"/>
              </a:lnSpc>
              <a:spcBef>
                <a:spcPts val="500"/>
              </a:spcBef>
              <a:buFont typeface="Courier New" panose="020B0604020202020204" pitchFamily="34" charset="0"/>
              <a:buChar char="o"/>
            </a:pPr>
            <a:r>
              <a:rPr lang="en-US" sz="1200" dirty="0">
                <a:solidFill>
                  <a:srgbClr val="000000"/>
                </a:solidFill>
                <a:latin typeface="Poppins"/>
                <a:ea typeface="+mn-lt"/>
                <a:cs typeface="Poppins"/>
                <a:hlinkClick r:id="rId3"/>
              </a:rPr>
              <a:t>LinkedIn Social Post</a:t>
            </a:r>
            <a:endParaRPr lang="en-US" sz="1200" dirty="0">
              <a:solidFill>
                <a:srgbClr val="000000"/>
              </a:solidFill>
              <a:latin typeface="Poppins"/>
              <a:ea typeface="+mn-lt"/>
              <a:cs typeface="Poppins"/>
            </a:endParaRPr>
          </a:p>
          <a:p>
            <a:pPr marL="914400" lvl="1" indent="-228600">
              <a:lnSpc>
                <a:spcPct val="120000"/>
              </a:lnSpc>
              <a:spcBef>
                <a:spcPts val="500"/>
              </a:spcBef>
              <a:buFont typeface="Courier New" panose="020B0604020202020204" pitchFamily="34" charset="0"/>
              <a:buChar char="o"/>
            </a:pPr>
            <a:r>
              <a:rPr lang="en-US" sz="1200" dirty="0">
                <a:solidFill>
                  <a:srgbClr val="000000"/>
                </a:solidFill>
                <a:latin typeface="Poppins"/>
                <a:ea typeface="+mn-lt"/>
                <a:cs typeface="Poppins"/>
                <a:hlinkClick r:id="rId4"/>
              </a:rPr>
              <a:t>Final assets</a:t>
            </a:r>
            <a:endParaRPr lang="en-US" sz="1200" dirty="0">
              <a:solidFill>
                <a:srgbClr val="000000"/>
              </a:solidFill>
              <a:latin typeface="Poppins"/>
              <a:ea typeface="+mn-lt"/>
              <a:cs typeface="Poppin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56D43B4-E36B-9478-C06F-4C46DA3D4A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5516" y="96717"/>
            <a:ext cx="3180010" cy="1431004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6F6B88-E76C-0C63-E611-5E1C541C5D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5515" y="1776280"/>
            <a:ext cx="3180009" cy="1784338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CA8155-4974-2B8A-A18B-064D0F8637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39202" y="3809177"/>
            <a:ext cx="3180009" cy="2902348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BE0684-0250-CC47-4BFA-A63431E6ABCF}"/>
              </a:ext>
            </a:extLst>
          </p:cNvPr>
          <p:cNvSpPr txBox="1"/>
          <p:nvPr/>
        </p:nvSpPr>
        <p:spPr>
          <a:xfrm rot="16200000">
            <a:off x="7966085" y="694374"/>
            <a:ext cx="1389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oppins"/>
                <a:cs typeface="Poppins"/>
              </a:rPr>
              <a:t>Before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8E82B-7425-3836-6322-CBB2108033D8}"/>
              </a:ext>
            </a:extLst>
          </p:cNvPr>
          <p:cNvSpPr txBox="1"/>
          <p:nvPr/>
        </p:nvSpPr>
        <p:spPr>
          <a:xfrm rot="16200000">
            <a:off x="7938889" y="2499171"/>
            <a:ext cx="1389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oppins"/>
                <a:cs typeface="Poppins"/>
              </a:rPr>
              <a:t>After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73ACA0-9D64-C26E-0F61-9DB228D145EE}"/>
              </a:ext>
            </a:extLst>
          </p:cNvPr>
          <p:cNvSpPr txBox="1"/>
          <p:nvPr/>
        </p:nvSpPr>
        <p:spPr>
          <a:xfrm rot="16200000">
            <a:off x="7959772" y="5108611"/>
            <a:ext cx="1389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oppins"/>
                <a:cs typeface="Poppins"/>
              </a:rPr>
              <a:t>Social Post</a:t>
            </a:r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75730916-CFBB-3E9E-B393-0F0384A3D4D7}"/>
              </a:ext>
            </a:extLst>
          </p:cNvPr>
          <p:cNvSpPr/>
          <p:nvPr/>
        </p:nvSpPr>
        <p:spPr>
          <a:xfrm>
            <a:off x="11638785" y="1351720"/>
            <a:ext cx="263014" cy="621965"/>
          </a:xfrm>
          <a:prstGeom prst="downArrow">
            <a:avLst/>
          </a:prstGeom>
          <a:solidFill>
            <a:srgbClr val="FF8E00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E00"/>
              </a:solidFill>
            </a:endParaRPr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DD580CB0-95F0-78D7-C564-B7B2701A310D}"/>
              </a:ext>
            </a:extLst>
          </p:cNvPr>
          <p:cNvSpPr/>
          <p:nvPr/>
        </p:nvSpPr>
        <p:spPr>
          <a:xfrm>
            <a:off x="11638785" y="3362550"/>
            <a:ext cx="263014" cy="621965"/>
          </a:xfrm>
          <a:prstGeom prst="downArrow">
            <a:avLst/>
          </a:prstGeom>
          <a:solidFill>
            <a:srgbClr val="FF8E00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0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>Old Webinar Repurposing</Notes0>
    <Named_x0020_Account xmlns="f0ee8362-fa7e-4bc9-ab88-7dcfb17cb19b" xsi:nil="true"/>
    <Industries xmlns="f0ee8362-fa7e-4bc9-ab88-7dcfb17cb19b">
      <Value>Life Sciences</Value>
    </Industries>
    <ApprovedByClient xmlns="f0ee8362-fa7e-4bc9-ab88-7dcfb17cb19b">false</ApprovedByClient>
    <PlatTech xmlns="f0ee8362-fa7e-4bc9-ab88-7dcfb17cb19b" xsi:nil="true"/>
    <ProjectCompletionDate xmlns="f0ee8362-fa7e-4bc9-ab88-7dcfb17cb19b">2023-04-01T07:00:00+00:00</ProjectCompletionDate>
    <BusinessUnit xmlns="f0ee8362-fa7e-4bc9-ab88-7dcfb17cb19b">
      <Value>Marketing Services</Value>
    </BusinessUnit>
    <Solutions xmlns="f0ee8362-fa7e-4bc9-ab88-7dcfb17cb19b">
      <Value>Video Production</Value>
    </Solution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FDB715-0A3F-44B4-AB5E-325E8E0E2855}">
  <ds:schemaRefs>
    <ds:schemaRef ds:uri="http://schemas.microsoft.com/office/2006/documentManagement/types"/>
    <ds:schemaRef ds:uri="8e8b519a-9c33-4eb5-8032-b8e2911b08d8"/>
    <ds:schemaRef ds:uri="http://purl.org/dc/elements/1.1/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a674d8d-5ae4-473c-b67e-b0301c6146a3"/>
    <ds:schemaRef ds:uri="http://schemas.microsoft.com/office/2006/metadata/properties"/>
    <ds:schemaRef ds:uri="http://www.w3.org/XML/1998/namespace"/>
    <ds:schemaRef ds:uri="f0ee8362-fa7e-4bc9-ab88-7dcfb17cb19b"/>
  </ds:schemaRefs>
</ds:datastoreItem>
</file>

<file path=customXml/itemProps2.xml><?xml version="1.0" encoding="utf-8"?>
<ds:datastoreItem xmlns:ds="http://schemas.openxmlformats.org/officeDocument/2006/customXml" ds:itemID="{40CACA55-4D96-4A3B-9845-DA6C69C4F9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930CC3-EBCC-4CD9-BF82-DE8301EBD885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4FE59664-7F07-4917-97F3-326ACD7FEF4A}"/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135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Webinar Re-Purposing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On-site Recording in Boston</dc:title>
  <dc:creator>Matt Minelli</dc:creator>
  <cp:lastModifiedBy>Matt Minelli (AFFIRMA)</cp:lastModifiedBy>
  <cp:revision>43</cp:revision>
  <dcterms:created xsi:type="dcterms:W3CDTF">2025-08-10T22:44:51Z</dcterms:created>
  <dcterms:modified xsi:type="dcterms:W3CDTF">2025-12-01T13:41:55Z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MediaServiceImageTags">
    <vt:lpwstr/>
  </property>
</Properties>
</file>