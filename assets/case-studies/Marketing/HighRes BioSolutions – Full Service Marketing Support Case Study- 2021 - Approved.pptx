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1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4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yson Knox-Meade" userId="9add29cb-6821-43c7-a287-0793ac386e0f" providerId="ADAL" clId="{298798A5-4D76-4440-B11D-ED88FC271EF7}"/>
    <pc:docChg chg="custSel modSld">
      <pc:chgData name="Alyson Knox-Meade" userId="9add29cb-6821-43c7-a287-0793ac386e0f" providerId="ADAL" clId="{298798A5-4D76-4440-B11D-ED88FC271EF7}" dt="2021-05-18T20:53:46.581" v="2086" actId="313"/>
      <pc:docMkLst>
        <pc:docMk/>
      </pc:docMkLst>
      <pc:sldChg chg="addSp delSp modSp mod">
        <pc:chgData name="Alyson Knox-Meade" userId="9add29cb-6821-43c7-a287-0793ac386e0f" providerId="ADAL" clId="{298798A5-4D76-4440-B11D-ED88FC271EF7}" dt="2021-05-18T20:53:46.581" v="2086" actId="313"/>
        <pc:sldMkLst>
          <pc:docMk/>
          <pc:sldMk cId="1311558966" sldId="1111"/>
        </pc:sldMkLst>
      </pc:sldChg>
    </pc:docChg>
  </pc:docChgLst>
  <pc:docChgLst>
    <pc:chgData name="Alyson Knox-Meade" userId="9add29cb-6821-43c7-a287-0793ac386e0f" providerId="ADAL" clId="{1B361A5B-EF84-4080-8C8D-91222A8C7906}"/>
    <pc:docChg chg="undo custSel modSld">
      <pc:chgData name="Alyson Knox-Meade" userId="9add29cb-6821-43c7-a287-0793ac386e0f" providerId="ADAL" clId="{1B361A5B-EF84-4080-8C8D-91222A8C7906}" dt="2024-10-16T21:09:53.420" v="637" actId="207"/>
      <pc:docMkLst>
        <pc:docMk/>
      </pc:docMkLst>
      <pc:sldChg chg="addSp delSp modSp mod">
        <pc:chgData name="Alyson Knox-Meade" userId="9add29cb-6821-43c7-a287-0793ac386e0f" providerId="ADAL" clId="{1B361A5B-EF84-4080-8C8D-91222A8C7906}" dt="2024-10-16T21:09:53.420" v="637" actId="207"/>
        <pc:sldMkLst>
          <pc:docMk/>
          <pc:sldMk cId="1311558966" sldId="1111"/>
        </pc:sldMkLst>
      </pc:sldChg>
    </pc:docChg>
  </pc:docChgLst>
  <pc:docChgLst>
    <pc:chgData name="Alyson Knox-Meade" userId="9add29cb-6821-43c7-a287-0793ac386e0f" providerId="ADAL" clId="{F720E98C-BE42-4F02-893C-FDA4346A2144}"/>
    <pc:docChg chg="modSld">
      <pc:chgData name="Alyson Knox-Meade" userId="9add29cb-6821-43c7-a287-0793ac386e0f" providerId="ADAL" clId="{F720E98C-BE42-4F02-893C-FDA4346A2144}" dt="2025-07-24T17:15:07.236" v="39" actId="20577"/>
      <pc:docMkLst>
        <pc:docMk/>
      </pc:docMkLst>
      <pc:sldChg chg="modSp mod">
        <pc:chgData name="Alyson Knox-Meade" userId="9add29cb-6821-43c7-a287-0793ac386e0f" providerId="ADAL" clId="{F720E98C-BE42-4F02-893C-FDA4346A2144}" dt="2025-07-24T17:15:07.236" v="39" actId="20577"/>
        <pc:sldMkLst>
          <pc:docMk/>
          <pc:sldMk cId="1311558966" sldId="1111"/>
        </pc:sldMkLst>
        <pc:spChg chg="mod">
          <ac:chgData name="Alyson Knox-Meade" userId="9add29cb-6821-43c7-a287-0793ac386e0f" providerId="ADAL" clId="{F720E98C-BE42-4F02-893C-FDA4346A2144}" dt="2025-07-24T17:15:07.236" v="39" actId="20577"/>
          <ac:spMkLst>
            <pc:docMk/>
            <pc:sldMk cId="1311558966" sldId="1111"/>
            <ac:spMk id="7" creationId="{18B0CBF5-424C-4AAE-8C3D-098A83D2C8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F0D6-5306-4AC5-A6CD-606442892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9B65E-54B4-415C-BD8B-E0DCE2DD9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FC818-5B0A-4C58-BC42-493497C1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910E-40CF-4257-98CD-066B1597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425FA-0A5F-49F5-BB4B-117AF684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460E-9625-4DD4-9AAF-6C5EDA63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8866-2102-42A6-9B58-232DB42C3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04D5D-2D7B-4F91-B910-C49F6E19A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3EB0A-3CE7-456B-8666-3A7B8F31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1EBB7-3EB9-4D01-932D-2DA6CFE7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8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2683-AB13-4CBF-8D15-314069F2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96D35-2E37-4B6D-B90F-D77128FDD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FB49-5DB8-4278-9749-3B1B45FD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CA11C-4AFF-43E9-937B-30F14350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B8618-8B47-4109-8859-AB22B406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0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0665-589C-4B00-AE7C-165575FB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CAB7-F0AD-4D88-89C8-79825E552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2A13A-6B03-4509-9C15-8610C73BA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0C2A6-6B19-429D-BFAA-F19C0D2F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AE127-03B3-44D3-9989-5895012F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80765-0F4E-4DDD-B744-9D86D7B4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16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9FF4-EA4F-4BE5-83BA-093797F1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D7E6F-D1A7-4EC4-A798-6515E5F7F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106AB-8357-4C0D-B9D5-DB9FC483F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61582-8C96-4E8D-BC06-EE1112034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3A6B5-AFB3-46BE-BDE8-D9EAC38AA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1EF17-830E-424E-95F9-84846DEA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AA3F5-18C3-4B3B-B1AF-7944BE80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D959D-E126-4442-8869-C6676F7C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3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C7BE-C48D-4760-9EED-87B74327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AD6DB-3465-4EE6-B38E-A07A7057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E646D-A9D7-4A38-A9BF-9679DC43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265F8-4BAB-474A-9C93-7DE9B95E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2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D24569-DBBD-4F79-BDB4-2BDD26F7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5A5BE-59CC-4189-9380-0D8FC7BD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76A7B-490B-4CF0-AFF0-CA48AF01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2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882C-FF98-4459-9067-31D84C5B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D226B-CA09-44AF-87C7-5EDFF4777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AD8B3-23E2-4EEE-B069-D87579AC3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2539C-9900-4E98-8F93-1C6A40F7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F89F6-5988-41E6-A1B9-DBE423A1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E51EE-2244-4744-8A63-3F5DBBFB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8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0233-605C-4FB3-9102-70C4B3CA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34E09-17CF-40E7-994C-65F7EB727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78C32-3DC4-4B0E-9992-4A1336385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1AFB2-1054-4F94-BF33-C896A73A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5D8B1-9E34-40E1-902A-F5947BA5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4D4A8-89B9-41A6-8BFD-CBFFE8B4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6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5347-BCC4-4A6B-B1B5-AA327C7B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A9707-54C3-4826-A37C-7BFD3C69C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3BA22-0214-497C-B20B-81A85230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7DF59-DCB0-45ED-BF11-E6E9145D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21485-88E9-450A-A1E9-34D08CCF1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91674-1002-4C87-82FA-C8F42D304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8704C-F88B-4869-B2EF-568C49DFF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6AFF6-4B45-47DD-B91E-59B10FD5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0C32C-77DB-4F72-9C63-5D82E50A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4368A-4E24-4292-8F20-42F82593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17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2FA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0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BC5F76-E21D-46DF-9BDB-A86829D5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D42D8-68D5-496C-8954-AAD092654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599ED-AEF2-4BB8-A771-F3A9E2FCD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E4D57-7DC2-4C3A-AF88-3D95FDE3995A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9011D-4DCE-415A-B2C1-EDC04B581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5B462-5896-4BB3-BF1B-FA7DEA641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61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47873C-F375-1C3C-4DD7-5F20FFEBC4E4}"/>
              </a:ext>
            </a:extLst>
          </p:cNvPr>
          <p:cNvSpPr txBox="1"/>
          <p:nvPr/>
        </p:nvSpPr>
        <p:spPr>
          <a:xfrm>
            <a:off x="6483920" y="4287143"/>
            <a:ext cx="5327080" cy="1754326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50800" dir="6840000" algn="ctr" rotWithShape="0">
              <a:srgbClr val="000000">
                <a:alpha val="43137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DCE00-DBB2-41BB-8766-14D2DB07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28600"/>
            <a:ext cx="9070649" cy="533400"/>
          </a:xfrm>
        </p:spPr>
        <p:txBody>
          <a:bodyPr>
            <a:normAutofit fontScale="90000"/>
          </a:bodyPr>
          <a:lstStyle/>
          <a:p>
            <a:r>
              <a:rPr lang="en-US" sz="3600" dirty="0" err="1">
                <a:latin typeface="Poppins" panose="00000500000000000000" pitchFamily="2" charset="0"/>
                <a:cs typeface="Poppins" panose="00000500000000000000" pitchFamily="2" charset="0"/>
              </a:rPr>
              <a:t>HighRes</a:t>
            </a:r>
            <a:r>
              <a:rPr lang="en-US" sz="36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3600" dirty="0" err="1">
                <a:latin typeface="Poppins" panose="00000500000000000000" pitchFamily="2" charset="0"/>
                <a:cs typeface="Poppins" panose="00000500000000000000" pitchFamily="2" charset="0"/>
              </a:rPr>
              <a:t>Biosolutions</a:t>
            </a:r>
            <a:r>
              <a:rPr lang="en-US" sz="3600" dirty="0">
                <a:latin typeface="Poppins" panose="00000500000000000000" pitchFamily="2" charset="0"/>
                <a:cs typeface="Poppins" panose="00000500000000000000" pitchFamily="2" charset="0"/>
              </a:rPr>
              <a:t>: Marketing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1D19C-12FC-4F1E-BC24-1052D1FE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40DB5-B054-4B52-B27D-446721D6CC27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151E7E-EE34-4643-B5C7-9E353C625BA6}"/>
              </a:ext>
            </a:extLst>
          </p:cNvPr>
          <p:cNvSpPr/>
          <p:nvPr/>
        </p:nvSpPr>
        <p:spPr>
          <a:xfrm>
            <a:off x="287055" y="1177672"/>
            <a:ext cx="11523945" cy="1348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Client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Need</a:t>
            </a:r>
          </a:p>
          <a:p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HighRes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Biosolutions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believes in a future where scientists and robots work together to improve human health. As the technology leader in lab automation,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HighRes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currently utilizes Salesforce &amp; Salesforce Pardot as well as offers numerous webinars. They were looking for an ongoing partner to help support marketing strategy and ongoing implementation. 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B0CBF5-424C-4AAE-8C3D-098A83D2C8B6}"/>
              </a:ext>
            </a:extLst>
          </p:cNvPr>
          <p:cNvSpPr/>
          <p:nvPr/>
        </p:nvSpPr>
        <p:spPr>
          <a:xfrm>
            <a:off x="287054" y="2793830"/>
            <a:ext cx="11617891" cy="38348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How We Partner and Support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Initially, the Affirma team performed several in-depth assessments and reviewed relevant marketing documents, including buyer personas, SEO/website evaluation, organic social media, competitor analysis, content mapping, marketing platform and more to get a better understanding of their ecosystem and undercover any gaps in their marketing roadmap. 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Ongoing the Affirma team supports: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Migration from Pardot to HubSpot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Event &amp; Webinar Support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Email Campaigns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Organic Social 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Paid Ad Efforts, including boosted social posts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SEO / HubSpot Website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Strategy and Best Practices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Video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514433-8F06-468B-AC0E-8A2C85C0A51C}"/>
              </a:ext>
            </a:extLst>
          </p:cNvPr>
          <p:cNvSpPr/>
          <p:nvPr/>
        </p:nvSpPr>
        <p:spPr>
          <a:xfrm>
            <a:off x="6713854" y="4471808"/>
            <a:ext cx="48672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“The Affirma team is really getting a handle on what we do and how we want to present ourselves in the marketplace. In addition, they have been able to take a lot of work off our plates, so we can focus on our clients and other high-priority items.”</a:t>
            </a:r>
          </a:p>
          <a:p>
            <a:pPr algn="r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Brian O’Sullivan, Senior Vice-President</a:t>
            </a:r>
          </a:p>
        </p:txBody>
      </p:sp>
      <p:pic>
        <p:nvPicPr>
          <p:cNvPr id="1030" name="Picture 6" descr="HighRes Biosolutions and Novo Nordisk Partner to Transform Drug Discovery  in Automated Lab of the Future - HighRes Biosolutions">
            <a:extLst>
              <a:ext uri="{FF2B5EF4-FFF2-40B4-BE49-F238E27FC236}">
                <a16:creationId xmlns:a16="http://schemas.microsoft.com/office/drawing/2014/main" id="{88BF1B7D-FB9D-4C09-A1C1-5D2A91339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316" y="81311"/>
            <a:ext cx="2535684" cy="82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55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Life Sciences</Value>
    </Industries>
    <PlatTech xmlns="f0ee8362-fa7e-4bc9-ab88-7dcfb17cb19b">
      <Value>HubSpot</Value>
      <Value>Salesforce</Value>
      <Value>Salesforce Pardot</Value>
    </PlatTech>
    <ProjectCompletionDate xmlns="f0ee8362-fa7e-4bc9-ab88-7dcfb17cb19b">2025-07-01T07:00:00+00:00</ProjectCompletionDate>
    <BusinessUnit xmlns="f0ee8362-fa7e-4bc9-ab88-7dcfb17cb19b">
      <Value>Marketing Services</Value>
    </BusinessUnit>
    <Solutions xmlns="f0ee8362-fa7e-4bc9-ab88-7dcfb17cb19b">
      <Value>Email Campaigns</Value>
      <Value>Marketing Automation</Value>
      <Value>Marketing Strategy</Value>
      <Value>Marketing Technology</Value>
      <Value>Organic Social Media</Value>
      <Value>PPC</Value>
      <Value>Personas &amp; Journey Mapping</Value>
      <Value>SEO/ AEO</Value>
      <Value>Video Production</Value>
      <Value>Integrations</Value>
    </Solutions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51DCF5B8-3859-49F7-9CE6-BAEC0BC2FF49}"/>
</file>

<file path=customXml/itemProps2.xml><?xml version="1.0" encoding="utf-8"?>
<ds:datastoreItem xmlns:ds="http://schemas.openxmlformats.org/officeDocument/2006/customXml" ds:itemID="{87C1F038-09C3-47EE-98AF-0620AB89FA6D}"/>
</file>

<file path=customXml/itemProps3.xml><?xml version="1.0" encoding="utf-8"?>
<ds:datastoreItem xmlns:ds="http://schemas.openxmlformats.org/officeDocument/2006/customXml" ds:itemID="{FE2AEFA2-E4AB-44F5-B458-5F720B04CD15}"/>
</file>

<file path=customXml/itemProps4.xml><?xml version="1.0" encoding="utf-8"?>
<ds:datastoreItem xmlns:ds="http://schemas.openxmlformats.org/officeDocument/2006/customXml" ds:itemID="{35A56788-22A0-4942-9C54-579A6A185647}"/>
</file>

<file path=docProps/app.xml><?xml version="1.0" encoding="utf-8"?>
<Properties xmlns="http://schemas.openxmlformats.org/officeDocument/2006/extended-properties" xmlns:vt="http://schemas.openxmlformats.org/officeDocument/2006/docPropsVTypes">
  <TotalTime>2642</TotalTime>
  <Words>218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Poppins</vt:lpstr>
      <vt:lpstr>Segoe UI</vt:lpstr>
      <vt:lpstr>Office Theme</vt:lpstr>
      <vt:lpstr>HighRes Biosolutions: Marketing Support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Ideoclick – PPC Audit &amp; Ongoing Paid Ads Campaign Execution</dc:title>
  <dc:creator>Alyson Knox-Meade</dc:creator>
  <cp:lastModifiedBy>Alyson Knox-Meade</cp:lastModifiedBy>
  <cp:revision>3</cp:revision>
  <dcterms:created xsi:type="dcterms:W3CDTF">2021-04-12T22:19:17Z</dcterms:created>
  <dcterms:modified xsi:type="dcterms:W3CDTF">2025-07-24T17:15:12Z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