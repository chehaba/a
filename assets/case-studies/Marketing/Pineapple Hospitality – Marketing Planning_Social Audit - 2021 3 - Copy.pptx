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1111"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4.xml"/><Relationship Id="rId4" Type="http://schemas.openxmlformats.org/officeDocument/2006/relationships/viewProps" Target="viewProps.xml"/><Relationship Id="rId9"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EF0D6-5306-4AC5-A6CD-606442892D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9B65E-54B4-415C-BD8B-E0DCE2DD9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6FC818-5B0A-4C58-BC42-493497C1A456}"/>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5" name="Footer Placeholder 4">
            <a:extLst>
              <a:ext uri="{FF2B5EF4-FFF2-40B4-BE49-F238E27FC236}">
                <a16:creationId xmlns:a16="http://schemas.microsoft.com/office/drawing/2014/main" id="{87D2910E-40CF-4257-98CD-066B15976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C425FA-0A5F-49F5-BB4B-117AF6848F72}"/>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418939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3460E-9625-4DD4-9AAF-6C5EDA6369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38866-2102-42A6-9B58-232DB42C3F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04D5D-2D7B-4F91-B910-C49F6E19A246}"/>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5" name="Footer Placeholder 4">
            <a:extLst>
              <a:ext uri="{FF2B5EF4-FFF2-40B4-BE49-F238E27FC236}">
                <a16:creationId xmlns:a16="http://schemas.microsoft.com/office/drawing/2014/main" id="{1C53EB0A-3CE7-456B-8666-3A7B8F311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1EBB7-3EB9-4D01-932D-2DA6CFE7BF0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972287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2683-AB13-4CBF-8D15-314069F2C5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196D35-2E37-4B6D-B90F-D77128FDD3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F2FB49-5DB8-4278-9749-3B1B45FDC974}"/>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5" name="Footer Placeholder 4">
            <a:extLst>
              <a:ext uri="{FF2B5EF4-FFF2-40B4-BE49-F238E27FC236}">
                <a16:creationId xmlns:a16="http://schemas.microsoft.com/office/drawing/2014/main" id="{D55CA11C-4AFF-43E9-937B-30F143508E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B8618-8B47-4109-8859-AB22B4062B58}"/>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1369001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30665-589C-4B00-AE7C-165575FBC5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A6CAB7-F0AD-4D88-89C8-79825E5525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72A13A-6B03-4509-9C15-8610C73BA1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C0C2A6-6B19-429D-BFAA-F19C0D2F538B}"/>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6" name="Footer Placeholder 5">
            <a:extLst>
              <a:ext uri="{FF2B5EF4-FFF2-40B4-BE49-F238E27FC236}">
                <a16:creationId xmlns:a16="http://schemas.microsoft.com/office/drawing/2014/main" id="{7C7AE127-03B3-44D3-9989-5895012F8B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B80765-0F4E-4DDD-B744-9D86D7B4F02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1750516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9FF4-EA4F-4BE5-83BA-093797F112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CD7E6F-D1A7-4EC4-A798-6515E5F7F4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3106AB-8357-4C0D-B9D5-DB9FC483F9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61582-8C96-4E8D-BC06-EE11120342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C3A6B5-AFB3-46BE-BDE8-D9EAC38AA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1EF17-830E-424E-95F9-84846DEA3968}"/>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8" name="Footer Placeholder 7">
            <a:extLst>
              <a:ext uri="{FF2B5EF4-FFF2-40B4-BE49-F238E27FC236}">
                <a16:creationId xmlns:a16="http://schemas.microsoft.com/office/drawing/2014/main" id="{BB7AA3F5-18C3-4B3B-B1AF-7944BE808D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8D959D-E126-4442-8869-C6676F7C110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777733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C7BE-C48D-4760-9EED-87B743272B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2AD6DB-3465-4EE6-B38E-A07A70579D1E}"/>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4" name="Footer Placeholder 3">
            <a:extLst>
              <a:ext uri="{FF2B5EF4-FFF2-40B4-BE49-F238E27FC236}">
                <a16:creationId xmlns:a16="http://schemas.microsoft.com/office/drawing/2014/main" id="{478E646D-A9D7-4A38-A9BF-9679DC43FA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6265F8-4BAB-474A-9C93-7DE9B95E5A72}"/>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4097826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D24569-DBBD-4F79-BDB4-2BDD26F7DFAA}"/>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3" name="Footer Placeholder 2">
            <a:extLst>
              <a:ext uri="{FF2B5EF4-FFF2-40B4-BE49-F238E27FC236}">
                <a16:creationId xmlns:a16="http://schemas.microsoft.com/office/drawing/2014/main" id="{8FD5A5BE-59CC-4189-9380-0D8FC7BDDC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D76A7B-490B-4CF0-AFF0-CA48AF014791}"/>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898320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882C-FF98-4459-9067-31D84C5BB3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AD226B-CA09-44AF-87C7-5EDFF4777E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1AD8B3-23E2-4EEE-B069-D87579AC3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A2539C-9900-4E98-8F93-1C6A40F7BB5B}"/>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6" name="Footer Placeholder 5">
            <a:extLst>
              <a:ext uri="{FF2B5EF4-FFF2-40B4-BE49-F238E27FC236}">
                <a16:creationId xmlns:a16="http://schemas.microsoft.com/office/drawing/2014/main" id="{765F89F6-5988-41E6-A1B9-DBE423A10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E51EE-2244-4744-8A63-3F5DBBFB329D}"/>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951686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60233-605C-4FB3-9102-70C4B3CA6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534E09-17CF-40E7-994C-65F7EB727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978C32-3DC4-4B0E-9992-4A1336385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1AFB2-1054-4F94-BF33-C896A73A2D4B}"/>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6" name="Footer Placeholder 5">
            <a:extLst>
              <a:ext uri="{FF2B5EF4-FFF2-40B4-BE49-F238E27FC236}">
                <a16:creationId xmlns:a16="http://schemas.microsoft.com/office/drawing/2014/main" id="{7BE5D8B1-9E34-40E1-902A-F5947BA55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4D4A8-89B9-41A6-8BFD-CBFFE8B441D6}"/>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1796563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5347-BCC4-4A6B-B1B5-AA327C7BD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4A9707-54C3-4826-A37C-7BFD3C69C7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23BA22-0214-497C-B20B-81A8523082C8}"/>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5" name="Footer Placeholder 4">
            <a:extLst>
              <a:ext uri="{FF2B5EF4-FFF2-40B4-BE49-F238E27FC236}">
                <a16:creationId xmlns:a16="http://schemas.microsoft.com/office/drawing/2014/main" id="{D587DF59-DCB0-45ED-BF11-E6E9145D2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21485-88E9-450A-A1E9-34D08CCF157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5270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591674-1002-4C87-82FA-C8F42D304E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08704C-F88B-4869-B2EF-568C49DFFB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26AFF6-4B45-47DD-B91E-59B10FD504DC}"/>
              </a:ext>
            </a:extLst>
          </p:cNvPr>
          <p:cNvSpPr>
            <a:spLocks noGrp="1"/>
          </p:cNvSpPr>
          <p:nvPr>
            <p:ph type="dt" sz="half" idx="10"/>
          </p:nvPr>
        </p:nvSpPr>
        <p:spPr/>
        <p:txBody>
          <a:bodyPr/>
          <a:lstStyle/>
          <a:p>
            <a:fld id="{383E4D57-7DC2-4C3A-AF88-3D95FDE3995A}" type="datetimeFigureOut">
              <a:rPr lang="en-US" smtClean="0"/>
              <a:t>12/10/2024</a:t>
            </a:fld>
            <a:endParaRPr lang="en-US"/>
          </a:p>
        </p:txBody>
      </p:sp>
      <p:sp>
        <p:nvSpPr>
          <p:cNvPr id="5" name="Footer Placeholder 4">
            <a:extLst>
              <a:ext uri="{FF2B5EF4-FFF2-40B4-BE49-F238E27FC236}">
                <a16:creationId xmlns:a16="http://schemas.microsoft.com/office/drawing/2014/main" id="{9F50C32C-77DB-4F72-9C63-5D82E50A3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4368A-4E24-4292-8F20-42F825930274}"/>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4102917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2FA0E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90605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BC5F76-E21D-46DF-9BDB-A86829D518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5D42D8-68D5-496C-8954-AAD092654A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3599ED-AEF2-4BB8-A771-F3A9E2FCD2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3E4D57-7DC2-4C3A-AF88-3D95FDE3995A}" type="datetimeFigureOut">
              <a:rPr lang="en-US" smtClean="0"/>
              <a:t>12/10/2024</a:t>
            </a:fld>
            <a:endParaRPr lang="en-US"/>
          </a:p>
        </p:txBody>
      </p:sp>
      <p:sp>
        <p:nvSpPr>
          <p:cNvPr id="5" name="Footer Placeholder 4">
            <a:extLst>
              <a:ext uri="{FF2B5EF4-FFF2-40B4-BE49-F238E27FC236}">
                <a16:creationId xmlns:a16="http://schemas.microsoft.com/office/drawing/2014/main" id="{4B39011D-4DCE-415A-B2C1-EDC04B581E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A5B462-5896-4BB3-BF1B-FA7DEA6417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83D0DA-FA43-4589-B418-BF12C8079A85}" type="slidenum">
              <a:rPr lang="en-US" smtClean="0"/>
              <a:t>‹#›</a:t>
            </a:fld>
            <a:endParaRPr lang="en-US"/>
          </a:p>
        </p:txBody>
      </p:sp>
    </p:spTree>
    <p:extLst>
      <p:ext uri="{BB962C8B-B14F-4D97-AF65-F5344CB8AC3E}">
        <p14:creationId xmlns:p14="http://schemas.microsoft.com/office/powerpoint/2010/main" val="679861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CE00-DBB2-41BB-8766-14D2DB07B1E1}"/>
              </a:ext>
            </a:extLst>
          </p:cNvPr>
          <p:cNvSpPr>
            <a:spLocks noGrp="1"/>
          </p:cNvSpPr>
          <p:nvPr>
            <p:ph type="title"/>
          </p:nvPr>
        </p:nvSpPr>
        <p:spPr>
          <a:xfrm>
            <a:off x="381000" y="228600"/>
            <a:ext cx="8670636" cy="533400"/>
          </a:xfrm>
        </p:spPr>
        <p:txBody>
          <a:bodyPr>
            <a:normAutofit fontScale="90000"/>
          </a:bodyPr>
          <a:lstStyle/>
          <a:p>
            <a:r>
              <a:rPr lang="en-US" sz="3000" dirty="0">
                <a:latin typeface="Poppins" panose="00000500000000000000" pitchFamily="2" charset="0"/>
                <a:cs typeface="Poppins" panose="00000500000000000000" pitchFamily="2" charset="0"/>
              </a:rPr>
              <a:t>Pineapple Hospitality:</a:t>
            </a:r>
            <a:br>
              <a:rPr lang="en-US" sz="3000" dirty="0">
                <a:latin typeface="Poppins" panose="00000500000000000000" pitchFamily="2" charset="0"/>
                <a:cs typeface="Poppins" panose="00000500000000000000" pitchFamily="2" charset="0"/>
              </a:rPr>
            </a:br>
            <a:r>
              <a:rPr lang="en-US" sz="3000" dirty="0">
                <a:latin typeface="Poppins" panose="00000500000000000000" pitchFamily="2" charset="0"/>
                <a:cs typeface="Poppins" panose="00000500000000000000" pitchFamily="2" charset="0"/>
              </a:rPr>
              <a:t>Marketing Planning &amp; Social Media Assessment</a:t>
            </a:r>
          </a:p>
        </p:txBody>
      </p:sp>
      <p:sp>
        <p:nvSpPr>
          <p:cNvPr id="5" name="Rectangle 4">
            <a:extLst>
              <a:ext uri="{FF2B5EF4-FFF2-40B4-BE49-F238E27FC236}">
                <a16:creationId xmlns:a16="http://schemas.microsoft.com/office/drawing/2014/main" id="{92151E7E-EE34-4643-B5C7-9E353C625BA6}"/>
              </a:ext>
            </a:extLst>
          </p:cNvPr>
          <p:cNvSpPr/>
          <p:nvPr/>
        </p:nvSpPr>
        <p:spPr>
          <a:xfrm>
            <a:off x="287055" y="1177672"/>
            <a:ext cx="11523945" cy="1135696"/>
          </a:xfrm>
          <a:prstGeom prst="rect">
            <a:avLst/>
          </a:prstGeom>
        </p:spPr>
        <p:txBody>
          <a:bodyPr wrap="square">
            <a:spAutoFit/>
          </a:bodyPr>
          <a:lstStyle/>
          <a:p>
            <a:pPr lvl="0">
              <a:lnSpc>
                <a:spcPct val="110000"/>
              </a:lnSpc>
            </a:pPr>
            <a:r>
              <a:rPr lang="en-US" b="1" dirty="0">
                <a:solidFill>
                  <a:srgbClr val="008AD9"/>
                </a:solidFill>
                <a:latin typeface="Poppins" panose="00000500000000000000" pitchFamily="2" charset="0"/>
                <a:ea typeface="MS Mincho" panose="02020609040205080304" pitchFamily="49" charset="-128"/>
                <a:cs typeface="Poppins" panose="00000500000000000000" pitchFamily="2" charset="0"/>
              </a:rPr>
              <a:t>Client</a:t>
            </a:r>
            <a:r>
              <a:rPr lang="en-US" b="1" dirty="0">
                <a:solidFill>
                  <a:srgbClr val="008AD9"/>
                </a:solidFill>
                <a:latin typeface="Poppins" panose="00000500000000000000" pitchFamily="2" charset="0"/>
                <a:cs typeface="Poppins" panose="00000500000000000000" pitchFamily="2" charset="0"/>
              </a:rPr>
              <a:t> </a:t>
            </a:r>
            <a:r>
              <a:rPr lang="en-US" b="1" dirty="0">
                <a:solidFill>
                  <a:srgbClr val="008AD9"/>
                </a:solidFill>
                <a:latin typeface="Poppins" panose="00000500000000000000" pitchFamily="2" charset="0"/>
                <a:ea typeface="MS Mincho" panose="02020609040205080304" pitchFamily="49" charset="-128"/>
                <a:cs typeface="Poppins" panose="00000500000000000000" pitchFamily="2" charset="0"/>
              </a:rPr>
              <a:t>Need</a:t>
            </a:r>
          </a:p>
          <a:p>
            <a:r>
              <a:rPr lang="en-US" sz="1600" dirty="0">
                <a:solidFill>
                  <a:schemeClr val="tx1">
                    <a:lumMod val="65000"/>
                    <a:lumOff val="35000"/>
                  </a:schemeClr>
                </a:solidFill>
                <a:latin typeface="Poppins" panose="00000500000000000000" pitchFamily="2" charset="0"/>
                <a:cs typeface="Poppins" panose="00000500000000000000" pitchFamily="2" charset="0"/>
              </a:rPr>
              <a:t>Pineapple Hospitality is an eco-friendly hotel amenities supplier. They came to Affirma looking for strategic marketing planning and support as their existing efforts were siloed across different tactics. In addition, they were interested in a social media assessment along with competitor analysis.</a:t>
            </a:r>
            <a:endParaRPr lang="en-US" sz="1600" dirty="0">
              <a:solidFill>
                <a:schemeClr val="tx1">
                  <a:lumMod val="65000"/>
                  <a:lumOff val="35000"/>
                </a:schemeClr>
              </a:solidFill>
              <a:latin typeface="Poppins" panose="00000500000000000000" pitchFamily="2" charset="0"/>
              <a:ea typeface="MS Mincho" panose="02020609040205080304" pitchFamily="49" charset="-128"/>
              <a:cs typeface="Poppins" panose="00000500000000000000" pitchFamily="2" charset="0"/>
            </a:endParaRPr>
          </a:p>
        </p:txBody>
      </p:sp>
      <p:sp>
        <p:nvSpPr>
          <p:cNvPr id="7" name="Rectangle 6">
            <a:extLst>
              <a:ext uri="{FF2B5EF4-FFF2-40B4-BE49-F238E27FC236}">
                <a16:creationId xmlns:a16="http://schemas.microsoft.com/office/drawing/2014/main" id="{18B0CBF5-424C-4AAE-8C3D-098A83D2C8B6}"/>
              </a:ext>
            </a:extLst>
          </p:cNvPr>
          <p:cNvSpPr/>
          <p:nvPr/>
        </p:nvSpPr>
        <p:spPr>
          <a:xfrm>
            <a:off x="261286" y="2646206"/>
            <a:ext cx="9294194" cy="2394502"/>
          </a:xfrm>
          <a:prstGeom prst="rect">
            <a:avLst/>
          </a:prstGeom>
        </p:spPr>
        <p:txBody>
          <a:bodyPr wrap="square">
            <a:spAutoFit/>
          </a:bodyPr>
          <a:lstStyle/>
          <a:p>
            <a:pPr>
              <a:lnSpc>
                <a:spcPct val="120000"/>
              </a:lnSpc>
            </a:pPr>
            <a:r>
              <a:rPr lang="en-US" b="1" dirty="0">
                <a:solidFill>
                  <a:srgbClr val="008AD9"/>
                </a:solidFill>
                <a:latin typeface="Poppins" panose="00000500000000000000" pitchFamily="2" charset="0"/>
                <a:ea typeface="MS Mincho" panose="02020609040205080304" pitchFamily="49" charset="-128"/>
                <a:cs typeface="Poppins" panose="00000500000000000000" pitchFamily="2" charset="0"/>
              </a:rPr>
              <a:t>What We Did </a:t>
            </a:r>
          </a:p>
          <a:p>
            <a:r>
              <a:rPr lang="en-US" sz="1600" dirty="0">
                <a:solidFill>
                  <a:schemeClr val="tx1">
                    <a:lumMod val="65000"/>
                    <a:lumOff val="35000"/>
                  </a:schemeClr>
                </a:solidFill>
                <a:latin typeface="Poppins" panose="00000500000000000000" pitchFamily="2" charset="0"/>
                <a:cs typeface="Poppins" panose="00000500000000000000" pitchFamily="2" charset="0"/>
              </a:rPr>
              <a:t>Affirma completed a comprehensive social media audit with competitor analysis to help prioritize next steps in order to optimize performance. In addition, we reviewed existing marketing documents, such as documented processes, style guide, buyer personas and more to uncover any gaps.  Affirma identified several key areas to focus on in order to help create a more cohesive marketing strategy. This included developing a keyword matrix and content map that can be used across all tactics. Finally, Affirma provided a variety of templates to help with future planning, such as a content matrix, email best practice checklist, marketing plan spreadsheet and more. </a:t>
            </a:r>
          </a:p>
        </p:txBody>
      </p:sp>
      <p:sp>
        <p:nvSpPr>
          <p:cNvPr id="8" name="Rectangle 7">
            <a:extLst>
              <a:ext uri="{FF2B5EF4-FFF2-40B4-BE49-F238E27FC236}">
                <a16:creationId xmlns:a16="http://schemas.microsoft.com/office/drawing/2014/main" id="{5B514433-8F06-468B-AC0E-8A2C85C0A51C}"/>
              </a:ext>
            </a:extLst>
          </p:cNvPr>
          <p:cNvSpPr/>
          <p:nvPr/>
        </p:nvSpPr>
        <p:spPr>
          <a:xfrm>
            <a:off x="261286" y="5255308"/>
            <a:ext cx="9268425" cy="1254446"/>
          </a:xfrm>
          <a:prstGeom prst="rect">
            <a:avLst/>
          </a:prstGeom>
        </p:spPr>
        <p:txBody>
          <a:bodyPr wrap="square">
            <a:spAutoFit/>
          </a:bodyPr>
          <a:lstStyle/>
          <a:p>
            <a:pPr>
              <a:lnSpc>
                <a:spcPct val="120000"/>
              </a:lnSpc>
            </a:pPr>
            <a:r>
              <a:rPr lang="en-US" sz="1600" i="1" dirty="0">
                <a:solidFill>
                  <a:schemeClr val="accent2"/>
                </a:solidFill>
                <a:latin typeface="Poppins" panose="00000500000000000000" pitchFamily="2" charset="0"/>
                <a:cs typeface="Poppins" panose="00000500000000000000" pitchFamily="2" charset="0"/>
              </a:rPr>
              <a:t>The social media assessment was very specific and the templates that were provided to help us with personas, planning and email will be very useful.</a:t>
            </a:r>
          </a:p>
          <a:p>
            <a:pPr algn="r">
              <a:lnSpc>
                <a:spcPct val="120000"/>
              </a:lnSpc>
            </a:pPr>
            <a:r>
              <a:rPr lang="en-US" sz="1600" dirty="0">
                <a:solidFill>
                  <a:schemeClr val="accent2"/>
                </a:solidFill>
                <a:latin typeface="Poppins" panose="00000500000000000000" pitchFamily="2" charset="0"/>
                <a:cs typeface="Poppins" panose="00000500000000000000" pitchFamily="2" charset="0"/>
              </a:rPr>
              <a:t>Sharon Andrade, VP Sales</a:t>
            </a:r>
          </a:p>
          <a:p>
            <a:pPr algn="r">
              <a:lnSpc>
                <a:spcPct val="120000"/>
              </a:lnSpc>
            </a:pPr>
            <a:r>
              <a:rPr lang="en-US" sz="1600" dirty="0">
                <a:solidFill>
                  <a:schemeClr val="accent2"/>
                </a:solidFill>
                <a:latin typeface="Poppins" panose="00000500000000000000" pitchFamily="2" charset="0"/>
                <a:ea typeface="MS Mincho" panose="02020609040205080304" pitchFamily="49" charset="-128"/>
                <a:cs typeface="Poppins" panose="00000500000000000000" pitchFamily="2" charset="0"/>
              </a:rPr>
              <a:t>Pineapple Hospitality</a:t>
            </a:r>
          </a:p>
        </p:txBody>
      </p:sp>
      <p:pic>
        <p:nvPicPr>
          <p:cNvPr id="3" name="Picture 2" descr="Pineapple Hospitality to Fully Embrace its Staypineapple Brand">
            <a:extLst>
              <a:ext uri="{FF2B5EF4-FFF2-40B4-BE49-F238E27FC236}">
                <a16:creationId xmlns:a16="http://schemas.microsoft.com/office/drawing/2014/main" id="{76BD83F9-708D-4421-B596-1176F8658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0063" y="158067"/>
            <a:ext cx="3146760" cy="67049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Graphical user interface, text, application&#10;&#10;Description automatically generated">
            <a:extLst>
              <a:ext uri="{FF2B5EF4-FFF2-40B4-BE49-F238E27FC236}">
                <a16:creationId xmlns:a16="http://schemas.microsoft.com/office/drawing/2014/main" id="{001CABDA-E5C1-4ECE-B674-BFEA1B0D1432}"/>
              </a:ext>
            </a:extLst>
          </p:cNvPr>
          <p:cNvPicPr>
            <a:picLocks noChangeAspect="1"/>
          </p:cNvPicPr>
          <p:nvPr/>
        </p:nvPicPr>
        <p:blipFill rotWithShape="1">
          <a:blip r:embed="rId3">
            <a:extLst>
              <a:ext uri="{28A0092B-C50C-407E-A947-70E740481C1C}">
                <a14:useLocalDpi xmlns:a14="http://schemas.microsoft.com/office/drawing/2010/main" val="0"/>
              </a:ext>
            </a:extLst>
          </a:blip>
          <a:srcRect t="44393"/>
          <a:stretch/>
        </p:blipFill>
        <p:spPr>
          <a:xfrm>
            <a:off x="9753600" y="2646206"/>
            <a:ext cx="2438400" cy="3431041"/>
          </a:xfrm>
          <a:prstGeom prst="rect">
            <a:avLst/>
          </a:prstGeom>
        </p:spPr>
      </p:pic>
    </p:spTree>
    <p:extLst>
      <p:ext uri="{BB962C8B-B14F-4D97-AF65-F5344CB8AC3E}">
        <p14:creationId xmlns:p14="http://schemas.microsoft.com/office/powerpoint/2010/main" val="1311558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ApprovedByClient xmlns="f0ee8362-fa7e-4bc9-ab88-7dcfb17cb19b">false</ApprovedByClient>
    <Notes0 xmlns="f0ee8362-fa7e-4bc9-ab88-7dcfb17cb19b" xsi:nil="true"/>
    <Named_x0020_Account xmlns="f0ee8362-fa7e-4bc9-ab88-7dcfb17cb19b" xsi:nil="true"/>
    <Industries xmlns="f0ee8362-fa7e-4bc9-ab88-7dcfb17cb19b" xsi:nil="true"/>
    <PlatTech xmlns="f0ee8362-fa7e-4bc9-ab88-7dcfb17cb19b" xsi:nil="true"/>
    <ProjectCompletionDate xmlns="f0ee8362-fa7e-4bc9-ab88-7dcfb17cb19b" xsi:nil="true"/>
    <BusinessUnit xmlns="f0ee8362-fa7e-4bc9-ab88-7dcfb17cb19b" xsi:nil="true"/>
    <Solutions xmlns="f0ee8362-fa7e-4bc9-ab88-7dcfb17cb19b" xsi:nil="true"/>
  </documentManagement>
</p:properties>
</file>

<file path=customXml/itemProps1.xml><?xml version="1.0" encoding="utf-8"?>
<ds:datastoreItem xmlns:ds="http://schemas.openxmlformats.org/officeDocument/2006/customXml" ds:itemID="{1BD2B266-5694-46B5-BC71-18A36BCA9569}"/>
</file>

<file path=customXml/itemProps2.xml><?xml version="1.0" encoding="utf-8"?>
<ds:datastoreItem xmlns:ds="http://schemas.openxmlformats.org/officeDocument/2006/customXml" ds:itemID="{71889D70-4285-4F7D-B3B1-07DB562EC076}"/>
</file>

<file path=customXml/itemProps3.xml><?xml version="1.0" encoding="utf-8"?>
<ds:datastoreItem xmlns:ds="http://schemas.openxmlformats.org/officeDocument/2006/customXml" ds:itemID="{97701AAD-9FCF-4E0C-B8A0-30351DC957A8}"/>
</file>

<file path=customXml/itemProps4.xml><?xml version="1.0" encoding="utf-8"?>
<ds:datastoreItem xmlns:ds="http://schemas.openxmlformats.org/officeDocument/2006/customXml" ds:itemID="{B54D60BA-0DAF-45F9-B715-1C85D8C273E1}"/>
</file>

<file path=docProps/app.xml><?xml version="1.0" encoding="utf-8"?>
<Properties xmlns="http://schemas.openxmlformats.org/officeDocument/2006/extended-properties" xmlns:vt="http://schemas.openxmlformats.org/officeDocument/2006/docPropsVTypes">
  <TotalTime>37</TotalTime>
  <Words>209</Words>
  <Application>Microsoft Office PowerPoint</Application>
  <PresentationFormat>Widescreen</PresentationFormat>
  <Paragraphs>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Poppins</vt:lpstr>
      <vt:lpstr>Segoe UI</vt:lpstr>
      <vt:lpstr>Office Theme</vt:lpstr>
      <vt:lpstr>Pineapple Hospitality: Marketing Planning &amp; Social Media Assessment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Ideoclick – PPC Audit &amp; Ongoing Paid Ads Campaign Execution</dc:title>
  <dc:creator>Alyson Knox-Meade</dc:creator>
  <cp:lastModifiedBy>Alyson Knox-Meade</cp:lastModifiedBy>
  <cp:revision>1</cp:revision>
  <dcterms:created xsi:type="dcterms:W3CDTF">2021-04-12T22:19:17Z</dcterms:created>
  <dcterms:modified xsi:type="dcterms:W3CDTF">2024-12-10T14:42:05Z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