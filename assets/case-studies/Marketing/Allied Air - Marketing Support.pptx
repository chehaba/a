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7481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ABB1CF-90BE-4AFF-9B6A-07D46C74B171}" v="18" dt="2025-10-31T18:12:42.0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13" Type="http://schemas.openxmlformats.org/officeDocument/2006/relationships/customXml" Target="../customXml/item4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2.xml"/><Relationship Id="rId5" Type="http://schemas.openxmlformats.org/officeDocument/2006/relationships/viewProps" Target="viewProps.xml"/><Relationship Id="rId10" Type="http://schemas.openxmlformats.org/officeDocument/2006/relationships/customXml" Target="../customXml/item1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yson Knox-Meade" userId="9add29cb-6821-43c7-a287-0793ac386e0f" providerId="ADAL" clId="{8C1383B3-1584-44F1-A0DA-622665587E50}"/>
    <pc:docChg chg="undo custSel modSld">
      <pc:chgData name="Alyson Knox-Meade" userId="9add29cb-6821-43c7-a287-0793ac386e0f" providerId="ADAL" clId="{8C1383B3-1584-44F1-A0DA-622665587E50}" dt="2025-10-31T18:14:16.015" v="1101" actId="20577"/>
      <pc:docMkLst>
        <pc:docMk/>
      </pc:docMkLst>
      <pc:sldChg chg="addSp delSp modSp mod">
        <pc:chgData name="Alyson Knox-Meade" userId="9add29cb-6821-43c7-a287-0793ac386e0f" providerId="ADAL" clId="{8C1383B3-1584-44F1-A0DA-622665587E50}" dt="2025-10-31T18:14:16.015" v="1101" actId="20577"/>
        <pc:sldMkLst>
          <pc:docMk/>
          <pc:sldMk cId="1695204507" sldId="2147481260"/>
        </pc:sldMkLst>
        <pc:spChg chg="mod">
          <ac:chgData name="Alyson Knox-Meade" userId="9add29cb-6821-43c7-a287-0793ac386e0f" providerId="ADAL" clId="{8C1383B3-1584-44F1-A0DA-622665587E50}" dt="2025-10-31T18:00:38.262" v="59" actId="27636"/>
          <ac:spMkLst>
            <pc:docMk/>
            <pc:sldMk cId="1695204507" sldId="2147481260"/>
            <ac:spMk id="3" creationId="{8AAF9CE8-510F-8BFB-9BAB-FF7E97AB386C}"/>
          </ac:spMkLst>
        </pc:spChg>
        <pc:spChg chg="mod">
          <ac:chgData name="Alyson Knox-Meade" userId="9add29cb-6821-43c7-a287-0793ac386e0f" providerId="ADAL" clId="{8C1383B3-1584-44F1-A0DA-622665587E50}" dt="2025-10-31T18:12:22.076" v="906" actId="1076"/>
          <ac:spMkLst>
            <pc:docMk/>
            <pc:sldMk cId="1695204507" sldId="2147481260"/>
            <ac:spMk id="7" creationId="{179DBBCD-4DF1-3E76-1AE6-CA01E2BF4579}"/>
          </ac:spMkLst>
        </pc:spChg>
        <pc:spChg chg="mod">
          <ac:chgData name="Alyson Knox-Meade" userId="9add29cb-6821-43c7-a287-0793ac386e0f" providerId="ADAL" clId="{8C1383B3-1584-44F1-A0DA-622665587E50}" dt="2025-10-31T18:12:18.604" v="905" actId="1076"/>
          <ac:spMkLst>
            <pc:docMk/>
            <pc:sldMk cId="1695204507" sldId="2147481260"/>
            <ac:spMk id="8" creationId="{F7488CF4-6BB1-7B15-DCB9-EFF7C333F52A}"/>
          </ac:spMkLst>
        </pc:spChg>
        <pc:spChg chg="mod">
          <ac:chgData name="Alyson Knox-Meade" userId="9add29cb-6821-43c7-a287-0793ac386e0f" providerId="ADAL" clId="{8C1383B3-1584-44F1-A0DA-622665587E50}" dt="2025-10-31T18:14:16.015" v="1101" actId="20577"/>
          <ac:spMkLst>
            <pc:docMk/>
            <pc:sldMk cId="1695204507" sldId="2147481260"/>
            <ac:spMk id="11" creationId="{FCE4E638-1258-9FAA-9879-A8AF14803A70}"/>
          </ac:spMkLst>
        </pc:spChg>
        <pc:spChg chg="mod">
          <ac:chgData name="Alyson Knox-Meade" userId="9add29cb-6821-43c7-a287-0793ac386e0f" providerId="ADAL" clId="{8C1383B3-1584-44F1-A0DA-622665587E50}" dt="2025-10-31T18:12:14.796" v="904" actId="1076"/>
          <ac:spMkLst>
            <pc:docMk/>
            <pc:sldMk cId="1695204507" sldId="2147481260"/>
            <ac:spMk id="13" creationId="{EF349A7F-E040-925D-4DBF-62820CE752B8}"/>
          </ac:spMkLst>
        </pc:spChg>
        <pc:picChg chg="del">
          <ac:chgData name="Alyson Knox-Meade" userId="9add29cb-6821-43c7-a287-0793ac386e0f" providerId="ADAL" clId="{8C1383B3-1584-44F1-A0DA-622665587E50}" dt="2025-10-31T17:59:29.174" v="23" actId="478"/>
          <ac:picMkLst>
            <pc:docMk/>
            <pc:sldMk cId="1695204507" sldId="2147481260"/>
            <ac:picMk id="6" creationId="{5076D375-B8AC-805F-DA47-BE30210E4E9E}"/>
          </ac:picMkLst>
        </pc:picChg>
        <pc:picChg chg="add mod">
          <ac:chgData name="Alyson Knox-Meade" userId="9add29cb-6821-43c7-a287-0793ac386e0f" providerId="ADAL" clId="{8C1383B3-1584-44F1-A0DA-622665587E50}" dt="2025-10-31T18:01:38.553" v="62" actId="1076"/>
          <ac:picMkLst>
            <pc:docMk/>
            <pc:sldMk cId="1695204507" sldId="2147481260"/>
            <ac:picMk id="1026" creationId="{8B908068-11C5-DC01-E903-6F9DA876EAA7}"/>
          </ac:picMkLst>
        </pc:picChg>
        <pc:picChg chg="add mod">
          <ac:chgData name="Alyson Knox-Meade" userId="9add29cb-6821-43c7-a287-0793ac386e0f" providerId="ADAL" clId="{8C1383B3-1584-44F1-A0DA-622665587E50}" dt="2025-10-31T18:12:37.614" v="910" actId="1076"/>
          <ac:picMkLst>
            <pc:docMk/>
            <pc:sldMk cId="1695204507" sldId="2147481260"/>
            <ac:picMk id="1028" creationId="{D0E2466D-453C-8935-10F1-4B006F63B0CD}"/>
          </ac:picMkLst>
        </pc:picChg>
        <pc:picChg chg="add mod">
          <ac:chgData name="Alyson Knox-Meade" userId="9add29cb-6821-43c7-a287-0793ac386e0f" providerId="ADAL" clId="{8C1383B3-1584-44F1-A0DA-622665587E50}" dt="2025-10-31T18:12:42.061" v="912" actId="1076"/>
          <ac:picMkLst>
            <pc:docMk/>
            <pc:sldMk cId="1695204507" sldId="2147481260"/>
            <ac:picMk id="1030" creationId="{27DCC83F-569A-9EAE-43D3-182DF05E8BE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8D8B3-9D83-41B4-B7B5-863CA89939C8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092344-4B3D-4C3F-8A03-87F12DF49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151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Alyson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5969E8-D4A8-459D-AC5D-104F464EDAB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6788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71822-3EDA-8A52-60B5-0318CE9CA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B04097-F09D-F426-1778-EDC612383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F3F11-11B7-AD81-6D87-F13482B5B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E8289-9BE8-4D8C-8388-85D1D545F64C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59FF0-23A6-B29C-50C8-93AA65F11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D4C0D-839C-C7A0-0DED-8A24C06FC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CB84-B7DC-4F9F-AD1C-D109A096E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63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368F0-05F4-E31F-AF41-DA85672A4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303D7-F064-F0B9-07AD-99A091593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379CB-C483-9E91-9EE5-F7E699D79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E8289-9BE8-4D8C-8388-85D1D545F64C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06C27-DBAA-B96D-FFF6-587A873FF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561BF-E695-D27C-48CC-6E608DD44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CB84-B7DC-4F9F-AD1C-D109A096E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54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C720A-329B-255E-BBF8-0C5D15D9A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1C599-CA24-A759-946F-FADB6031C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808D2-50D4-98C0-FBDD-6B538211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E8289-9BE8-4D8C-8388-85D1D545F64C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44875-03D7-8AF8-0781-8E7F5C82D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638D5-7305-CE24-0165-C8D1CE153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CB84-B7DC-4F9F-AD1C-D109A096E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815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0305E-58A8-1EE4-44FB-9BE3702D4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3B94A-CC46-2FFC-A214-ACB6910DA7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1C34A5-11DE-952B-F643-FADF9B283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18B3FD-3289-C38A-3B14-8E2634AAB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E8289-9BE8-4D8C-8388-85D1D545F64C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4D760-F300-926F-49A9-0CB165A20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5C2B2-589D-7CA1-F6D8-172CB833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CB84-B7DC-4F9F-AD1C-D109A096E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143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E2AC9-CA59-B9CF-A6D8-18CE9A33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CC06D-F317-F403-C14D-A63B1A2ED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00D18-40B4-B1A4-DA26-0AFC5E0BC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BC9236-B4A6-7C86-8F3E-DF694D493D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0D9E77-6A19-DA21-E6EE-CA95501FB5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B93956-BAEC-A718-77B9-0C9AD3A62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E8289-9BE8-4D8C-8388-85D1D545F64C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7E9729-2B3B-0892-8F60-67B52164A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EA5B0A-53FC-7A18-1BAF-3C846FA50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CB84-B7DC-4F9F-AD1C-D109A096E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201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4F46A-7D34-1BD4-3CB2-C1989328D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8F6514-44C5-0495-BD59-698E06B14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E8289-9BE8-4D8C-8388-85D1D545F64C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6F43F9-14B0-04EA-4A3D-C2CBD09B8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FBE67-77BE-889D-4444-35151AF13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CB84-B7DC-4F9F-AD1C-D109A096E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00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8A8E3B-00DE-4847-44D6-B1A249884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E8289-9BE8-4D8C-8388-85D1D545F64C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8FA78E-BDB8-5544-4287-8A0C147F9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C5A7F-2B26-2171-16AE-039F1CE6F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CB84-B7DC-4F9F-AD1C-D109A096E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249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8A81A-598C-9D6C-E7B5-13DA9178D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8D44A-5D5A-8243-EF78-E5D699B60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AC7CD2-9EAB-D577-19D4-647B8CFCC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C94AB-4DEE-2B37-2FA9-01C7FB7F4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E8289-9BE8-4D8C-8388-85D1D545F64C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E0F61-EDBB-000B-FE88-E6FB1B2C1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B6720-F6F1-BDD3-BEFA-5A366E49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CB84-B7DC-4F9F-AD1C-D109A096E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465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42619-E768-EDFD-3823-CC0096406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F710DE-14A0-354D-648B-605AA4AF4E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3FC65C-0E07-11DB-AA68-E632814B6E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2F187-4D31-7F73-6389-C513A2D61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E8289-9BE8-4D8C-8388-85D1D545F64C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0F7351-8EE7-BDF6-F3D2-574BAE20A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8840E1-D4FD-D451-9DC8-A33F9F8C9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CB84-B7DC-4F9F-AD1C-D109A096E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96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25F90-F4B9-FD67-66A7-70BB573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BFEA30-FF3A-6C16-3D23-21A76C6BF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7FB0D-D63A-1AFF-F0C7-117CD4248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E8289-9BE8-4D8C-8388-85D1D545F64C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50F3B-34F6-2EF5-189A-71DBC5147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5D98B-A169-A16A-B4E8-4880D7EBB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CB84-B7DC-4F9F-AD1C-D109A096E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788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2B77A-48A1-C280-CD34-84968F8E0A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27943B-A4E7-3994-3DA7-DF2DDC3E3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C68D9-ADF1-FFDB-E260-A31570A29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E8289-9BE8-4D8C-8388-85D1D545F64C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B778B-B7F6-4EF1-B548-734EE52C2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56B3A-A65E-2B1C-AF35-C686BC874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9CB84-B7DC-4F9F-AD1C-D109A096E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490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0"/>
            <a:ext cx="2743200" cy="154809"/>
          </a:xfrm>
        </p:spPr>
        <p:txBody>
          <a:bodyPr/>
          <a:lstStyle>
            <a:lvl1pPr>
              <a:defRPr sz="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10985432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Placeholder for Title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499D1E-B5BB-3141-A0F0-C62AD4413D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285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5F0C0E-79B3-8652-6AA2-EE78C63D7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D55FC-5185-34BA-271C-1CCE16E7D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F9DB8-D0D2-DF0B-9300-96629E6FE9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7E8289-9BE8-4D8C-8388-85D1D545F64C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703EB-B1FC-8F5E-ACCD-05FAB1BBF7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A42BD-81ED-DE8B-EE09-B7671785E5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99CB84-B7DC-4F9F-AD1C-D109A096E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590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79147-4326-3016-D3B1-37680CAE7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AF9CE8-510F-8BFB-9BAB-FF7E97AB3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3" y="397033"/>
            <a:ext cx="10816989" cy="764390"/>
          </a:xfrm>
        </p:spPr>
        <p:txBody>
          <a:bodyPr anchor="ctr">
            <a:normAutofit/>
          </a:bodyPr>
          <a:lstStyle/>
          <a:p>
            <a:r>
              <a:rPr lang="en-US" b="1" dirty="0">
                <a:latin typeface="Poppins SemiBold" pitchFamily="2" charset="77"/>
                <a:cs typeface="Poppins SemiBold" pitchFamily="2" charset="77"/>
              </a:rPr>
              <a:t>Allied Air Enterprises: Marketing Support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9F99F6D-C0B0-CBFE-9717-9CBD3A82B498}"/>
              </a:ext>
            </a:extLst>
          </p:cNvPr>
          <p:cNvSpPr txBox="1">
            <a:spLocks/>
          </p:cNvSpPr>
          <p:nvPr/>
        </p:nvSpPr>
        <p:spPr>
          <a:xfrm>
            <a:off x="1959682" y="1613049"/>
            <a:ext cx="1793687" cy="30475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008AD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9DBBCD-4DF1-3E76-1AE6-CA01E2BF4579}"/>
              </a:ext>
            </a:extLst>
          </p:cNvPr>
          <p:cNvSpPr/>
          <p:nvPr/>
        </p:nvSpPr>
        <p:spPr>
          <a:xfrm>
            <a:off x="603282" y="1612540"/>
            <a:ext cx="6574891" cy="2432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F7081"/>
                </a:solidFill>
                <a:effectLst/>
                <a:uLnTx/>
                <a:uFillTx/>
                <a:latin typeface="Poppins SemiBold" panose="00000700000000000000" pitchFamily="2" charset="0"/>
                <a:ea typeface="MS Mincho" panose="02020609040205080304" pitchFamily="49" charset="-128"/>
                <a:cs typeface="Poppins SemiBold" panose="00000700000000000000" pitchFamily="2" charset="0"/>
              </a:rPr>
              <a:t>Background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CED4">
                    <a:lumMod val="10000"/>
                  </a:srgb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Allied Air is a Lennox International company that manufactures and supplies premier heating, ventilation, and air conditioning (HVAC) solutions for residential and commercial use. They operate through multiple brands, such as Armstrong Air,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5CED4">
                    <a:lumMod val="10000"/>
                  </a:srgb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AirEase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CED4">
                    <a:lumMod val="10000"/>
                  </a:srgb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, and Allied Commercial.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500" dirty="0">
              <a:solidFill>
                <a:srgbClr val="C5CED4">
                  <a:lumMod val="10000"/>
                </a:srgb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CED4">
                    <a:lumMod val="10000"/>
                  </a:srgb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They were looking for an ongoing marketing &amp; CRM partner to audit and </a:t>
            </a:r>
            <a:r>
              <a:rPr lang="en-US" sz="1400" dirty="0">
                <a:solidFill>
                  <a:srgbClr val="C5CED4">
                    <a:lumMod val="10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provide implementation services.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CED4">
                    <a:lumMod val="10000"/>
                  </a:srgb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C5CED4">
                  <a:lumMod val="10000"/>
                </a:srgbClr>
              </a:solidFill>
              <a:effectLst/>
              <a:uLnTx/>
              <a:uFillTx/>
              <a:latin typeface="Poppins" panose="00000500000000000000" pitchFamily="2" charset="0"/>
              <a:ea typeface="MS Mincho" panose="02020609040205080304" pitchFamily="49" charset="-128"/>
              <a:cs typeface="Poppins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488CF4-6BB1-7B15-DCB9-EFF7C333F52A}"/>
              </a:ext>
            </a:extLst>
          </p:cNvPr>
          <p:cNvSpPr/>
          <p:nvPr/>
        </p:nvSpPr>
        <p:spPr>
          <a:xfrm>
            <a:off x="603282" y="4226414"/>
            <a:ext cx="3968716" cy="371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F7081"/>
                </a:solidFill>
                <a:effectLst/>
                <a:uLnTx/>
                <a:uFillTx/>
                <a:latin typeface="Poppins SemiBold" panose="00000700000000000000" pitchFamily="2" charset="0"/>
                <a:ea typeface="MS Mincho" panose="02020609040205080304" pitchFamily="49" charset="-128"/>
                <a:cs typeface="Poppins SemiBold" panose="00000700000000000000" pitchFamily="2" charset="0"/>
              </a:rPr>
              <a:t>Affirma Support: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E4E638-1258-9FAA-9879-A8AF14803A70}"/>
              </a:ext>
            </a:extLst>
          </p:cNvPr>
          <p:cNvSpPr txBox="1"/>
          <p:nvPr/>
        </p:nvSpPr>
        <p:spPr>
          <a:xfrm>
            <a:off x="4098657" y="4597798"/>
            <a:ext cx="349537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5CED4">
                    <a:lumMod val="10000"/>
                  </a:srgb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Salesforce Pardot / CRM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C5CED4">
                    <a:lumMod val="10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Email nurture strategy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C5CED4">
                    <a:lumMod val="10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Email deployments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C5CED4">
                    <a:lumMod val="10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Segmentation strategy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C5CED4">
                    <a:lumMod val="10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Email and landing page creation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C5CED4">
                    <a:lumMod val="10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Lead management process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C5CED4">
                    <a:lumMod val="10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Creative design support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rgbClr val="C5CED4">
                    <a:lumMod val="10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Ad-hoc admin</a:t>
            </a:r>
          </a:p>
          <a:p>
            <a:pPr lvl="1">
              <a:defRPr/>
            </a:pPr>
            <a:endParaRPr lang="en-US" sz="1400" dirty="0">
              <a:solidFill>
                <a:srgbClr val="C5CED4">
                  <a:lumMod val="10000"/>
                </a:srgb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C5CED4">
                  <a:lumMod val="10000"/>
                </a:srgbClr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349A7F-E040-925D-4DBF-62820CE752B8}"/>
              </a:ext>
            </a:extLst>
          </p:cNvPr>
          <p:cNvSpPr txBox="1"/>
          <p:nvPr/>
        </p:nvSpPr>
        <p:spPr>
          <a:xfrm>
            <a:off x="603282" y="4601806"/>
            <a:ext cx="349537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5CED4">
                    <a:lumMod val="10000"/>
                  </a:srgb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Social Media Management</a:t>
            </a:r>
          </a:p>
          <a:p>
            <a:pPr marL="742950" lvl="1" indent="-285750">
              <a:buFont typeface="Courier New" panose="02070309020205020404" pitchFamily="49" charset="0"/>
              <a:buChar char="o"/>
              <a:defRPr/>
            </a:pPr>
            <a:r>
              <a:rPr lang="en-US" sz="1400" dirty="0">
                <a:solidFill>
                  <a:srgbClr val="C5CED4">
                    <a:lumMod val="10000"/>
                  </a:srgb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Performed comprehensive audit with competitor analysis</a:t>
            </a:r>
          </a:p>
          <a:p>
            <a:pPr marL="742950" lvl="1" indent="-285750">
              <a:buFont typeface="Courier New" panose="02070309020205020404" pitchFamily="49" charset="0"/>
              <a:buChar char="o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CED4">
                    <a:lumMod val="10000"/>
                  </a:srgb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Created organic strategy</a:t>
            </a:r>
          </a:p>
          <a:p>
            <a:pPr marL="742950" lvl="1" indent="-285750">
              <a:buFont typeface="Courier New" panose="02070309020205020404" pitchFamily="49" charset="0"/>
              <a:buChar char="o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CED4">
                    <a:lumMod val="10000"/>
                  </a:srgb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Deployed weekly posts across several channels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38D373-390F-CC4F-F1D1-677EE0FE7376}"/>
              </a:ext>
            </a:extLst>
          </p:cNvPr>
          <p:cNvSpPr/>
          <p:nvPr/>
        </p:nvSpPr>
        <p:spPr>
          <a:xfrm flipV="1">
            <a:off x="0" y="365239"/>
            <a:ext cx="68580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</a:t>
            </a:r>
          </a:p>
        </p:txBody>
      </p:sp>
      <p:pic>
        <p:nvPicPr>
          <p:cNvPr id="1030" name="Picture 6" descr="Commercial HVAC Systems | Allied Commercial">
            <a:extLst>
              <a:ext uri="{FF2B5EF4-FFF2-40B4-BE49-F238E27FC236}">
                <a16:creationId xmlns:a16="http://schemas.microsoft.com/office/drawing/2014/main" id="{27DCC83F-569A-9EAE-43D3-182DF05E8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0972" y="1612540"/>
            <a:ext cx="3747746" cy="3164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ur Brands | Allied Air Enterprises ...">
            <a:extLst>
              <a:ext uri="{FF2B5EF4-FFF2-40B4-BE49-F238E27FC236}">
                <a16:creationId xmlns:a16="http://schemas.microsoft.com/office/drawing/2014/main" id="{D0E2466D-453C-8935-10F1-4B006F63B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747" y="4898018"/>
            <a:ext cx="3121146" cy="130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5204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40c5edf46ad0243c172d3e6a5f6fa751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f48774ae5cf6ccd45b30992fa6c2b457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 xsi:nil="true"/>
    <Industries xmlns="f0ee8362-fa7e-4bc9-ab88-7dcfb17cb19b">
      <Value>Manufacturing</Value>
    </Industries>
    <PlatTech xmlns="f0ee8362-fa7e-4bc9-ab88-7dcfb17cb19b">
      <Value>Salesforce Pardot</Value>
      <Value>Salesforce</Value>
    </PlatTech>
    <ProjectCompletionDate xmlns="f0ee8362-fa7e-4bc9-ab88-7dcfb17cb19b">2024-01-01T08:00:00+00:00</ProjectCompletionDate>
    <BusinessUnit xmlns="f0ee8362-fa7e-4bc9-ab88-7dcfb17cb19b">
      <Value>Marketing Services</Value>
    </BusinessUnit>
    <Solutions xmlns="f0ee8362-fa7e-4bc9-ab88-7dcfb17cb19b">
      <Value>Email Campaigns</Value>
      <Value>Organic Social Media</Value>
      <Value>Marketing Technology</Value>
      <Value>Marketing Strategy</Value>
    </Solutions>
    <ApprovedByClient xmlns="f0ee8362-fa7e-4bc9-ab88-7dcfb17cb19b">false</ApprovedByClient>
  </documentManagement>
</p:properties>
</file>

<file path=customXml/itemProps1.xml><?xml version="1.0" encoding="utf-8"?>
<ds:datastoreItem xmlns:ds="http://schemas.openxmlformats.org/officeDocument/2006/customXml" ds:itemID="{4A98809A-E07A-439C-9E55-4A0FE23C6BCB}"/>
</file>

<file path=customXml/itemProps2.xml><?xml version="1.0" encoding="utf-8"?>
<ds:datastoreItem xmlns:ds="http://schemas.openxmlformats.org/officeDocument/2006/customXml" ds:itemID="{14BE4322-B9B7-49EF-9BD7-EDC60D955FB0}"/>
</file>

<file path=customXml/itemProps3.xml><?xml version="1.0" encoding="utf-8"?>
<ds:datastoreItem xmlns:ds="http://schemas.openxmlformats.org/officeDocument/2006/customXml" ds:itemID="{BC99E8A7-19EC-42F6-ADA9-A9126B0815D3}"/>
</file>

<file path=customXml/itemProps4.xml><?xml version="1.0" encoding="utf-8"?>
<ds:datastoreItem xmlns:ds="http://schemas.openxmlformats.org/officeDocument/2006/customXml" ds:itemID="{6891B31B-20DE-4D91-B6B3-3F208764009B}"/>
</file>

<file path=docMetadata/LabelInfo.xml><?xml version="1.0" encoding="utf-8"?>
<clbl:labelList xmlns:clbl="http://schemas.microsoft.com/office/2020/mipLabelMetadata">
  <clbl:label id="{65265dd0-4b20-44a4-aca4-b7ecbb143664}" enabled="0" method="" siteId="{65265dd0-4b20-44a4-aca4-b7ecbb1436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118</Words>
  <Application>Microsoft Office PowerPoint</Application>
  <PresentationFormat>Widescreen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Courier New</vt:lpstr>
      <vt:lpstr>Poppins</vt:lpstr>
      <vt:lpstr>Poppins SemiBold</vt:lpstr>
      <vt:lpstr>Office Theme</vt:lpstr>
      <vt:lpstr>Allied Air Enterprises: Marketing Support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Alyson Knox-Meade</dc:creator>
  <cp:lastModifiedBy>Alyson Knox-Meade</cp:lastModifiedBy>
  <cp:revision>1</cp:revision>
  <dcterms:created xsi:type="dcterms:W3CDTF">2025-10-31T17:58:23Z</dcterms:created>
  <dcterms:modified xsi:type="dcterms:W3CDTF">2025-10-31T18:14:24Z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