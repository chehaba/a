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c5bb3684af1d44a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c5bb3684af1d44a5"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153b5ba2d8e34ecd"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The CPE Store – Search Engine Marketing (SEM) with Google AdWords</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&lt;p&gt;The CPE Store, which provides continuing education courses to accounting professionals was looking to drive traffic to their website, and ultimately increase and convert sales. They have been subsisting on a traditional model of mailing out print catalogs and sending an occasional marketing email. However, this approach was not only costly, but not scalable. In addition, they were missing newly minted CPAs, who mainly engage via digital mediums.&lt;/p&gt;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&lt;p&gt;Affirma performed a thorough keyword and competitor analysis in order to develop and implement a comprehensive Pay-Per-Click (PPC) Google AdWords campaign. We configured and integrated Google Analytics; created campaigns and landing pages; and set up appropriate tracking code. In addition, Affirma created retargeting campaigns with Facebook.&lt;/p&gt;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&lt;p&gt;Within 2 months, The CPE Store reduced their expenses for traditional catalog mailouts by 38.8%, yet saw a 14.1% increase in sales. Affirma continues to support The CPE Store&amp;rsquo;s SEM strategy with ongoing monitoring, adjustments and experimentation to ensure they stay ahead of the competition.&lt;/p&gt;
&lt;blockquote&gt;
&lt;p&gt;&amp;ldquo;Working with Affirma to develop and implement our PPC/AdWords campaign has been great! Their communication has been outstanding and I feel taken care of. We plan on expanding our relationship with Affirma for our upcoming website needs.&amp;rdquo;&lt;/p&gt;
&lt;/blockquote&gt;
&lt;p&gt;&amp;ndash; Margie Haddon | President&lt;/p&gt;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Value>Email Campaigns</Value>
      <Value>Marketing Strategy</Value>
      <Value>PPC</Value>
      <Value>SEO/ AEO</Value>
    </Solutions>
    <Industries xmlns="f0ee8362-fa7e-4bc9-ab88-7dcfb17cb19b">
      <Value>Education</Value>
    </Industries>
    <Notes0 xmlns="f0ee8362-fa7e-4bc9-ab88-7dcfb17cb19b" xsi:nil="true"/>
    <Named_x0020_Account xmlns="f0ee8362-fa7e-4bc9-ab88-7dcfb17cb19b" xsi:nil="true"/>
    <PlatTech xmlns="f0ee8362-fa7e-4bc9-ab88-7dcfb17cb19b">
      <Value>Google</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526F696-F8DA-4BDE-89BF-02E6400E5D9C}"/>
</file>

<file path=customXml/itemProps2.xml><?xml version="1.0" encoding="utf-8"?>
<ds:datastoreItem xmlns:ds="http://schemas.openxmlformats.org/officeDocument/2006/customXml" ds:itemID="{AE58D138-B4B0-43EB-B842-269578AF9991}"/>
</file>

<file path=customXml/itemProps3.xml><?xml version="1.0" encoding="utf-8"?>
<ds:datastoreItem xmlns:ds="http://schemas.openxmlformats.org/officeDocument/2006/customXml" ds:itemID="{668277E5-B88B-4A20-A150-D2AD8DB8DF7C}"/>
</file>

<file path=customXml/itemProps4.xml><?xml version="1.0" encoding="utf-8"?>
<ds:datastoreItem xmlns:ds="http://schemas.openxmlformats.org/officeDocument/2006/customXml" ds:itemID="{4C9095C9-3CE5-43A3-8046-67527290BB96}"/>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58;#Education|385ce81e-4183-41eb-b473-ecd18f79329c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18100</vt:r8>
  </property>
  <property fmtid="{D5CDD505-2E9C-101B-9397-08002B2CF9AE}" pid="11" name="SO">
    <vt:lpwstr>11;#;#21;#;#31;#;#35;#</vt:lpwstr>
  </property>
  <property fmtid="{D5CDD505-2E9C-101B-9397-08002B2CF9AE}" pid="12" name="xd_Signature">
    <vt:bool>false</vt:bool>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