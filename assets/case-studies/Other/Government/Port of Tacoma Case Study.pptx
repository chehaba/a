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  <Override PartName="/customXml/itemProps4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711" r:id="rId2"/>
  </p:sldMasterIdLst>
  <p:notesMasterIdLst>
    <p:notesMasterId r:id="rId4"/>
  </p:notesMasterIdLst>
  <p:sldIdLst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96845AE-2A7C-14E8-B1BE-C9F095D61A88}" v="2" dt="2020-06-29T18:17:10.01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13" Type="http://schemas.openxmlformats.org/officeDocument/2006/relationships/customXml" Target="../customXml/item4.xml"/><Relationship Id="rId3" Type="http://schemas.openxmlformats.org/officeDocument/2006/relationships/slide" Target="slides/slide1.xml"/><Relationship Id="rId7" Type="http://schemas.openxmlformats.org/officeDocument/2006/relationships/theme" Target="theme/theme1.xml"/><Relationship Id="rId12" Type="http://schemas.openxmlformats.org/officeDocument/2006/relationships/customXml" Target="../customXml/item3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11" Type="http://schemas.openxmlformats.org/officeDocument/2006/relationships/customXml" Target="../customXml/item2.xml"/><Relationship Id="rId5" Type="http://schemas.openxmlformats.org/officeDocument/2006/relationships/presProps" Target="presProps.xml"/><Relationship Id="rId10" Type="http://schemas.openxmlformats.org/officeDocument/2006/relationships/customXml" Target="../customXml/item1.xml"/><Relationship Id="rId4" Type="http://schemas.openxmlformats.org/officeDocument/2006/relationships/notesMaster" Target="notesMasters/notesMaster1.xml"/><Relationship Id="rId9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DAA9C2-C951-471C-B22A-587F4E630ACF}" type="datetimeFigureOut">
              <a:rPr lang="en-US"/>
              <a:t>6/29/2020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633A33-677F-41B6-BA68-31DB88E60FD3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6767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54050" y="1162050"/>
            <a:ext cx="5573713" cy="3136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E3F6CF-073A-4B4F-A2B7-08B9C7DBCB9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7181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6/29/2020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6/29/2020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6/29/2020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490"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49941" y="2938387"/>
            <a:ext cx="7988613" cy="537931"/>
          </a:xfrm>
        </p:spPr>
        <p:txBody>
          <a:bodyPr wrap="none" anchor="t" anchorCtr="0">
            <a:noAutofit/>
          </a:bodyPr>
          <a:lstStyle>
            <a:lvl1pPr algn="l">
              <a:defRPr sz="27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49941" y="3727850"/>
            <a:ext cx="7988613" cy="1656131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48267" indent="0" algn="ctr">
              <a:buNone/>
              <a:defRPr sz="2000"/>
            </a:lvl2pPr>
            <a:lvl3pPr marL="896533" indent="0" algn="ctr">
              <a:buNone/>
              <a:defRPr sz="1800"/>
            </a:lvl3pPr>
            <a:lvl4pPr marL="1344800" indent="0" algn="ctr">
              <a:buNone/>
              <a:defRPr sz="1600"/>
            </a:lvl4pPr>
            <a:lvl5pPr marL="1793067" indent="0" algn="ctr">
              <a:buNone/>
              <a:defRPr sz="1600"/>
            </a:lvl5pPr>
            <a:lvl6pPr marL="2241334" indent="0" algn="ctr">
              <a:buNone/>
              <a:defRPr sz="1600"/>
            </a:lvl6pPr>
            <a:lvl7pPr marL="2689600" indent="0" algn="ctr">
              <a:buNone/>
              <a:defRPr sz="1600"/>
            </a:lvl7pPr>
            <a:lvl8pPr marL="3137867" indent="0" algn="ctr">
              <a:buNone/>
              <a:defRPr sz="1600"/>
            </a:lvl8pPr>
            <a:lvl9pPr marL="3586133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EB5FE165-096F-487F-8435-22B7C977BBAC}" type="datetime1">
              <a:rPr lang="en-US" smtClean="0"/>
              <a:t>6/29/2020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9939" y="2209472"/>
            <a:ext cx="1942773" cy="50438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0965F55-11BA-49A6-947C-F5315306624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37569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6B62FE56-11BB-4F56-957C-E2741DC5B8BB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490"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FC680771-E145-494A-AF5F-BDE0DE15568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E59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Segoe UI" panose="020B0502040204020203" pitchFamily="34" charset="0"/>
              </a:rPr>
              <a:t>		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0" y="2938387"/>
            <a:ext cx="11430000" cy="537931"/>
          </a:xfrm>
        </p:spPr>
        <p:txBody>
          <a:bodyPr wrap="none" anchor="t" anchorCtr="0">
            <a:noAutofit/>
          </a:bodyPr>
          <a:lstStyle>
            <a:lvl1pPr algn="l">
              <a:defRPr sz="27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49941" y="3727850"/>
            <a:ext cx="7988613" cy="1656131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48267" indent="0" algn="ctr">
              <a:buNone/>
              <a:defRPr sz="2000"/>
            </a:lvl2pPr>
            <a:lvl3pPr marL="896533" indent="0" algn="ctr">
              <a:buNone/>
              <a:defRPr sz="1800"/>
            </a:lvl3pPr>
            <a:lvl4pPr marL="1344800" indent="0" algn="ctr">
              <a:buNone/>
              <a:defRPr sz="1600"/>
            </a:lvl4pPr>
            <a:lvl5pPr marL="1793067" indent="0" algn="ctr">
              <a:buNone/>
              <a:defRPr sz="1600"/>
            </a:lvl5pPr>
            <a:lvl6pPr marL="2241334" indent="0" algn="ctr">
              <a:buNone/>
              <a:defRPr sz="1600"/>
            </a:lvl6pPr>
            <a:lvl7pPr marL="2689600" indent="0" algn="ctr">
              <a:buNone/>
              <a:defRPr sz="1600"/>
            </a:lvl7pPr>
            <a:lvl8pPr marL="3137867" indent="0" algn="ctr">
              <a:buNone/>
              <a:defRPr sz="1600"/>
            </a:lvl8pPr>
            <a:lvl9pPr marL="3586133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BA5D076-475A-402B-BFB3-BCB1DB0975A0}" type="datetime1">
              <a:rPr lang="en-US" smtClean="0"/>
              <a:t>6/29/2020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61B8082-4CA1-4814-AD91-104B2863304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94915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4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AC98557-C9EF-46C0-ACD8-4FD23549268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1FAE75BB-1AD1-46D5-8E07-38E7D1FB92C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E59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Segoe UI" panose="020B0502040204020203" pitchFamily="34" charset="0"/>
              </a:rPr>
              <a:t>		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2171" y="4590160"/>
            <a:ext cx="10515210" cy="1498923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  <a:latin typeface="Segoe UI" panose="020B0502040204020203" pitchFamily="34" charset="0"/>
              </a:defRPr>
            </a:lvl1pPr>
            <a:lvl2pPr marL="448267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896533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44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79306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413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689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13786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58613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67A68257-B1D1-45B7-A765-50CDBCA3FD86}" type="datetime1">
              <a:rPr lang="en-US" smtClean="0"/>
              <a:t>6/29/2020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2170" y="2331035"/>
            <a:ext cx="11205363" cy="896552"/>
          </a:xfrm>
        </p:spPr>
        <p:txBody>
          <a:bodyPr anchor="t" anchorCtr="0">
            <a:noAutofit/>
          </a:bodyPr>
          <a:lstStyle>
            <a:lvl1pPr algn="l">
              <a:defRPr sz="5300">
                <a:solidFill>
                  <a:schemeClr val="bg1"/>
                </a:solidFill>
                <a:latin typeface="+mj-lt"/>
                <a:cs typeface="Segoe UI Semilight" panose="020B04020402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AC7F00A-F86F-4137-BF70-C36BF607941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49259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B7FDDA0-9A72-4EF9-A2D2-0E17F0F1CF8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BE89F687-D33C-4157-BC5C-7A3EB7EF9B3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E59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Segoe UI" panose="020B0502040204020203" pitchFamily="34" charset="0"/>
              </a:rPr>
              <a:t>		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700" y="266700"/>
            <a:ext cx="10515211" cy="457200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Segoe UI" panose="020B05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6700" y="1143000"/>
            <a:ext cx="10515211" cy="4350456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Segoe UI" panose="020B0502040204020203" pitchFamily="34" charset="0"/>
              </a:defRPr>
            </a:lvl1pPr>
            <a:lvl2pPr>
              <a:defRPr>
                <a:solidFill>
                  <a:schemeClr val="bg1"/>
                </a:solidFill>
                <a:latin typeface="Segoe UI" panose="020B0502040204020203" pitchFamily="34" charset="0"/>
              </a:defRPr>
            </a:lvl2pPr>
            <a:lvl3pPr>
              <a:defRPr>
                <a:solidFill>
                  <a:schemeClr val="bg1"/>
                </a:solidFill>
                <a:latin typeface="Segoe UI" panose="020B0502040204020203" pitchFamily="34" charset="0"/>
              </a:defRPr>
            </a:lvl3pPr>
            <a:lvl4pPr>
              <a:defRPr>
                <a:solidFill>
                  <a:schemeClr val="bg1"/>
                </a:solidFill>
                <a:latin typeface="Segoe UI" panose="020B0502040204020203" pitchFamily="34" charset="0"/>
              </a:defRPr>
            </a:lvl4pPr>
            <a:lvl5pPr>
              <a:defRPr>
                <a:solidFill>
                  <a:schemeClr val="bg1"/>
                </a:solidFill>
                <a:latin typeface="Segoe UI" panose="020B0502040204020203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EFB58377-F27B-4099-8D07-8CC83E9FF8E3}" type="datetime1">
              <a:rPr lang="en-US" smtClean="0"/>
              <a:t>6/29/2020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0937B85-B95A-4743-A758-7FD5A4CDD66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949911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5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 descr="https://s-media-cache-ak0.pinimg.com/originals/56/3f/a2/563fa26398dc80e6c5b03695b4b05951.jpg">
            <a:extLst>
              <a:ext uri="{FF2B5EF4-FFF2-40B4-BE49-F238E27FC236}">
                <a16:creationId xmlns:a16="http://schemas.microsoft.com/office/drawing/2014/main" id="{2E825CFE-0636-45FA-8A13-E6196B14C82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143000"/>
            <a:ext cx="12192000" cy="9404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1FAE75BB-1AD1-46D5-8E07-38E7D1FB92C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E59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Segoe UI" panose="020B0502040204020203" pitchFamily="34" charset="0"/>
              </a:rPr>
              <a:t>		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2171" y="4590160"/>
            <a:ext cx="10515210" cy="1498923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  <a:latin typeface="Segoe UI" panose="020B0502040204020203" pitchFamily="34" charset="0"/>
              </a:defRPr>
            </a:lvl1pPr>
            <a:lvl2pPr marL="448267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896533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44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79306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413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689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13786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58613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86C74676-92AB-4545-938B-1B69D80DB240}" type="datetime1">
              <a:rPr lang="en-US" smtClean="0"/>
              <a:t>6/29/2020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2170" y="2331035"/>
            <a:ext cx="11205363" cy="896552"/>
          </a:xfrm>
        </p:spPr>
        <p:txBody>
          <a:bodyPr anchor="t" anchorCtr="0">
            <a:noAutofit/>
          </a:bodyPr>
          <a:lstStyle>
            <a:lvl1pPr algn="l">
              <a:defRPr sz="5300">
                <a:solidFill>
                  <a:schemeClr val="bg1"/>
                </a:solidFill>
                <a:latin typeface="+mj-lt"/>
                <a:cs typeface="Segoe UI Semilight" panose="020B04020402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4AEF935-9427-4AC1-8E61-AE96D9F3487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378875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2_Section Header">
    <p:bg>
      <p:bgPr>
        <a:solidFill>
          <a:srgbClr val="0096A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198E95B-5C91-4D5C-A2D1-6735F607907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20949" b="7428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A369CD0C-8BF2-4E3E-8C85-09B075B0434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E59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Segoe UI" panose="020B0502040204020203" pitchFamily="34" charset="0"/>
              </a:rPr>
              <a:t>		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0" y="4724400"/>
            <a:ext cx="10515210" cy="1524000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  <a:latin typeface="Segoe UI" panose="020B0502040204020203" pitchFamily="34" charset="0"/>
              </a:defRPr>
            </a:lvl1pPr>
            <a:lvl2pPr marL="448267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896533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44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79306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413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689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13786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58613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7A0B79CA-C4D9-4908-8B03-07B20BD050DE}" type="datetime1">
              <a:rPr lang="en-US" smtClean="0"/>
              <a:t>6/29/2020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3657600"/>
            <a:ext cx="10668000" cy="914400"/>
          </a:xfrm>
        </p:spPr>
        <p:txBody>
          <a:bodyPr tIns="91440" bIns="91440" anchor="t" anchorCtr="0">
            <a:noAutofit/>
          </a:bodyPr>
          <a:lstStyle>
            <a:lvl1pPr algn="l">
              <a:defRPr sz="5300">
                <a:solidFill>
                  <a:schemeClr val="bg1"/>
                </a:solidFill>
                <a:latin typeface="+mj-lt"/>
                <a:cs typeface="Segoe UI Semilight" panose="020B04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D36EFAE-173A-431F-8B79-18B410985F9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876792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573"/>
          <a:stretch/>
        </p:blipFill>
        <p:spPr>
          <a:xfrm>
            <a:off x="-2390669" y="-1"/>
            <a:ext cx="14582669" cy="6858000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2171" y="4590160"/>
            <a:ext cx="10515210" cy="1498923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</a:defRPr>
            </a:lvl1pPr>
            <a:lvl2pPr marL="448267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896533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44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79306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413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689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13786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58613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D2E6861D-08F0-455C-ABA0-53DFF2F796CF}" type="datetime1">
              <a:rPr lang="en-US" smtClean="0"/>
              <a:t>6/29/2020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2170" y="2331035"/>
            <a:ext cx="11205363" cy="896552"/>
          </a:xfrm>
        </p:spPr>
        <p:txBody>
          <a:bodyPr anchor="t" anchorCtr="0">
            <a:noAutofit/>
          </a:bodyPr>
          <a:lstStyle>
            <a:lvl1pPr algn="l">
              <a:defRPr sz="5300">
                <a:solidFill>
                  <a:srgbClr val="004E59"/>
                </a:solidFill>
                <a:latin typeface="+mj-lt"/>
                <a:cs typeface="Segoe UI Semilight" panose="020B04020402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714EBA0-C440-4D49-AAB8-E1ECDF6B67E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08268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3_Section Header">
    <p:bg>
      <p:bgPr>
        <a:solidFill>
          <a:srgbClr val="004E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-1" y="3"/>
            <a:ext cx="12192000" cy="6858000"/>
          </a:xfrm>
          <a:prstGeom prst="rect">
            <a:avLst/>
          </a:prstGeom>
          <a:solidFill>
            <a:srgbClr val="004E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2171" y="4590160"/>
            <a:ext cx="10515210" cy="1498923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</a:defRPr>
            </a:lvl1pPr>
            <a:lvl2pPr marL="448267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896533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44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79306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413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689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13786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58613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9A828875-DE2A-4007-BCB0-00064EAA777B}" type="datetime1">
              <a:rPr lang="en-US" smtClean="0"/>
              <a:t>6/29/2020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2170" y="2980723"/>
            <a:ext cx="11205363" cy="896552"/>
          </a:xfrm>
        </p:spPr>
        <p:txBody>
          <a:bodyPr anchor="t" anchorCtr="0">
            <a:noAutofit/>
          </a:bodyPr>
          <a:lstStyle>
            <a:lvl1pPr algn="l">
              <a:defRPr sz="5300">
                <a:solidFill>
                  <a:schemeClr val="bg1"/>
                </a:solidFill>
                <a:latin typeface="+mj-lt"/>
                <a:cs typeface="Segoe UI Semilight" panose="020B04020402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4EC61EA-4242-4C46-82F7-F70F2018C81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227312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F79BA1C-FAB8-4D2A-946A-62324E933EF1}" type="datetime1">
              <a:rPr lang="en-US" smtClean="0"/>
              <a:t>6/29/2020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" y="4"/>
            <a:ext cx="9980838" cy="81814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4E59"/>
          </a:solidFill>
          <a:ln>
            <a:solidFill>
              <a:srgbClr val="02637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rIns="76200" rtlCol="0" anchor="ctr"/>
          <a:lstStyle/>
          <a:p>
            <a:pPr algn="ctr"/>
            <a:endParaRPr lang="en-US" sz="1800" dirty="0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  <a:noFill/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16555EA-DF61-4D1D-A390-A2A781A275E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032468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8FB3B390-3D70-4147-B0BB-53F5951107F8}" type="datetime1">
              <a:rPr lang="en-US" smtClean="0"/>
              <a:t>6/29/2020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" y="4"/>
            <a:ext cx="9980838" cy="81814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6580"/>
          </a:solidFill>
          <a:ln>
            <a:solidFill>
              <a:srgbClr val="02637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rIns="76200" rtlCol="0" anchor="ctr"/>
          <a:lstStyle/>
          <a:p>
            <a:pPr algn="ctr"/>
            <a:endParaRPr lang="en-US" sz="1800" dirty="0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  <a:noFill/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16555EA-DF61-4D1D-A390-A2A781A275E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380311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8F97E55-68B0-4E78-8819-96463181F0E0}"/>
              </a:ext>
            </a:extLst>
          </p:cNvPr>
          <p:cNvSpPr/>
          <p:nvPr userDrawn="1"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4E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800" dirty="0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219200"/>
            <a:ext cx="11430000" cy="4350456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200">
                <a:latin typeface="Segoe UI" panose="020B0502040204020203" pitchFamily="34" charset="0"/>
              </a:defRPr>
            </a:lvl1pPr>
            <a:lvl2pPr marL="448266" indent="0">
              <a:lnSpc>
                <a:spcPct val="120000"/>
              </a:lnSpc>
              <a:spcBef>
                <a:spcPts val="1000"/>
              </a:spcBef>
              <a:buNone/>
              <a:defRPr sz="1200">
                <a:latin typeface="Segoe UI" panose="020B0502040204020203" pitchFamily="34" charset="0"/>
              </a:defRPr>
            </a:lvl2pPr>
            <a:lvl3pPr marL="896533" indent="0">
              <a:lnSpc>
                <a:spcPct val="120000"/>
              </a:lnSpc>
              <a:spcBef>
                <a:spcPts val="1000"/>
              </a:spcBef>
              <a:buNone/>
              <a:defRPr sz="1200">
                <a:latin typeface="Segoe UI" panose="020B0502040204020203" pitchFamily="34" charset="0"/>
              </a:defRPr>
            </a:lvl3pPr>
            <a:lvl4pPr marL="1344800" indent="0">
              <a:lnSpc>
                <a:spcPct val="120000"/>
              </a:lnSpc>
              <a:spcBef>
                <a:spcPts val="1000"/>
              </a:spcBef>
              <a:buNone/>
              <a:defRPr sz="1200">
                <a:latin typeface="Segoe UI" panose="020B0502040204020203" pitchFamily="34" charset="0"/>
              </a:defRPr>
            </a:lvl4pPr>
            <a:lvl5pPr marL="1793067" indent="0">
              <a:lnSpc>
                <a:spcPct val="120000"/>
              </a:lnSpc>
              <a:spcBef>
                <a:spcPts val="1000"/>
              </a:spcBef>
              <a:buNone/>
              <a:defRPr sz="1200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D6ABAB9D-96B1-4270-A3E0-6D838C6F3255}" type="datetime1">
              <a:rPr lang="en-US" smtClean="0"/>
              <a:t>6/29/2020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A8DF217-1EAD-4B4A-A2F2-041F388DEC8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867220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8F97E55-68B0-4E78-8819-96463181F0E0}"/>
              </a:ext>
            </a:extLst>
          </p:cNvPr>
          <p:cNvSpPr/>
          <p:nvPr userDrawn="1"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4E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800" dirty="0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</p:spPr>
        <p:txBody>
          <a:bodyPr tIns="91440" bIns="91440"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676400"/>
            <a:ext cx="5334000" cy="4419600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200">
                <a:latin typeface="Segoe UI" panose="020B0502040204020203" pitchFamily="34" charset="0"/>
              </a:defRPr>
            </a:lvl1pPr>
            <a:lvl2pPr marL="448266" indent="0">
              <a:lnSpc>
                <a:spcPct val="120000"/>
              </a:lnSpc>
              <a:spcBef>
                <a:spcPts val="1000"/>
              </a:spcBef>
              <a:buNone/>
              <a:defRPr sz="1200">
                <a:latin typeface="Segoe UI" panose="020B0502040204020203" pitchFamily="34" charset="0"/>
              </a:defRPr>
            </a:lvl2pPr>
            <a:lvl3pPr marL="896533" indent="0">
              <a:lnSpc>
                <a:spcPct val="120000"/>
              </a:lnSpc>
              <a:spcBef>
                <a:spcPts val="1000"/>
              </a:spcBef>
              <a:buNone/>
              <a:defRPr sz="1200">
                <a:latin typeface="Segoe UI" panose="020B0502040204020203" pitchFamily="34" charset="0"/>
              </a:defRPr>
            </a:lvl3pPr>
            <a:lvl4pPr marL="1344800" indent="0">
              <a:lnSpc>
                <a:spcPct val="120000"/>
              </a:lnSpc>
              <a:spcBef>
                <a:spcPts val="1000"/>
              </a:spcBef>
              <a:buNone/>
              <a:defRPr sz="1200">
                <a:latin typeface="Segoe UI" panose="020B0502040204020203" pitchFamily="34" charset="0"/>
              </a:defRPr>
            </a:lvl4pPr>
            <a:lvl5pPr marL="1793067" indent="0">
              <a:lnSpc>
                <a:spcPct val="120000"/>
              </a:lnSpc>
              <a:spcBef>
                <a:spcPts val="1000"/>
              </a:spcBef>
              <a:buNone/>
              <a:defRPr sz="1200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1CAA8423-91F7-4752-B324-734304431281}" type="datetime1">
              <a:rPr lang="en-US" smtClean="0"/>
              <a:t>6/29/2020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1026E56-FB1E-43F7-9EDA-3E69635CD04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1219200"/>
            <a:ext cx="5334000" cy="322792"/>
          </a:xfrm>
        </p:spPr>
        <p:txBody>
          <a:bodyPr tIns="91440" bIns="91440">
            <a:noAutofit/>
          </a:bodyPr>
          <a:lstStyle>
            <a:lvl1pPr marL="0" indent="0">
              <a:buNone/>
              <a:defRPr sz="2000">
                <a:latin typeface="+mj-lt"/>
              </a:defRPr>
            </a:lvl1pPr>
            <a:lvl2pPr marL="448266" indent="0">
              <a:buNone/>
              <a:defRPr sz="2000">
                <a:latin typeface="+mj-lt"/>
              </a:defRPr>
            </a:lvl2pPr>
            <a:lvl3pPr marL="896533" indent="0">
              <a:buNone/>
              <a:defRPr sz="2000">
                <a:latin typeface="+mj-lt"/>
              </a:defRPr>
            </a:lvl3pPr>
            <a:lvl4pPr marL="1344800" indent="0">
              <a:buNone/>
              <a:defRPr sz="2000">
                <a:latin typeface="+mj-lt"/>
              </a:defRPr>
            </a:lvl4pPr>
            <a:lvl5pPr marL="1793067" indent="0">
              <a:buNone/>
              <a:defRPr sz="2000">
                <a:latin typeface="+mj-lt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4414025-9975-41E8-9FC5-0DF320B9428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388003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8F97E55-68B0-4E78-8819-96463181F0E0}"/>
              </a:ext>
            </a:extLst>
          </p:cNvPr>
          <p:cNvSpPr/>
          <p:nvPr userDrawn="1"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4E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76200" rIns="76200" bIns="76200" rtlCol="0" anchor="ctr"/>
          <a:lstStyle/>
          <a:p>
            <a:pPr algn="ctr"/>
            <a:endParaRPr lang="en-US" sz="1800" dirty="0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</p:spPr>
        <p:txBody>
          <a:bodyPr tIns="91440" bIns="91440"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09800" y="1676400"/>
            <a:ext cx="9601200" cy="762000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200">
                <a:latin typeface="Segoe UI" panose="020B0502040204020203" pitchFamily="34" charset="0"/>
              </a:defRPr>
            </a:lvl1pPr>
            <a:lvl2pPr marL="448266" indent="0">
              <a:buNone/>
              <a:defRPr sz="1200">
                <a:latin typeface="+mn-lt"/>
              </a:defRPr>
            </a:lvl2pPr>
            <a:lvl3pPr marL="896533" indent="0">
              <a:buNone/>
              <a:defRPr sz="1200">
                <a:latin typeface="+mn-lt"/>
              </a:defRPr>
            </a:lvl3pPr>
            <a:lvl4pPr marL="1344800" indent="0">
              <a:buNone/>
              <a:defRPr sz="1200">
                <a:latin typeface="+mn-lt"/>
              </a:defRPr>
            </a:lvl4pPr>
            <a:lvl5pPr marL="1793067" indent="0">
              <a:buNone/>
              <a:defRPr sz="1200">
                <a:latin typeface="+mn-lt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D39BA845-8FAA-4FA8-BB03-FCE823510A90}" type="datetime1">
              <a:rPr lang="en-US" smtClean="0"/>
              <a:t>6/29/2020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1026E56-FB1E-43F7-9EDA-3E69635CD04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09800" y="1219200"/>
            <a:ext cx="9715499" cy="381000"/>
          </a:xfrm>
        </p:spPr>
        <p:txBody>
          <a:bodyPr tIns="91440" bIns="91440">
            <a:noAutofit/>
          </a:bodyPr>
          <a:lstStyle>
            <a:lvl1pPr marL="0" indent="0">
              <a:buNone/>
              <a:defRPr sz="2000">
                <a:latin typeface="+mj-lt"/>
              </a:defRPr>
            </a:lvl1pPr>
            <a:lvl2pPr marL="448266" indent="0">
              <a:buNone/>
              <a:defRPr sz="2000">
                <a:latin typeface="+mj-lt"/>
              </a:defRPr>
            </a:lvl2pPr>
            <a:lvl3pPr marL="896533" indent="0">
              <a:buNone/>
              <a:defRPr sz="2000">
                <a:latin typeface="+mj-lt"/>
              </a:defRPr>
            </a:lvl3pPr>
            <a:lvl4pPr marL="1344800" indent="0">
              <a:buNone/>
              <a:defRPr sz="2000">
                <a:latin typeface="+mj-lt"/>
              </a:defRPr>
            </a:lvl4pPr>
            <a:lvl5pPr marL="1793067" indent="0">
              <a:buNone/>
              <a:defRPr sz="2000">
                <a:latin typeface="+mj-lt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563948A-318B-4390-8E4D-036A81F512A6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2209800" y="2819400"/>
            <a:ext cx="9639298" cy="636793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000">
                <a:latin typeface="Segoe UI" panose="020B0502040204020203" pitchFamily="34" charset="0"/>
              </a:defRPr>
            </a:lvl1pPr>
            <a:lvl2pPr marL="448266" indent="0">
              <a:buNone/>
              <a:defRPr sz="1200">
                <a:latin typeface="+mn-lt"/>
              </a:defRPr>
            </a:lvl2pPr>
            <a:lvl3pPr marL="896533" indent="0">
              <a:buNone/>
              <a:defRPr sz="1200">
                <a:latin typeface="+mn-lt"/>
              </a:defRPr>
            </a:lvl3pPr>
            <a:lvl4pPr marL="1344800" indent="0">
              <a:buNone/>
              <a:defRPr sz="1200">
                <a:latin typeface="+mn-lt"/>
              </a:defRPr>
            </a:lvl4pPr>
            <a:lvl5pPr marL="1793067" indent="0">
              <a:buNone/>
              <a:defRPr sz="1200">
                <a:latin typeface="+mn-lt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2AD0E7F6-4B25-41E6-A3A0-23177BB0630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209800" y="2514600"/>
            <a:ext cx="1752408" cy="228600"/>
          </a:xfrm>
        </p:spPr>
        <p:txBody>
          <a:bodyPr tIns="91440" bIns="91440">
            <a:noAutofit/>
          </a:bodyPr>
          <a:lstStyle>
            <a:lvl1pPr marL="0" indent="0">
              <a:buNone/>
              <a:defRPr sz="1200">
                <a:latin typeface="+mj-lt"/>
              </a:defRPr>
            </a:lvl1pPr>
            <a:lvl2pPr marL="448266" indent="0">
              <a:buNone/>
              <a:defRPr sz="2000">
                <a:latin typeface="+mj-lt"/>
              </a:defRPr>
            </a:lvl2pPr>
            <a:lvl3pPr marL="896533" indent="0">
              <a:buNone/>
              <a:defRPr sz="2000">
                <a:latin typeface="+mj-lt"/>
              </a:defRPr>
            </a:lvl3pPr>
            <a:lvl4pPr marL="1344800" indent="0">
              <a:buNone/>
              <a:defRPr sz="2000">
                <a:latin typeface="+mj-lt"/>
              </a:defRPr>
            </a:lvl4pPr>
            <a:lvl5pPr marL="1793067" indent="0">
              <a:buNone/>
              <a:defRPr sz="2000">
                <a:latin typeface="+mj-lt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A4AA2593-D531-4835-B3BF-CF108C3D1C1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81000" y="1219200"/>
            <a:ext cx="1524000" cy="1524000"/>
          </a:xfrm>
        </p:spPr>
        <p:txBody>
          <a:bodyPr tIns="91440" bIns="91440"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C8B1E0DD-9C3B-4861-B9C7-658DE1B3A2CA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2220383" y="4267200"/>
            <a:ext cx="9601200" cy="609600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200">
                <a:latin typeface="Segoe UI" panose="020B0502040204020203" pitchFamily="34" charset="0"/>
              </a:defRPr>
            </a:lvl1pPr>
            <a:lvl2pPr marL="448266" indent="0">
              <a:buNone/>
              <a:defRPr sz="1200">
                <a:latin typeface="+mn-lt"/>
              </a:defRPr>
            </a:lvl2pPr>
            <a:lvl3pPr marL="896533" indent="0">
              <a:buNone/>
              <a:defRPr sz="1200">
                <a:latin typeface="+mn-lt"/>
              </a:defRPr>
            </a:lvl3pPr>
            <a:lvl4pPr marL="1344800" indent="0">
              <a:buNone/>
              <a:defRPr sz="1200">
                <a:latin typeface="+mn-lt"/>
              </a:defRPr>
            </a:lvl4pPr>
            <a:lvl5pPr marL="1793067" indent="0">
              <a:buNone/>
              <a:defRPr sz="1200">
                <a:latin typeface="+mn-lt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3A6FE795-7232-4C2C-8253-3E63F346E6F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220383" y="3810000"/>
            <a:ext cx="9715499" cy="381000"/>
          </a:xfrm>
        </p:spPr>
        <p:txBody>
          <a:bodyPr tIns="91440" bIns="91440">
            <a:noAutofit/>
          </a:bodyPr>
          <a:lstStyle>
            <a:lvl1pPr marL="0" indent="0">
              <a:buNone/>
              <a:defRPr sz="2000">
                <a:latin typeface="+mj-lt"/>
              </a:defRPr>
            </a:lvl1pPr>
            <a:lvl2pPr marL="448266" indent="0">
              <a:buNone/>
              <a:defRPr sz="2000">
                <a:latin typeface="+mj-lt"/>
              </a:defRPr>
            </a:lvl2pPr>
            <a:lvl3pPr marL="896533" indent="0">
              <a:buNone/>
              <a:defRPr sz="2000">
                <a:latin typeface="+mj-lt"/>
              </a:defRPr>
            </a:lvl3pPr>
            <a:lvl4pPr marL="1344800" indent="0">
              <a:buNone/>
              <a:defRPr sz="2000">
                <a:latin typeface="+mj-lt"/>
              </a:defRPr>
            </a:lvl4pPr>
            <a:lvl5pPr marL="1793067" indent="0">
              <a:buNone/>
              <a:defRPr sz="2000">
                <a:latin typeface="+mj-lt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BA996FAC-27FD-4D72-8742-3B3D6FBFA472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2220384" y="5410200"/>
            <a:ext cx="9639298" cy="636793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000">
                <a:latin typeface="Segoe UI" panose="020B0502040204020203" pitchFamily="34" charset="0"/>
              </a:defRPr>
            </a:lvl1pPr>
            <a:lvl2pPr marL="448266" indent="0">
              <a:buNone/>
              <a:defRPr sz="1200">
                <a:latin typeface="+mn-lt"/>
              </a:defRPr>
            </a:lvl2pPr>
            <a:lvl3pPr marL="896533" indent="0">
              <a:buNone/>
              <a:defRPr sz="1200">
                <a:latin typeface="+mn-lt"/>
              </a:defRPr>
            </a:lvl3pPr>
            <a:lvl4pPr marL="1344800" indent="0">
              <a:buNone/>
              <a:defRPr sz="1200">
                <a:latin typeface="+mn-lt"/>
              </a:defRPr>
            </a:lvl4pPr>
            <a:lvl5pPr marL="1793067" indent="0">
              <a:buNone/>
              <a:defRPr sz="1200">
                <a:latin typeface="+mn-lt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FA9DA342-ABBC-4773-9620-733BFF8A707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220384" y="5105400"/>
            <a:ext cx="1752408" cy="228600"/>
          </a:xfrm>
        </p:spPr>
        <p:txBody>
          <a:bodyPr tIns="91440" bIns="91440">
            <a:noAutofit/>
          </a:bodyPr>
          <a:lstStyle>
            <a:lvl1pPr marL="0" indent="0">
              <a:buNone/>
              <a:defRPr sz="1200">
                <a:latin typeface="+mj-lt"/>
              </a:defRPr>
            </a:lvl1pPr>
            <a:lvl2pPr marL="448266" indent="0">
              <a:buNone/>
              <a:defRPr sz="2000">
                <a:latin typeface="+mj-lt"/>
              </a:defRPr>
            </a:lvl2pPr>
            <a:lvl3pPr marL="896533" indent="0">
              <a:buNone/>
              <a:defRPr sz="2000">
                <a:latin typeface="+mj-lt"/>
              </a:defRPr>
            </a:lvl3pPr>
            <a:lvl4pPr marL="1344800" indent="0">
              <a:buNone/>
              <a:defRPr sz="2000">
                <a:latin typeface="+mj-lt"/>
              </a:defRPr>
            </a:lvl4pPr>
            <a:lvl5pPr marL="1793067" indent="0">
              <a:buNone/>
              <a:defRPr sz="2000">
                <a:latin typeface="+mj-lt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0" name="Picture Placeholder 14">
            <a:extLst>
              <a:ext uri="{FF2B5EF4-FFF2-40B4-BE49-F238E27FC236}">
                <a16:creationId xmlns:a16="http://schemas.microsoft.com/office/drawing/2014/main" id="{2AF7EB96-A3DC-4327-A2E2-7EB91E2FCB14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228600" y="3810000"/>
            <a:ext cx="1524000" cy="1524000"/>
          </a:xfrm>
        </p:spPr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1F3262B-E782-4905-B1B0-ADB41E7F3494}"/>
              </a:ext>
            </a:extLst>
          </p:cNvPr>
          <p:cNvCxnSpPr/>
          <p:nvPr userDrawn="1"/>
        </p:nvCxnSpPr>
        <p:spPr>
          <a:xfrm flipV="1">
            <a:off x="2159689" y="3581401"/>
            <a:ext cx="7872622" cy="665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Picture 21">
            <a:extLst>
              <a:ext uri="{FF2B5EF4-FFF2-40B4-BE49-F238E27FC236}">
                <a16:creationId xmlns:a16="http://schemas.microsoft.com/office/drawing/2014/main" id="{305D7476-B275-42B6-8D7C-A4A0C2F78E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20880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8F97E55-68B0-4E78-8819-96463181F0E0}"/>
              </a:ext>
            </a:extLst>
          </p:cNvPr>
          <p:cNvSpPr/>
          <p:nvPr userDrawn="1"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4E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76200" rIns="76200" bIns="76200" rtlCol="0" anchor="ctr"/>
          <a:lstStyle/>
          <a:p>
            <a:pPr algn="ctr"/>
            <a:endParaRPr lang="en-US" sz="1800" dirty="0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</p:spPr>
        <p:txBody>
          <a:bodyPr tIns="91440" bIns="91440"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09800" y="1676400"/>
            <a:ext cx="9601200" cy="4648200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200">
                <a:latin typeface="Segoe UI" panose="020B0502040204020203" pitchFamily="34" charset="0"/>
              </a:defRPr>
            </a:lvl1pPr>
            <a:lvl2pPr marL="448266" indent="0">
              <a:buNone/>
              <a:defRPr sz="1200">
                <a:latin typeface="+mn-lt"/>
              </a:defRPr>
            </a:lvl2pPr>
            <a:lvl3pPr marL="896533" indent="0">
              <a:buNone/>
              <a:defRPr sz="1200">
                <a:latin typeface="+mn-lt"/>
              </a:defRPr>
            </a:lvl3pPr>
            <a:lvl4pPr marL="1344800" indent="0">
              <a:buNone/>
              <a:defRPr sz="1200">
                <a:latin typeface="+mn-lt"/>
              </a:defRPr>
            </a:lvl4pPr>
            <a:lvl5pPr marL="1793067" indent="0">
              <a:buNone/>
              <a:defRPr sz="1200">
                <a:latin typeface="+mn-lt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C406F59A-4A5A-4738-AC03-C9914EA55E29}" type="datetime1">
              <a:rPr lang="en-US" smtClean="0"/>
              <a:t>6/29/2020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1026E56-FB1E-43F7-9EDA-3E69635CD04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09800" y="1219200"/>
            <a:ext cx="9715499" cy="381000"/>
          </a:xfrm>
        </p:spPr>
        <p:txBody>
          <a:bodyPr tIns="91440" bIns="91440">
            <a:noAutofit/>
          </a:bodyPr>
          <a:lstStyle>
            <a:lvl1pPr marL="0" indent="0">
              <a:buNone/>
              <a:defRPr sz="2000">
                <a:latin typeface="+mj-lt"/>
              </a:defRPr>
            </a:lvl1pPr>
            <a:lvl2pPr marL="448266" indent="0">
              <a:buNone/>
              <a:defRPr sz="2000">
                <a:latin typeface="+mj-lt"/>
              </a:defRPr>
            </a:lvl2pPr>
            <a:lvl3pPr marL="896533" indent="0">
              <a:buNone/>
              <a:defRPr sz="2000">
                <a:latin typeface="+mj-lt"/>
              </a:defRPr>
            </a:lvl3pPr>
            <a:lvl4pPr marL="1344800" indent="0">
              <a:buNone/>
              <a:defRPr sz="2000">
                <a:latin typeface="+mj-lt"/>
              </a:defRPr>
            </a:lvl4pPr>
            <a:lvl5pPr marL="1793067" indent="0">
              <a:buNone/>
              <a:defRPr sz="2000">
                <a:latin typeface="+mj-lt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A4AA2593-D531-4835-B3BF-CF108C3D1C1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81000" y="1219200"/>
            <a:ext cx="1524000" cy="1524000"/>
          </a:xfrm>
        </p:spPr>
        <p:txBody>
          <a:bodyPr tIns="91440" bIns="91440"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305D7476-B275-42B6-8D7C-A4A0C2F78E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562501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77C5F32E-87BC-41F1-B9F5-46E5C7195E2E}" type="datetime1">
              <a:rPr lang="en-US" smtClean="0"/>
              <a:t>6/29/2020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" y="4"/>
            <a:ext cx="9980838" cy="81814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4E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800" dirty="0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0997080" cy="533400"/>
          </a:xfrm>
        </p:spPr>
        <p:txBody>
          <a:bodyPr tIns="91440" bIns="91440">
            <a:noAutofit/>
          </a:bodyPr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6095999" y="1219200"/>
            <a:ext cx="0" cy="495300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V="1">
            <a:off x="914400" y="3578424"/>
            <a:ext cx="106680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380999" y="1219201"/>
            <a:ext cx="5334000" cy="2016474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200" u="none">
                <a:latin typeface="Segoe UI" panose="020B0502040204020203" pitchFamily="34" charset="0"/>
              </a:defRPr>
            </a:lvl1pPr>
            <a:lvl2pPr marL="448267" indent="0">
              <a:lnSpc>
                <a:spcPct val="120000"/>
              </a:lnSpc>
              <a:spcBef>
                <a:spcPts val="1000"/>
              </a:spcBef>
              <a:buNone/>
              <a:defRPr sz="1200" u="none">
                <a:latin typeface="Segoe UI" panose="020B0502040204020203" pitchFamily="34" charset="0"/>
              </a:defRPr>
            </a:lvl2pPr>
            <a:lvl3pPr marL="896533" indent="0">
              <a:lnSpc>
                <a:spcPct val="120000"/>
              </a:lnSpc>
              <a:spcBef>
                <a:spcPts val="1000"/>
              </a:spcBef>
              <a:buNone/>
              <a:defRPr sz="1200" u="none">
                <a:latin typeface="Segoe UI" panose="020B0502040204020203" pitchFamily="34" charset="0"/>
              </a:defRPr>
            </a:lvl3pPr>
            <a:lvl4pPr marL="1344800" indent="0">
              <a:lnSpc>
                <a:spcPct val="120000"/>
              </a:lnSpc>
              <a:spcBef>
                <a:spcPts val="1000"/>
              </a:spcBef>
              <a:buNone/>
              <a:defRPr sz="1200" u="none">
                <a:latin typeface="Segoe UI" panose="020B0502040204020203" pitchFamily="34" charset="0"/>
              </a:defRPr>
            </a:lvl4pPr>
            <a:lvl5pPr marL="1793067" indent="0">
              <a:lnSpc>
                <a:spcPct val="120000"/>
              </a:lnSpc>
              <a:spcBef>
                <a:spcPts val="1000"/>
              </a:spcBef>
              <a:buNone/>
              <a:defRPr sz="1200" u="none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AC2313EE-4E04-435C-9E05-266AC0400A1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3AE54BA5-9B86-4728-A69D-A321E939845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77000" y="1219201"/>
            <a:ext cx="5334000" cy="2016474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200" u="none">
                <a:latin typeface="Segoe UI" panose="020B0502040204020203" pitchFamily="34" charset="0"/>
              </a:defRPr>
            </a:lvl1pPr>
            <a:lvl2pPr marL="448267" indent="0">
              <a:lnSpc>
                <a:spcPct val="120000"/>
              </a:lnSpc>
              <a:spcBef>
                <a:spcPts val="1000"/>
              </a:spcBef>
              <a:buNone/>
              <a:defRPr sz="1200" u="none">
                <a:latin typeface="Segoe UI" panose="020B0502040204020203" pitchFamily="34" charset="0"/>
              </a:defRPr>
            </a:lvl2pPr>
            <a:lvl3pPr marL="896533" indent="0">
              <a:lnSpc>
                <a:spcPct val="120000"/>
              </a:lnSpc>
              <a:spcBef>
                <a:spcPts val="1000"/>
              </a:spcBef>
              <a:buNone/>
              <a:defRPr sz="1200" u="none">
                <a:latin typeface="Segoe UI" panose="020B0502040204020203" pitchFamily="34" charset="0"/>
              </a:defRPr>
            </a:lvl3pPr>
            <a:lvl4pPr marL="1344800" indent="0">
              <a:lnSpc>
                <a:spcPct val="120000"/>
              </a:lnSpc>
              <a:spcBef>
                <a:spcPts val="1000"/>
              </a:spcBef>
              <a:buNone/>
              <a:defRPr sz="1200" u="none">
                <a:latin typeface="Segoe UI" panose="020B0502040204020203" pitchFamily="34" charset="0"/>
              </a:defRPr>
            </a:lvl4pPr>
            <a:lvl5pPr marL="1793067" indent="0">
              <a:lnSpc>
                <a:spcPct val="120000"/>
              </a:lnSpc>
              <a:spcBef>
                <a:spcPts val="1000"/>
              </a:spcBef>
              <a:buNone/>
              <a:defRPr sz="1200" u="none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920F2E92-1F2E-4441-B0DE-CFEB5FE92A2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91583" y="3810001"/>
            <a:ext cx="5334000" cy="2016474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200" u="none">
                <a:latin typeface="Segoe UI" panose="020B0502040204020203" pitchFamily="34" charset="0"/>
              </a:defRPr>
            </a:lvl1pPr>
            <a:lvl2pPr marL="448267" indent="0">
              <a:lnSpc>
                <a:spcPct val="120000"/>
              </a:lnSpc>
              <a:spcBef>
                <a:spcPts val="1000"/>
              </a:spcBef>
              <a:buNone/>
              <a:defRPr sz="1200" u="none">
                <a:latin typeface="Segoe UI" panose="020B0502040204020203" pitchFamily="34" charset="0"/>
              </a:defRPr>
            </a:lvl2pPr>
            <a:lvl3pPr marL="896533" indent="0">
              <a:lnSpc>
                <a:spcPct val="120000"/>
              </a:lnSpc>
              <a:spcBef>
                <a:spcPts val="1000"/>
              </a:spcBef>
              <a:buNone/>
              <a:defRPr sz="1200" u="none">
                <a:latin typeface="Segoe UI" panose="020B0502040204020203" pitchFamily="34" charset="0"/>
              </a:defRPr>
            </a:lvl3pPr>
            <a:lvl4pPr marL="1344800" indent="0">
              <a:lnSpc>
                <a:spcPct val="120000"/>
              </a:lnSpc>
              <a:spcBef>
                <a:spcPts val="1000"/>
              </a:spcBef>
              <a:buNone/>
              <a:defRPr sz="1200" u="none">
                <a:latin typeface="Segoe UI" panose="020B0502040204020203" pitchFamily="34" charset="0"/>
              </a:defRPr>
            </a:lvl4pPr>
            <a:lvl5pPr marL="1793067" indent="0">
              <a:lnSpc>
                <a:spcPct val="120000"/>
              </a:lnSpc>
              <a:spcBef>
                <a:spcPts val="1000"/>
              </a:spcBef>
              <a:buNone/>
              <a:defRPr sz="1200" u="none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Text Placeholder 7">
            <a:extLst>
              <a:ext uri="{FF2B5EF4-FFF2-40B4-BE49-F238E27FC236}">
                <a16:creationId xmlns:a16="http://schemas.microsoft.com/office/drawing/2014/main" id="{72231F7B-8ACB-4A68-883B-D5361B594F3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487583" y="3810001"/>
            <a:ext cx="5334000" cy="2016474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200" u="none">
                <a:latin typeface="Segoe UI" panose="020B0502040204020203" pitchFamily="34" charset="0"/>
              </a:defRPr>
            </a:lvl1pPr>
            <a:lvl2pPr marL="448267" indent="0">
              <a:lnSpc>
                <a:spcPct val="120000"/>
              </a:lnSpc>
              <a:spcBef>
                <a:spcPts val="1000"/>
              </a:spcBef>
              <a:buNone/>
              <a:defRPr sz="1200" u="none">
                <a:latin typeface="Segoe UI" panose="020B0502040204020203" pitchFamily="34" charset="0"/>
              </a:defRPr>
            </a:lvl2pPr>
            <a:lvl3pPr marL="896533" indent="0">
              <a:lnSpc>
                <a:spcPct val="120000"/>
              </a:lnSpc>
              <a:spcBef>
                <a:spcPts val="1000"/>
              </a:spcBef>
              <a:buNone/>
              <a:defRPr sz="1200" u="none">
                <a:latin typeface="Segoe UI" panose="020B0502040204020203" pitchFamily="34" charset="0"/>
              </a:defRPr>
            </a:lvl3pPr>
            <a:lvl4pPr marL="1344800" indent="0">
              <a:lnSpc>
                <a:spcPct val="120000"/>
              </a:lnSpc>
              <a:spcBef>
                <a:spcPts val="1000"/>
              </a:spcBef>
              <a:buNone/>
              <a:defRPr sz="1200" u="none">
                <a:latin typeface="Segoe UI" panose="020B0502040204020203" pitchFamily="34" charset="0"/>
              </a:defRPr>
            </a:lvl4pPr>
            <a:lvl5pPr marL="1793067" indent="0">
              <a:lnSpc>
                <a:spcPct val="120000"/>
              </a:lnSpc>
              <a:spcBef>
                <a:spcPts val="1000"/>
              </a:spcBef>
              <a:buNone/>
              <a:defRPr sz="1200" u="none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2125497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C933DAD-64FD-4C29-9D9B-272B0C756FD1}"/>
              </a:ext>
            </a:extLst>
          </p:cNvPr>
          <p:cNvSpPr/>
          <p:nvPr userDrawn="1"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4E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800" dirty="0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</p:spPr>
        <p:txBody>
          <a:bodyPr lIns="91440" tIns="91440" rIns="91440" bIns="91440"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1219199"/>
            <a:ext cx="5334000" cy="4953000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200">
                <a:latin typeface="Segoe UI" panose="020B0502040204020203" pitchFamily="34" charset="0"/>
              </a:defRPr>
            </a:lvl1pPr>
            <a:lvl2pPr marL="448266" indent="0">
              <a:lnSpc>
                <a:spcPct val="120000"/>
              </a:lnSpc>
              <a:spcBef>
                <a:spcPts val="1000"/>
              </a:spcBef>
              <a:buNone/>
              <a:defRPr sz="1200">
                <a:latin typeface="Segoe UI" panose="020B0502040204020203" pitchFamily="34" charset="0"/>
              </a:defRPr>
            </a:lvl2pPr>
            <a:lvl3pPr marL="896533" indent="0">
              <a:lnSpc>
                <a:spcPct val="120000"/>
              </a:lnSpc>
              <a:spcBef>
                <a:spcPts val="1000"/>
              </a:spcBef>
              <a:buNone/>
              <a:defRPr sz="1200">
                <a:latin typeface="Segoe UI" panose="020B0502040204020203" pitchFamily="34" charset="0"/>
              </a:defRPr>
            </a:lvl3pPr>
            <a:lvl4pPr marL="1344800" indent="0">
              <a:lnSpc>
                <a:spcPct val="120000"/>
              </a:lnSpc>
              <a:spcBef>
                <a:spcPts val="1000"/>
              </a:spcBef>
              <a:buNone/>
              <a:defRPr sz="1200">
                <a:latin typeface="Segoe UI" panose="020B0502040204020203" pitchFamily="34" charset="0"/>
              </a:defRPr>
            </a:lvl4pPr>
            <a:lvl5pPr marL="1793067" indent="0">
              <a:lnSpc>
                <a:spcPct val="120000"/>
              </a:lnSpc>
              <a:spcBef>
                <a:spcPts val="1000"/>
              </a:spcBef>
              <a:buNone/>
              <a:defRPr sz="1200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77000" y="1219199"/>
            <a:ext cx="5334000" cy="4953000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200">
                <a:latin typeface="Segoe UI" panose="020B0502040204020203" pitchFamily="34" charset="0"/>
              </a:defRPr>
            </a:lvl1pPr>
            <a:lvl2pPr marL="448266" indent="0">
              <a:lnSpc>
                <a:spcPct val="120000"/>
              </a:lnSpc>
              <a:spcBef>
                <a:spcPts val="1000"/>
              </a:spcBef>
              <a:buNone/>
              <a:defRPr sz="1200">
                <a:latin typeface="Segoe UI" panose="020B0502040204020203" pitchFamily="34" charset="0"/>
              </a:defRPr>
            </a:lvl2pPr>
            <a:lvl3pPr marL="896533" indent="0">
              <a:lnSpc>
                <a:spcPct val="120000"/>
              </a:lnSpc>
              <a:spcBef>
                <a:spcPts val="1000"/>
              </a:spcBef>
              <a:buNone/>
              <a:defRPr sz="1200">
                <a:latin typeface="Segoe UI" panose="020B0502040204020203" pitchFamily="34" charset="0"/>
              </a:defRPr>
            </a:lvl3pPr>
            <a:lvl4pPr marL="1344800" indent="0">
              <a:lnSpc>
                <a:spcPct val="120000"/>
              </a:lnSpc>
              <a:spcBef>
                <a:spcPts val="1000"/>
              </a:spcBef>
              <a:buNone/>
              <a:defRPr sz="1200">
                <a:latin typeface="Segoe UI" panose="020B0502040204020203" pitchFamily="34" charset="0"/>
              </a:defRPr>
            </a:lvl4pPr>
            <a:lvl5pPr marL="1793067" indent="0">
              <a:lnSpc>
                <a:spcPct val="120000"/>
              </a:lnSpc>
              <a:spcBef>
                <a:spcPts val="1000"/>
              </a:spcBef>
              <a:buNone/>
              <a:defRPr sz="1200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D89D8D96-9103-4B38-8327-0EA0FFD24152}" type="datetime1">
              <a:rPr lang="en-US" smtClean="0"/>
              <a:t>6/29/2020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8F32470-D5C9-4EB9-BF19-627B706D995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676103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01256AD-643F-4750-86FB-FD02C1741CFB}"/>
              </a:ext>
            </a:extLst>
          </p:cNvPr>
          <p:cNvSpPr/>
          <p:nvPr userDrawn="1"/>
        </p:nvSpPr>
        <p:spPr>
          <a:xfrm>
            <a:off x="0" y="0"/>
            <a:ext cx="12192000" cy="990600"/>
          </a:xfrm>
          <a:prstGeom prst="rect">
            <a:avLst/>
          </a:prstGeom>
          <a:solidFill>
            <a:srgbClr val="004E59"/>
          </a:solidFill>
          <a:ln>
            <a:solidFill>
              <a:srgbClr val="004E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800" dirty="0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</p:spPr>
        <p:txBody>
          <a:bodyPr tIns="91440" bIns="91440"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0999" y="1681035"/>
            <a:ext cx="5334000" cy="823397"/>
          </a:xfrm>
        </p:spPr>
        <p:txBody>
          <a:bodyPr anchor="b"/>
          <a:lstStyle>
            <a:lvl1pPr marL="0" indent="0">
              <a:buNone/>
              <a:defRPr sz="2400" b="1">
                <a:latin typeface="+mj-lt"/>
              </a:defRPr>
            </a:lvl1pPr>
            <a:lvl2pPr marL="448267" indent="0">
              <a:buNone/>
              <a:defRPr sz="2000" b="1"/>
            </a:lvl2pPr>
            <a:lvl3pPr marL="896533" indent="0">
              <a:buNone/>
              <a:defRPr sz="1800" b="1"/>
            </a:lvl3pPr>
            <a:lvl4pPr marL="1344800" indent="0">
              <a:buNone/>
              <a:defRPr sz="1600" b="1"/>
            </a:lvl4pPr>
            <a:lvl5pPr marL="1793067" indent="0">
              <a:buNone/>
              <a:defRPr sz="1600" b="1"/>
            </a:lvl5pPr>
            <a:lvl6pPr marL="2241334" indent="0">
              <a:buNone/>
              <a:defRPr sz="1600" b="1"/>
            </a:lvl6pPr>
            <a:lvl7pPr marL="2689600" indent="0">
              <a:buNone/>
              <a:defRPr sz="1600" b="1"/>
            </a:lvl7pPr>
            <a:lvl8pPr marL="3137867" indent="0">
              <a:buNone/>
              <a:defRPr sz="1600" b="1"/>
            </a:lvl8pPr>
            <a:lvl9pPr marL="3586133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0999" y="2504431"/>
            <a:ext cx="5334000" cy="3685825"/>
          </a:xfrm>
        </p:spPr>
        <p:txBody>
          <a:bodyPr>
            <a:noAutofit/>
          </a:bodyPr>
          <a:lstStyle>
            <a:lvl1pPr marL="0" indent="0">
              <a:buNone/>
              <a:defRPr>
                <a:latin typeface="Segoe UI" panose="020B0502040204020203" pitchFamily="34" charset="0"/>
              </a:defRPr>
            </a:lvl1pPr>
            <a:lvl2pPr marL="448266" indent="0">
              <a:buNone/>
              <a:defRPr>
                <a:latin typeface="Segoe UI" panose="020B0502040204020203" pitchFamily="34" charset="0"/>
              </a:defRPr>
            </a:lvl2pPr>
            <a:lvl3pPr marL="896533" indent="0">
              <a:buNone/>
              <a:defRPr>
                <a:latin typeface="Segoe UI" panose="020B0502040204020203" pitchFamily="34" charset="0"/>
              </a:defRPr>
            </a:lvl3pPr>
            <a:lvl4pPr marL="1344800" indent="0">
              <a:buNone/>
              <a:defRPr>
                <a:latin typeface="Segoe UI" panose="020B0502040204020203" pitchFamily="34" charset="0"/>
              </a:defRPr>
            </a:lvl4pPr>
            <a:lvl5pPr marL="1793067" indent="0">
              <a:buNone/>
              <a:defRPr>
                <a:latin typeface="Segoe UI" panose="020B0502040204020203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77000" y="1681035"/>
            <a:ext cx="5334000" cy="823397"/>
          </a:xfrm>
        </p:spPr>
        <p:txBody>
          <a:bodyPr anchor="b"/>
          <a:lstStyle>
            <a:lvl1pPr marL="0" indent="0">
              <a:buNone/>
              <a:defRPr sz="2400" b="1">
                <a:latin typeface="+mj-lt"/>
              </a:defRPr>
            </a:lvl1pPr>
            <a:lvl2pPr marL="448267" indent="0">
              <a:buNone/>
              <a:defRPr sz="2000" b="1"/>
            </a:lvl2pPr>
            <a:lvl3pPr marL="896533" indent="0">
              <a:buNone/>
              <a:defRPr sz="1800" b="1"/>
            </a:lvl3pPr>
            <a:lvl4pPr marL="1344800" indent="0">
              <a:buNone/>
              <a:defRPr sz="1600" b="1"/>
            </a:lvl4pPr>
            <a:lvl5pPr marL="1793067" indent="0">
              <a:buNone/>
              <a:defRPr sz="1600" b="1"/>
            </a:lvl5pPr>
            <a:lvl6pPr marL="2241334" indent="0">
              <a:buNone/>
              <a:defRPr sz="1600" b="1"/>
            </a:lvl6pPr>
            <a:lvl7pPr marL="2689600" indent="0">
              <a:buNone/>
              <a:defRPr sz="1600" b="1"/>
            </a:lvl7pPr>
            <a:lvl8pPr marL="3137867" indent="0">
              <a:buNone/>
              <a:defRPr sz="1600" b="1"/>
            </a:lvl8pPr>
            <a:lvl9pPr marL="3586133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77000" y="2504431"/>
            <a:ext cx="5334000" cy="3685825"/>
          </a:xfrm>
        </p:spPr>
        <p:txBody>
          <a:bodyPr>
            <a:noAutofit/>
          </a:bodyPr>
          <a:lstStyle>
            <a:lvl1pPr marL="0" indent="0">
              <a:buNone/>
              <a:defRPr>
                <a:latin typeface="Segoe UI" panose="020B0502040204020203" pitchFamily="34" charset="0"/>
              </a:defRPr>
            </a:lvl1pPr>
            <a:lvl2pPr marL="448266" indent="0">
              <a:buNone/>
              <a:defRPr>
                <a:latin typeface="Segoe UI" panose="020B0502040204020203" pitchFamily="34" charset="0"/>
              </a:defRPr>
            </a:lvl2pPr>
            <a:lvl3pPr marL="896533" indent="0">
              <a:buNone/>
              <a:defRPr>
                <a:latin typeface="Segoe UI" panose="020B0502040204020203" pitchFamily="34" charset="0"/>
              </a:defRPr>
            </a:lvl3pPr>
            <a:lvl4pPr marL="1344800" indent="0">
              <a:buNone/>
              <a:defRPr>
                <a:latin typeface="Segoe UI" panose="020B0502040204020203" pitchFamily="34" charset="0"/>
              </a:defRPr>
            </a:lvl4pPr>
            <a:lvl5pPr marL="1793067" indent="0">
              <a:buNone/>
              <a:defRPr>
                <a:latin typeface="Segoe UI" panose="020B0502040204020203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D093AED9-3F5E-41D4-9FAD-F29D941B4B0A}" type="datetime1">
              <a:rPr lang="en-US" smtClean="0"/>
              <a:t>6/29/2020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4C4B624-09C9-4734-9996-D8363B05C62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878347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50B76160-1DEB-464C-9113-9118CF4A908A}" type="datetime1">
              <a:rPr lang="en-US" smtClean="0"/>
              <a:t>6/29/2020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7699787-C03F-45A9-825C-0DE0DCF4B9E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765938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14273" y="2689656"/>
            <a:ext cx="3259815" cy="537931"/>
          </a:xfrm>
        </p:spPr>
        <p:txBody>
          <a:bodyPr wrap="none" anchor="t" anchorCtr="0">
            <a:noAutofit/>
          </a:bodyPr>
          <a:lstStyle>
            <a:lvl1pPr algn="r">
              <a:defRPr sz="3500">
                <a:solidFill>
                  <a:srgbClr val="E45A1E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14273" y="3317243"/>
            <a:ext cx="3259815" cy="1656131"/>
          </a:xfrm>
        </p:spPr>
        <p:txBody>
          <a:bodyPr>
            <a:normAutofit/>
          </a:bodyPr>
          <a:lstStyle>
            <a:lvl1pPr marL="0" indent="0" algn="r">
              <a:buNone/>
              <a:defRPr sz="1800">
                <a:solidFill>
                  <a:srgbClr val="E45A1E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48267" indent="0" algn="ctr">
              <a:buNone/>
              <a:defRPr sz="2000"/>
            </a:lvl2pPr>
            <a:lvl3pPr marL="896533" indent="0" algn="ctr">
              <a:buNone/>
              <a:defRPr sz="1800"/>
            </a:lvl3pPr>
            <a:lvl4pPr marL="1344800" indent="0" algn="ctr">
              <a:buNone/>
              <a:defRPr sz="1600"/>
            </a:lvl4pPr>
            <a:lvl5pPr marL="1793067" indent="0" algn="ctr">
              <a:buNone/>
              <a:defRPr sz="1600"/>
            </a:lvl5pPr>
            <a:lvl6pPr marL="2241334" indent="0" algn="ctr">
              <a:buNone/>
              <a:defRPr sz="1600"/>
            </a:lvl6pPr>
            <a:lvl7pPr marL="2689600" indent="0" algn="ctr">
              <a:buNone/>
              <a:defRPr sz="1600"/>
            </a:lvl7pPr>
            <a:lvl8pPr marL="3137867" indent="0" algn="ctr">
              <a:buNone/>
              <a:defRPr sz="1600"/>
            </a:lvl8pPr>
            <a:lvl9pPr marL="3586133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61C78B21-3C28-439F-BCD3-284714CB9E0C}" type="datetime1">
              <a:rPr lang="en-US" smtClean="0"/>
              <a:t>6/29/2020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6096002" y="1"/>
            <a:ext cx="6095999" cy="6857999"/>
          </a:xfrm>
          <a:prstGeom prst="rect">
            <a:avLst/>
          </a:prstGeom>
          <a:solidFill>
            <a:srgbClr val="004E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latin typeface="Segoe UI" panose="020B0502040204020203" pitchFamily="34" charset="0"/>
            </a:endParaRPr>
          </a:p>
        </p:txBody>
      </p:sp>
      <p:pic>
        <p:nvPicPr>
          <p:cNvPr id="8" name="Picture 7" descr="affirmastudioslogo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66624" y="2689656"/>
            <a:ext cx="2204778" cy="562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450434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bg>
      <p:bgPr>
        <a:solidFill>
          <a:srgbClr val="004E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F7541201-DC49-46F2-AC4F-0D60C1F63406}" type="datetime1">
              <a:rPr lang="en-US" smtClean="0"/>
              <a:t>6/29/2020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71D8278-5719-41B5-BA0B-62F901BD5A8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51551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Blank">
    <p:bg>
      <p:bgPr>
        <a:solidFill>
          <a:srgbClr val="E45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6198244D-535E-48C4-8BC9-904AE7DD5AF1}" type="datetime1">
              <a:rPr lang="en-US" smtClean="0"/>
              <a:t>6/29/2020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DDC3FBF-8EF6-411E-AA4F-268641FD25D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357387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Blank">
    <p:bg>
      <p:bgPr>
        <a:solidFill>
          <a:srgbClr val="3333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F858EA56-0E20-4ACC-A046-BE609E544847}" type="datetime1">
              <a:rPr lang="en-US" smtClean="0"/>
              <a:t>6/29/2020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982C415-13F0-4D24-97F3-4AB707C0984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074656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470" y="457615"/>
            <a:ext cx="3932568" cy="1600096"/>
          </a:xfrm>
        </p:spPr>
        <p:txBody>
          <a:bodyPr anchor="b"/>
          <a:lstStyle>
            <a:lvl1pPr>
              <a:defRPr sz="31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937" y="986833"/>
            <a:ext cx="6171746" cy="4873445"/>
          </a:xfrm>
        </p:spPr>
        <p:txBody>
          <a:bodyPr/>
          <a:lstStyle>
            <a:lvl1pPr marL="0" indent="0">
              <a:buNone/>
              <a:defRPr sz="3100">
                <a:latin typeface="Segoe UI" panose="020B0502040204020203" pitchFamily="34" charset="0"/>
              </a:defRPr>
            </a:lvl1pPr>
            <a:lvl2pPr marL="448267" indent="0">
              <a:buNone/>
              <a:defRPr sz="2700"/>
            </a:lvl2pPr>
            <a:lvl3pPr marL="896533" indent="0">
              <a:buNone/>
              <a:defRPr sz="2400"/>
            </a:lvl3pPr>
            <a:lvl4pPr marL="1344800" indent="0">
              <a:buNone/>
              <a:defRPr sz="2000"/>
            </a:lvl4pPr>
            <a:lvl5pPr marL="1793067" indent="0">
              <a:buNone/>
              <a:defRPr sz="2000"/>
            </a:lvl5pPr>
            <a:lvl6pPr marL="2241334" indent="0">
              <a:buNone/>
              <a:defRPr sz="2000"/>
            </a:lvl6pPr>
            <a:lvl7pPr marL="2689600" indent="0">
              <a:buNone/>
              <a:defRPr sz="2000"/>
            </a:lvl7pPr>
            <a:lvl8pPr marL="3137867" indent="0">
              <a:buNone/>
              <a:defRPr sz="2000"/>
            </a:lvl8pPr>
            <a:lvl9pPr marL="3586133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470" y="2057712"/>
            <a:ext cx="3932568" cy="3811903"/>
          </a:xfrm>
        </p:spPr>
        <p:txBody>
          <a:bodyPr/>
          <a:lstStyle>
            <a:lvl1pPr marL="0" indent="0">
              <a:buNone/>
              <a:defRPr sz="1600">
                <a:latin typeface="Segoe UI" panose="020B0502040204020203" pitchFamily="34" charset="0"/>
              </a:defRPr>
            </a:lvl1pPr>
            <a:lvl2pPr marL="448267" indent="0">
              <a:buNone/>
              <a:defRPr sz="1400"/>
            </a:lvl2pPr>
            <a:lvl3pPr marL="896533" indent="0">
              <a:buNone/>
              <a:defRPr sz="1200"/>
            </a:lvl3pPr>
            <a:lvl4pPr marL="1344800" indent="0">
              <a:buNone/>
              <a:defRPr sz="1000"/>
            </a:lvl4pPr>
            <a:lvl5pPr marL="1793067" indent="0">
              <a:buNone/>
              <a:defRPr sz="1000"/>
            </a:lvl5pPr>
            <a:lvl6pPr marL="2241334" indent="0">
              <a:buNone/>
              <a:defRPr sz="1000"/>
            </a:lvl6pPr>
            <a:lvl7pPr marL="2689600" indent="0">
              <a:buNone/>
              <a:defRPr sz="1000"/>
            </a:lvl7pPr>
            <a:lvl8pPr marL="3137867" indent="0">
              <a:buNone/>
              <a:defRPr sz="1000"/>
            </a:lvl8pPr>
            <a:lvl9pPr marL="3586133" indent="0">
              <a:buNone/>
              <a:defRPr sz="10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F0CBE8F-8AA2-4859-BE6D-C213C1FEDA0E}" type="datetime1">
              <a:rPr lang="en-US" smtClean="0"/>
              <a:t>6/29/2020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202907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as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81000" y="1432830"/>
            <a:ext cx="11430000" cy="4350456"/>
          </a:xfrm>
        </p:spPr>
        <p:txBody>
          <a:bodyPr vert="horz" lIns="91440" tIns="91440" rIns="91440" bIns="91440" rtlCol="0">
            <a:noAutofit/>
          </a:bodyPr>
          <a:lstStyle>
            <a:lvl1pPr>
              <a:defRPr lang="en-US" dirty="0" smtClean="0">
                <a:latin typeface="Segoe UI" panose="020B0502040204020203" pitchFamily="34" charset="0"/>
              </a:defRPr>
            </a:lvl1pPr>
            <a:lvl2pPr>
              <a:defRPr lang="en-US" dirty="0" smtClean="0">
                <a:latin typeface="Segoe UI" panose="020B0502040204020203" pitchFamily="34" charset="0"/>
              </a:defRPr>
            </a:lvl2pPr>
            <a:lvl3pPr>
              <a:defRPr lang="en-US" dirty="0" smtClean="0">
                <a:latin typeface="Segoe UI" panose="020B0502040204020203" pitchFamily="34" charset="0"/>
              </a:defRPr>
            </a:lvl3pPr>
            <a:lvl4pPr>
              <a:defRPr lang="en-US" dirty="0" smtClean="0">
                <a:latin typeface="Segoe UI" panose="020B0502040204020203" pitchFamily="34" charset="0"/>
              </a:defRPr>
            </a:lvl4pPr>
            <a:lvl5pPr>
              <a:defRPr lang="en-US" dirty="0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quarter" idx="16"/>
          </p:nvPr>
        </p:nvSpPr>
        <p:spPr>
          <a:xfrm>
            <a:off x="381000" y="1021080"/>
            <a:ext cx="11487856" cy="228535"/>
          </a:xfrm>
        </p:spPr>
        <p:txBody>
          <a:bodyPr lIns="9144" tIns="0" rIns="0" bIns="0">
            <a:spAutoFit/>
          </a:bodyPr>
          <a:lstStyle>
            <a:lvl1pPr marL="0" indent="0">
              <a:buNone/>
              <a:defRPr sz="1600" spc="-14" baseline="0">
                <a:solidFill>
                  <a:schemeClr val="accent2"/>
                </a:solidFill>
                <a:latin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333816" y="6270900"/>
            <a:ext cx="10739714" cy="4283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21809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4.xml"/><Relationship Id="rId21" Type="http://schemas.openxmlformats.org/officeDocument/2006/relationships/slideLayout" Target="../slideLayouts/slideLayout32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31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35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6/29/2020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0999" y="1143000"/>
            <a:ext cx="11430000" cy="457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1" y="6356806"/>
            <a:ext cx="2743459" cy="304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</a:defRPr>
            </a:lvl1pPr>
          </a:lstStyle>
          <a:p>
            <a:fld id="{6C1EC331-590E-4679-816A-DCB458BBD7AB}" type="datetime1">
              <a:rPr lang="en-US" smtClean="0"/>
              <a:t>6/29/2020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408" y="6356806"/>
            <a:ext cx="4115189" cy="3642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77600" y="6356805"/>
            <a:ext cx="533400" cy="304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5489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33" r:id="rId2"/>
    <p:sldLayoutId id="2147483731" r:id="rId3"/>
    <p:sldLayoutId id="2147483732" r:id="rId4"/>
    <p:sldLayoutId id="2147483734" r:id="rId5"/>
    <p:sldLayoutId id="2147483730" r:id="rId6"/>
    <p:sldLayoutId id="2147483714" r:id="rId7"/>
    <p:sldLayoutId id="2147483715" r:id="rId8"/>
    <p:sldLayoutId id="2147483716" r:id="rId9"/>
    <p:sldLayoutId id="2147483738" r:id="rId10"/>
    <p:sldLayoutId id="2147483718" r:id="rId11"/>
    <p:sldLayoutId id="2147483735" r:id="rId12"/>
    <p:sldLayoutId id="2147483736" r:id="rId13"/>
    <p:sldLayoutId id="2147483737" r:id="rId14"/>
    <p:sldLayoutId id="2147483717" r:id="rId15"/>
    <p:sldLayoutId id="2147483719" r:id="rId16"/>
    <p:sldLayoutId id="2147483720" r:id="rId17"/>
    <p:sldLayoutId id="2147483721" r:id="rId18"/>
    <p:sldLayoutId id="2147483713" r:id="rId19"/>
    <p:sldLayoutId id="2147483722" r:id="rId20"/>
    <p:sldLayoutId id="2147483723" r:id="rId21"/>
    <p:sldLayoutId id="2147483724" r:id="rId22"/>
    <p:sldLayoutId id="2147483726" r:id="rId23"/>
    <p:sldLayoutId id="2147483729" r:id="rId24"/>
  </p:sldLayoutIdLst>
  <p:hf sldNum="0" hdr="0" ftr="0" dt="0"/>
  <p:txStyles>
    <p:titleStyle>
      <a:lvl1pPr algn="l" defTabSz="896533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4134" indent="-224134" algn="l" defTabSz="896533" rtl="0" eaLnBrk="1" latinLnBrk="0" hangingPunct="1">
        <a:lnSpc>
          <a:spcPct val="90000"/>
        </a:lnSpc>
        <a:spcBef>
          <a:spcPts val="981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Segoe UI" panose="020B0502040204020203" pitchFamily="34" charset="0"/>
          <a:ea typeface="+mn-ea"/>
          <a:cs typeface="+mn-cs"/>
        </a:defRPr>
      </a:lvl1pPr>
      <a:lvl2pPr marL="672400" indent="-224134" algn="l" defTabSz="896533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Segoe UI" panose="020B0502040204020203" pitchFamily="34" charset="0"/>
          <a:ea typeface="+mn-ea"/>
          <a:cs typeface="+mn-cs"/>
        </a:defRPr>
      </a:lvl2pPr>
      <a:lvl3pPr marL="1120667" indent="-224134" algn="l" defTabSz="896533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Segoe UI" panose="020B0502040204020203" pitchFamily="34" charset="0"/>
          <a:ea typeface="+mn-ea"/>
          <a:cs typeface="+mn-cs"/>
        </a:defRPr>
      </a:lvl3pPr>
      <a:lvl4pPr marL="1568933" indent="-224134" algn="l" defTabSz="896533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Segoe UI" panose="020B0502040204020203" pitchFamily="34" charset="0"/>
          <a:ea typeface="+mn-ea"/>
          <a:cs typeface="+mn-cs"/>
        </a:defRPr>
      </a:lvl4pPr>
      <a:lvl5pPr marL="2017200" indent="-224134" algn="l" defTabSz="896533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Segoe UI" panose="020B0502040204020203" pitchFamily="34" charset="0"/>
          <a:ea typeface="+mn-ea"/>
          <a:cs typeface="+mn-cs"/>
        </a:defRPr>
      </a:lvl5pPr>
      <a:lvl6pPr marL="2465466" indent="-224134" algn="l" defTabSz="896533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13733" indent="-224134" algn="l" defTabSz="896533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362000" indent="-224134" algn="l" defTabSz="896533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10267" indent="-224134" algn="l" defTabSz="896533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965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48267" algn="l" defTabSz="8965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96533" algn="l" defTabSz="8965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44800" algn="l" defTabSz="8965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793067" algn="l" defTabSz="8965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41334" algn="l" defTabSz="8965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689600" algn="l" defTabSz="8965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37867" algn="l" defTabSz="8965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586133" algn="l" defTabSz="8965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FACDA2F-DAA6-4CF4-9D61-72731D062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40DB5-B054-4B52-B27D-446721D6CC27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7" name="Shape 1644">
            <a:extLst>
              <a:ext uri="{FF2B5EF4-FFF2-40B4-BE49-F238E27FC236}">
                <a16:creationId xmlns:a16="http://schemas.microsoft.com/office/drawing/2014/main" id="{D19FB932-8002-42A4-96C7-A91FF57D4D2E}"/>
              </a:ext>
            </a:extLst>
          </p:cNvPr>
          <p:cNvSpPr txBox="1">
            <a:spLocks/>
          </p:cNvSpPr>
          <p:nvPr/>
        </p:nvSpPr>
        <p:spPr bwMode="auto">
          <a:xfrm>
            <a:off x="381000" y="303642"/>
            <a:ext cx="11568165" cy="560803"/>
          </a:xfrm>
          <a:prstGeom prst="rect">
            <a:avLst/>
          </a:prstGeom>
          <a:noFill/>
        </p:spPr>
        <p:txBody>
          <a:bodyPr vert="horz" wrap="square" lIns="162556" tIns="101598" rIns="162556" bIns="101598" rtlCol="0" anchor="t" anchorCtr="0">
            <a:noAutofit/>
          </a:bodyPr>
          <a:lstStyle>
            <a:lvl1pPr algn="l" defTabSz="913231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en-US" sz="5398" kern="1200" spc="-133" baseline="0">
                <a:ln w="3175">
                  <a:noFill/>
                </a:ln>
                <a:solidFill>
                  <a:srgbClr val="FFFFFF"/>
                </a:solidFill>
                <a:latin typeface="Segoe UI Light"/>
                <a:ea typeface="ＭＳ Ｐゴシック" charset="0"/>
                <a:cs typeface="Segoe UI Light"/>
              </a:defRPr>
            </a:lvl1pPr>
            <a:lvl2pPr algn="l" defTabSz="913231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5292">
                <a:solidFill>
                  <a:schemeClr val="tx2"/>
                </a:solidFill>
                <a:latin typeface="Segoe UI Light" charset="0"/>
                <a:ea typeface="ＭＳ Ｐゴシック" charset="0"/>
                <a:cs typeface="Segoe UI" charset="0"/>
              </a:defRPr>
            </a:lvl2pPr>
            <a:lvl3pPr algn="l" defTabSz="913231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5292">
                <a:solidFill>
                  <a:schemeClr val="tx2"/>
                </a:solidFill>
                <a:latin typeface="Segoe UI Light" charset="0"/>
                <a:ea typeface="ＭＳ Ｐゴシック" charset="0"/>
                <a:cs typeface="Segoe UI" charset="0"/>
              </a:defRPr>
            </a:lvl3pPr>
            <a:lvl4pPr algn="l" defTabSz="913231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5292">
                <a:solidFill>
                  <a:schemeClr val="tx2"/>
                </a:solidFill>
                <a:latin typeface="Segoe UI Light" charset="0"/>
                <a:ea typeface="ＭＳ Ｐゴシック" charset="0"/>
                <a:cs typeface="Segoe UI" charset="0"/>
              </a:defRPr>
            </a:lvl4pPr>
            <a:lvl5pPr algn="l" defTabSz="913231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5292">
                <a:solidFill>
                  <a:schemeClr val="tx2"/>
                </a:solidFill>
                <a:latin typeface="Segoe UI Light" charset="0"/>
                <a:ea typeface="ＭＳ Ｐゴシック" charset="0"/>
                <a:cs typeface="Segoe UI" charset="0"/>
              </a:defRPr>
            </a:lvl5pPr>
            <a:lvl6pPr marL="448059" algn="l" defTabSz="913231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5292">
                <a:solidFill>
                  <a:schemeClr val="tx2"/>
                </a:solidFill>
                <a:latin typeface="Segoe UI Light" charset="0"/>
                <a:ea typeface="ＭＳ Ｐゴシック" charset="0"/>
                <a:cs typeface="Segoe UI" charset="0"/>
              </a:defRPr>
            </a:lvl6pPr>
            <a:lvl7pPr marL="896117" algn="l" defTabSz="913231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5292">
                <a:solidFill>
                  <a:schemeClr val="tx2"/>
                </a:solidFill>
                <a:latin typeface="Segoe UI Light" charset="0"/>
                <a:ea typeface="ＭＳ Ｐゴシック" charset="0"/>
                <a:cs typeface="Segoe UI" charset="0"/>
              </a:defRPr>
            </a:lvl7pPr>
            <a:lvl8pPr marL="1344176" algn="l" defTabSz="913231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5292">
                <a:solidFill>
                  <a:schemeClr val="tx2"/>
                </a:solidFill>
                <a:latin typeface="Segoe UI Light" charset="0"/>
                <a:ea typeface="ＭＳ Ｐゴシック" charset="0"/>
                <a:cs typeface="Segoe UI" charset="0"/>
              </a:defRPr>
            </a:lvl8pPr>
            <a:lvl9pPr marL="1792235" algn="l" defTabSz="913231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5292">
                <a:solidFill>
                  <a:schemeClr val="tx2"/>
                </a:solidFill>
                <a:latin typeface="Segoe UI Light" charset="0"/>
                <a:ea typeface="ＭＳ Ｐゴシック" charset="0"/>
                <a:cs typeface="Segoe UI" charset="0"/>
              </a:defRPr>
            </a:lvl9pPr>
          </a:lstStyle>
          <a:p>
            <a:r>
              <a:rPr lang="en-US" sz="3300" spc="160">
                <a:solidFill>
                  <a:schemeClr val="bg1"/>
                </a:solidFill>
                <a:latin typeface="Segoe UI Light" panose="020B0502040204020203" pitchFamily="34" charset="0"/>
                <a:ea typeface="+mj-ea"/>
                <a:cs typeface="Segoe UI Light" panose="020B0502040204020203" pitchFamily="34" charset="0"/>
              </a:rPr>
              <a:t>Port of Tacoma | Microsoft Teams Rollout &amp; Governance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8A12221-FE6D-46A7-8479-493AB6B455A8}"/>
              </a:ext>
            </a:extLst>
          </p:cNvPr>
          <p:cNvSpPr txBox="1"/>
          <p:nvPr/>
        </p:nvSpPr>
        <p:spPr>
          <a:xfrm>
            <a:off x="471353" y="1447800"/>
            <a:ext cx="5872297" cy="4909005"/>
          </a:xfrm>
          <a:prstGeom prst="rect">
            <a:avLst/>
          </a:prstGeom>
        </p:spPr>
        <p:txBody>
          <a:bodyPr>
            <a:normAutofit lnSpcReduction="10000"/>
          </a:bodyPr>
          <a:lstStyle>
            <a:defPPr>
              <a:defRPr lang="en-US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lvl="1" indent="-285750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2000" b="1">
                <a:latin typeface="+mj-lt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indent="0">
              <a:buNone/>
            </a:pPr>
            <a:r>
              <a:rPr lang="en-US" sz="3600" dirty="0">
                <a:solidFill>
                  <a:srgbClr val="005170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What We Did</a:t>
            </a:r>
            <a:endParaRPr lang="en-US" sz="1700" dirty="0">
              <a:latin typeface="+mj-lt"/>
              <a:cs typeface="Segoe UI" panose="020B0502040204020203" pitchFamily="34" charset="0"/>
            </a:endParaRPr>
          </a:p>
          <a:p>
            <a:pPr marL="0" indent="0">
              <a:buNone/>
            </a:pPr>
            <a:r>
              <a:rPr lang="en-US" sz="1700" dirty="0">
                <a:latin typeface="Segoe UI" panose="020B0502040204020203" pitchFamily="34" charset="0"/>
              </a:rPr>
              <a:t>In </a:t>
            </a:r>
            <a:r>
              <a:rPr lang="en-US" sz="1700" dirty="0" err="1">
                <a:latin typeface="Segoe UI" panose="020B0502040204020203" pitchFamily="34" charset="0"/>
              </a:rPr>
              <a:t>Affirma’s</a:t>
            </a:r>
            <a:r>
              <a:rPr lang="en-US" sz="1700" dirty="0">
                <a:latin typeface="Segoe UI" panose="020B0502040204020203" pitchFamily="34" charset="0"/>
              </a:rPr>
              <a:t> continuing relationship with the Port of Tacoma, our team was involved in a Teams Rollout that included a </a:t>
            </a:r>
            <a:r>
              <a:rPr lang="en-US" sz="1700" b="1" dirty="0">
                <a:latin typeface="Segoe UI" panose="020B0502040204020203" pitchFamily="34" charset="0"/>
              </a:rPr>
              <a:t>high level of focus around governance and policy creation and implementation</a:t>
            </a:r>
            <a:r>
              <a:rPr lang="en-US" sz="1700" dirty="0">
                <a:latin typeface="Segoe UI" panose="020B0502040204020203" pitchFamily="34" charset="0"/>
              </a:rPr>
              <a:t>. </a:t>
            </a:r>
          </a:p>
          <a:p>
            <a:pPr marL="0" indent="0">
              <a:buNone/>
            </a:pPr>
            <a:r>
              <a:rPr lang="en-US" sz="1700" dirty="0">
                <a:latin typeface="Segoe UI" panose="020B0502040204020203" pitchFamily="34" charset="0"/>
              </a:rPr>
              <a:t>The Port of Tacoma chose to take a phased approach to the rollout of Teams. </a:t>
            </a:r>
          </a:p>
          <a:p>
            <a:pPr marL="0" indent="0">
              <a:buNone/>
            </a:pPr>
            <a:r>
              <a:rPr lang="en-US" sz="1700" dirty="0">
                <a:latin typeface="Segoe UI" panose="020B0502040204020203" pitchFamily="34" charset="0"/>
              </a:rPr>
              <a:t>In the first phase we focused solely on the chat and call functionality within Teams as we transitioned the Port off of Skype for Business. </a:t>
            </a:r>
          </a:p>
          <a:p>
            <a:pPr marL="0" indent="0">
              <a:buNone/>
            </a:pPr>
            <a:r>
              <a:rPr lang="en-US" sz="1700" dirty="0">
                <a:latin typeface="Segoe UI" panose="020B0502040204020203" pitchFamily="34" charset="0"/>
              </a:rPr>
              <a:t>Our second phase in the rollout was centered around </a:t>
            </a:r>
            <a:r>
              <a:rPr lang="en-US" sz="1700" b="1" dirty="0">
                <a:latin typeface="Segoe UI" panose="020B0502040204020203" pitchFamily="34" charset="0"/>
              </a:rPr>
              <a:t>Governance and implementing retention policies</a:t>
            </a:r>
            <a:r>
              <a:rPr lang="en-US" sz="1700" dirty="0">
                <a:latin typeface="Segoe UI" panose="020B0502040204020203" pitchFamily="34" charset="0"/>
              </a:rPr>
              <a:t>. The Port had very specific policies defined around data retention based on type of content (Document Type, Contract Type, and Conversations). </a:t>
            </a:r>
          </a:p>
          <a:p>
            <a:pPr marL="0" indent="0">
              <a:buNone/>
            </a:pPr>
            <a:r>
              <a:rPr lang="en-US" sz="1700" dirty="0">
                <a:latin typeface="Segoe UI" panose="020B0502040204020203" pitchFamily="34" charset="0"/>
              </a:rPr>
              <a:t>Affirma implemented these policies across the tenant and also </a:t>
            </a:r>
            <a:r>
              <a:rPr lang="en-US" sz="1700" b="1" dirty="0">
                <a:latin typeface="Segoe UI" panose="020B0502040204020203" pitchFamily="34" charset="0"/>
              </a:rPr>
              <a:t>provided change management and training </a:t>
            </a:r>
            <a:r>
              <a:rPr lang="en-US" sz="1700" dirty="0">
                <a:latin typeface="Segoe UI" panose="020B0502040204020203" pitchFamily="34" charset="0"/>
              </a:rPr>
              <a:t>around the use of the new environment.</a:t>
            </a:r>
          </a:p>
        </p:txBody>
      </p:sp>
      <p:pic>
        <p:nvPicPr>
          <p:cNvPr id="9" name="Picture 2" descr="Image result for port of tacoma logo">
            <a:extLst>
              <a:ext uri="{FF2B5EF4-FFF2-40B4-BE49-F238E27FC236}">
                <a16:creationId xmlns:a16="http://schemas.microsoft.com/office/drawing/2014/main" id="{D0DB1D43-A5FE-4832-81B5-8F7F6CB8E8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6620" y="2059208"/>
            <a:ext cx="3462295" cy="22197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736813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Affirm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35A5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ffirma_QBR-CI_FY18 Q2_Prep(Updated)" id="{60F98659-98E9-4C4D-9310-9510EF3F70E3}" vid="{65065986-2AC3-4681-8D2A-70BCEC6AD53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D23BCBB7020E34DAE994A365BA94206" ma:contentTypeVersion="12" ma:contentTypeDescription="Create a new document." ma:contentTypeScope="" ma:versionID="40c5edf46ad0243c172d3e6a5f6fa751">
  <xsd:schema xmlns:xsd="http://www.w3.org/2001/XMLSchema" xmlns:xs="http://www.w3.org/2001/XMLSchema" xmlns:p="http://schemas.microsoft.com/office/2006/metadata/properties" xmlns:ns2="f0ee8362-fa7e-4bc9-ab88-7dcfb17cb19b" targetNamespace="http://schemas.microsoft.com/office/2006/metadata/properties" ma:root="true" ma:fieldsID="f48774ae5cf6ccd45b30992fa6c2b457" ns2:_="">
    <xsd:import namespace="f0ee8362-fa7e-4bc9-ab88-7dcfb17cb19b"/>
    <xsd:element name="properties">
      <xsd:complexType>
        <xsd:sequence>
          <xsd:element name="documentManagement">
            <xsd:complexType>
              <xsd:all>
                <xsd:element ref="ns2:BusinessUnit" minOccurs="0"/>
                <xsd:element ref="ns2:Industries" minOccurs="0"/>
                <xsd:element ref="ns2:Solutions" minOccurs="0"/>
                <xsd:element ref="ns2:PlatTech" minOccurs="0"/>
                <xsd:element ref="ns2:Notes0" minOccurs="0"/>
                <xsd:element ref="ns2:Named_x0020_Account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ProjectCompletionDate" minOccurs="0"/>
                <xsd:element ref="ns2:ApprovedByClie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ee8362-fa7e-4bc9-ab88-7dcfb17cb19b" elementFormDefault="qualified">
    <xsd:import namespace="http://schemas.microsoft.com/office/2006/documentManagement/types"/>
    <xsd:import namespace="http://schemas.microsoft.com/office/infopath/2007/PartnerControls"/>
    <xsd:element name="BusinessUnit" ma:index="8" nillable="true" ma:displayName="Business Unit" ma:internalName="BusinessUnit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Business Process Outsourcing"/>
                    <xsd:enumeration value="Content and Change Management"/>
                    <xsd:enumeration value="Creative"/>
                    <xsd:enumeration value="Custom Development"/>
                    <xsd:enumeration value="Customer Relationship Management"/>
                    <xsd:enumeration value="Data and Analytics"/>
                    <xsd:enumeration value="Engagement Marketing"/>
                    <xsd:enumeration value="Infrastructure"/>
                    <xsd:enumeration value="Marketing Services"/>
                    <xsd:enumeration value="Modern Workplace"/>
                    <xsd:enumeration value="NetSuite"/>
                  </xsd:restriction>
                </xsd:simpleType>
              </xsd:element>
            </xsd:sequence>
          </xsd:extension>
        </xsd:complexContent>
      </xsd:complexType>
    </xsd:element>
    <xsd:element name="Industries" ma:index="9" nillable="true" ma:displayName="Industries" ma:format="Dropdown" ma:internalName="Industri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erospace"/>
                    <xsd:enumeration value="Agriculture"/>
                    <xsd:enumeration value="Agriculture Food"/>
                    <xsd:enumeration value="AI / AI Models"/>
                    <xsd:enumeration value="B2B"/>
                    <xsd:enumeration value="B2C"/>
                    <xsd:enumeration value="Chemical"/>
                    <xsd:enumeration value="Construction"/>
                    <xsd:enumeration value="Defence"/>
                    <xsd:enumeration value="Education"/>
                    <xsd:enumeration value="Energy"/>
                    <xsd:enumeration value="Engineering"/>
                    <xsd:enumeration value="Entertainment"/>
                    <xsd:enumeration value="Financial Services"/>
                    <xsd:enumeration value="Food"/>
                    <xsd:enumeration value="Government"/>
                    <xsd:enumeration value="Healthcare"/>
                    <xsd:enumeration value="Hospitality"/>
                    <xsd:enumeration value="Legal"/>
                    <xsd:enumeration value="Life Sciences"/>
                    <xsd:enumeration value="Manufacturing"/>
                    <xsd:enumeration value="Media"/>
                    <xsd:enumeration value="Non-Profit"/>
                    <xsd:enumeration value="Real Estate"/>
                    <xsd:enumeration value="Retail"/>
                    <xsd:enumeration value="Services"/>
                    <xsd:enumeration value="Technology"/>
                    <xsd:enumeration value="Telecommunications"/>
                    <xsd:enumeration value="Transportation"/>
                    <xsd:enumeration value="Water"/>
                    <xsd:enumeration value="Wellness"/>
                    <xsd:enumeration value="BPO"/>
                  </xsd:restriction>
                </xsd:simpleType>
              </xsd:element>
            </xsd:sequence>
          </xsd:extension>
        </xsd:complexContent>
      </xsd:complexType>
    </xsd:element>
    <xsd:element name="Solutions" ma:index="10" nillable="true" ma:displayName="Solutions" ma:format="Dropdown" ma:internalName="Solution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BM Marketing"/>
                    <xsd:enumeration value="AI"/>
                    <xsd:enumeration value="Audit"/>
                    <xsd:enumeration value="Change Management"/>
                    <xsd:enumeration value="Cloud"/>
                    <xsd:enumeration value="Configurations"/>
                    <xsd:enumeration value="Content"/>
                    <xsd:enumeration value="Customer &amp; Partner Support BPO"/>
                    <xsd:enumeration value="Customer / Partner Portal"/>
                    <xsd:enumeration value="Custom Search"/>
                    <xsd:enumeration value="Cybersecurity"/>
                    <xsd:enumeration value="Data Analytics"/>
                    <xsd:enumeration value="Design"/>
                    <xsd:enumeration value="Email Campaigns"/>
                    <xsd:enumeration value="Event support"/>
                    <xsd:enumeration value="HelpDesk Outsourcing BPO"/>
                    <xsd:enumeration value="Integrations"/>
                    <xsd:enumeration value="Intranet / Extranet"/>
                    <xsd:enumeration value="IoT"/>
                    <xsd:enumeration value="Link Building"/>
                    <xsd:enumeration value="Marketing Automation"/>
                    <xsd:enumeration value="Marketing Strategy"/>
                    <xsd:enumeration value="Marketing Technology"/>
                    <xsd:enumeration value="Migrations"/>
                    <xsd:enumeration value="Mobile Application"/>
                    <xsd:enumeration value="Organic Social Media"/>
                    <xsd:enumeration value="PPC"/>
                    <xsd:enumeration value="Personas &amp; Journey Mapping"/>
                    <xsd:enumeration value="Process Automation"/>
                    <xsd:enumeration value="Product Development"/>
                    <xsd:enumeration value="Research"/>
                    <xsd:enumeration value="SEO/ AEO"/>
                    <xsd:enumeration value="SPFx"/>
                    <xsd:enumeration value="Training"/>
                    <xsd:enumeration value="UX/ UI Design"/>
                    <xsd:enumeration value="Video Production"/>
                    <xsd:enumeration value="Webinars"/>
                    <xsd:enumeration value="Websites"/>
                    <xsd:enumeration value="DevOps"/>
                  </xsd:restriction>
                </xsd:simpleType>
              </xsd:element>
            </xsd:sequence>
          </xsd:extension>
        </xsd:complexContent>
      </xsd:complexType>
    </xsd:element>
    <xsd:element name="PlatTech" ma:index="11" nillable="true" ma:displayName="Platform / Technology" ma:format="Dropdown" ma:internalName="PlatTech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.NET"/>
                    <xsd:enumeration value="Android App"/>
                    <xsd:enumeration value="AWS"/>
                    <xsd:enumeration value="Angular"/>
                    <xsd:enumeration value="Azure"/>
                    <xsd:enumeration value="Azure DevOps"/>
                    <xsd:enumeration value="Boomi"/>
                    <xsd:enumeration value="Drupal"/>
                    <xsd:enumeration value="Dynamics"/>
                    <xsd:enumeration value="Flutter"/>
                    <xsd:enumeration value="GCP"/>
                    <xsd:enumeration value="Google"/>
                    <xsd:enumeration value="Great Plains"/>
                    <xsd:enumeration value="Hootsuite"/>
                    <xsd:enumeration value="HubSpot"/>
                    <xsd:enumeration value="iOS App"/>
                    <xsd:enumeration value="Java"/>
                    <xsd:enumeration value="Kentico"/>
                    <xsd:enumeration value="Looker Studio"/>
                    <xsd:enumeration value="Mobile App"/>
                    <xsd:enumeration value="Marketo / Adobe"/>
                    <xsd:enumeration value="NetSuite"/>
                    <xsd:enumeration value="O365"/>
                    <xsd:enumeration value="OneDrive"/>
                    <xsd:enumeration value="PowerSuite"/>
                    <xsd:enumeration value="Power BI"/>
                    <xsd:enumeration value="QuickBooks"/>
                    <xsd:enumeration value="React"/>
                    <xsd:enumeration value="React Native"/>
                    <xsd:enumeration value="Sage"/>
                    <xsd:enumeration value="Salesforce"/>
                    <xsd:enumeration value="Salesforce Experience Cloud"/>
                    <xsd:enumeration value="Salesforce Marketing Cloud"/>
                    <xsd:enumeration value="Salesforce CPQ"/>
                    <xsd:enumeration value="Salesforce Pardot"/>
                    <xsd:enumeration value="SharePoint"/>
                    <xsd:enumeration value="Shopify"/>
                    <xsd:enumeration value="Sitecore"/>
                    <xsd:enumeration value="Sitefinity"/>
                    <xsd:enumeration value="Snowflake"/>
                    <xsd:enumeration value="Sprinklr"/>
                    <xsd:enumeration value="SproutSocial"/>
                    <xsd:enumeration value="Tableau"/>
                    <xsd:enumeration value="WP Engine"/>
                    <xsd:enumeration value="Webflow"/>
                    <xsd:enumeration value="WooCommerce"/>
                    <xsd:enumeration value="WordPress"/>
                    <xsd:enumeration value="Zoho"/>
                    <xsd:enumeration value="Power Apps"/>
                    <xsd:enumeration value="Teams"/>
                    <xsd:enumeration value="Azure Data Factory"/>
                    <xsd:enumeration value="Zendesk"/>
                    <xsd:enumeration value="Business Central"/>
                    <xsd:enumeration value="Viva"/>
                  </xsd:restriction>
                </xsd:simpleType>
              </xsd:element>
            </xsd:sequence>
          </xsd:extension>
        </xsd:complexContent>
      </xsd:complexType>
    </xsd:element>
    <xsd:element name="Notes0" ma:index="12" nillable="true" ma:displayName="Notes" ma:internalName="Notes0">
      <xsd:simpleType>
        <xsd:restriction base="dms:Text">
          <xsd:maxLength value="255"/>
        </xsd:restriction>
      </xsd:simpleType>
    </xsd:element>
    <xsd:element name="Named_x0020_Account" ma:index="13" nillable="true" ma:displayName="Named Account" ma:format="Dropdown" ma:internalName="Named_x0020_Account">
      <xsd:simpleType>
        <xsd:restriction base="dms:Choice">
          <xsd:enumeration value="Microsoft"/>
          <xsd:enumeration value="Meta"/>
          <xsd:enumeration value="Amazon"/>
        </xsd:restriction>
      </xsd:simpleType>
    </xsd:element>
    <xsd:element name="MediaServiceMetadata" ma:index="14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5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ProjectCompletionDate" ma:index="18" nillable="true" ma:displayName="Project Completion Date" ma:format="DateOnly" ma:internalName="ProjectCompletionDate">
      <xsd:simpleType>
        <xsd:restriction base="dms:DateTime"/>
      </xsd:simpleType>
    </xsd:element>
    <xsd:element name="ApprovedByClient" ma:index="19" nillable="true" ma:displayName="Approved By Client" ma:default="0" ma:format="Dropdown" ma:internalName="ApprovedByClient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usinessUnit xmlns="f0ee8362-fa7e-4bc9-ab88-7dcfb17cb19b">
      <Value>Modern Workplace</Value>
    </BusinessUnit>
    <Solutions xmlns="f0ee8362-fa7e-4bc9-ab88-7dcfb17cb19b">
      <Value>Intranet / Extranet</Value>
      <Value>Content</Value>
    </Solutions>
    <Industries xmlns="f0ee8362-fa7e-4bc9-ab88-7dcfb17cb19b">
      <Value>Transportation</Value>
    </Industries>
    <Notes0 xmlns="f0ee8362-fa7e-4bc9-ab88-7dcfb17cb19b" xsi:nil="true"/>
    <Named_x0020_Account xmlns="f0ee8362-fa7e-4bc9-ab88-7dcfb17cb19b" xsi:nil="true"/>
    <PlatTech xmlns="f0ee8362-fa7e-4bc9-ab88-7dcfb17cb19b">
      <Value>Teams</Value>
    </PlatTech>
    <ProjectCompletionDate xmlns="f0ee8362-fa7e-4bc9-ab88-7dcfb17cb19b" xsi:nil="true"/>
    <ApprovedByClient xmlns="f0ee8362-fa7e-4bc9-ab88-7dcfb17cb19b">false</ApprovedByClient>
  </documentManagement>
</p:properties>
</file>

<file path=customXml/item4.xml><?xml version="1.0" encoding="utf-8"?>
<?mso-contentType ?>
<customXsn xmlns="http://schemas.microsoft.com/office/2006/metadata/customXsn">
  <xsnLocation/>
  <cached>True</cached>
  <openByDefault>False</openByDefault>
  <xsnScope/>
</customXsn>
</file>

<file path=customXml/itemProps1.xml><?xml version="1.0" encoding="utf-8"?>
<ds:datastoreItem xmlns:ds="http://schemas.openxmlformats.org/officeDocument/2006/customXml" ds:itemID="{8795A7A6-8F1C-4AD9-B1C9-53A8D51E4776}"/>
</file>

<file path=customXml/itemProps2.xml><?xml version="1.0" encoding="utf-8"?>
<ds:datastoreItem xmlns:ds="http://schemas.openxmlformats.org/officeDocument/2006/customXml" ds:itemID="{3FE36AC0-2A64-41D4-BD67-A599061D7C3A}"/>
</file>

<file path=customXml/itemProps3.xml><?xml version="1.0" encoding="utf-8"?>
<ds:datastoreItem xmlns:ds="http://schemas.openxmlformats.org/officeDocument/2006/customXml" ds:itemID="{AA4797C1-8D98-49A8-BC72-9054C7834DD9}"/>
</file>

<file path=customXml/itemProps4.xml><?xml version="1.0" encoding="utf-8"?>
<ds:datastoreItem xmlns:ds="http://schemas.openxmlformats.org/officeDocument/2006/customXml" ds:itemID="{DFDD697C-A643-430A-8211-79FD5DBC0A12}"/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office theme</vt:lpstr>
      <vt:lpstr>Custom Design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/>
  <cp:revision>4</cp:revision>
  <dcterms:created xsi:type="dcterms:W3CDTF">2020-06-29T18:17:02Z</dcterms:created>
  <dcterms:modified xsi:type="dcterms:W3CDTF">2020-06-29T18:17:17Z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0x0101000D23BCBB7020E34DAE994A365BA94206</vt:lpwstr>
  </property>
  <property fmtid="{D5CDD505-2E9C-101B-9397-08002B2CF9AE}" pid="3" name="xd_Signature">
    <vt:bool>false</vt:bool>
  </property>
  <property fmtid="{D5CDD505-2E9C-101B-9397-08002B2CF9AE}" pid="4" name="xd_ProgID">
    <vt:lpwstr/>
  </property>
  <property fmtid="{D5CDD505-2E9C-101B-9397-08002B2CF9AE}" pid="5" name="_SourceUrl">
    <vt:lpwstr/>
  </property>
  <property fmtid="{D5CDD505-2E9C-101B-9397-08002B2CF9AE}" pid="6" name="_SharedFileIndex">
    <vt:lpwstr/>
  </property>
  <property fmtid="{D5CDD505-2E9C-101B-9397-08002B2CF9AE}" pid="7" name="ComplianceAssetId">
    <vt:lpwstr/>
  </property>
  <property fmtid="{D5CDD505-2E9C-101B-9397-08002B2CF9AE}" pid="8" name="TemplateUrl">
    <vt:lpwstr/>
  </property>
  <property fmtid="{D5CDD505-2E9C-101B-9397-08002B2CF9AE}" pid="9" name="Business Unit">
    <vt:lpwstr/>
  </property>
  <property fmtid="{D5CDD505-2E9C-101B-9397-08002B2CF9AE}" pid="10" name="Industry">
    <vt:lpwstr>47;#Government|f2106d7d-3f0c-4877-aa65-efbc73044de4</vt:lpwstr>
  </property>
  <property fmtid="{D5CDD505-2E9C-101B-9397-08002B2CF9AE}" pid="11" name="Service_x0020_Offering">
    <vt:lpwstr/>
  </property>
  <property fmtid="{D5CDD505-2E9C-101B-9397-08002B2CF9AE}" pid="12" name="Business_x0020_Unit">
    <vt:lpwstr/>
  </property>
  <property fmtid="{D5CDD505-2E9C-101B-9397-08002B2CF9AE}" pid="13" name="_ExtendedDescription">
    <vt:lpwstr/>
  </property>
  <property fmtid="{D5CDD505-2E9C-101B-9397-08002B2CF9AE}" pid="14" name="Service Offering">
    <vt:lpwstr/>
  </property>
  <property fmtid="{D5CDD505-2E9C-101B-9397-08002B2CF9AE}" pid="15" name="Category">
    <vt:lpwstr>6;#Case Study|8faa0ad1-25f0-4f56-8e38-f60e20c455d6</vt:lpwstr>
  </property>
  <property fmtid="{D5CDD505-2E9C-101B-9397-08002B2CF9AE}" pid="16" name="Order">
    <vt:r8>61700</vt:r8>
  </property>
  <property fmtid="{D5CDD505-2E9C-101B-9397-08002B2CF9AE}" pid="17" name="SO">
    <vt:lpwstr>38;#;#39;#;#40;#;#42;#</vt:lpwstr>
  </property>
  <property fmtid="{D5CDD505-2E9C-101B-9397-08002B2CF9AE}" pid="18" name="TriggerFlowInfo">
    <vt:lpwstr/>
  </property>
</Properties>
</file>