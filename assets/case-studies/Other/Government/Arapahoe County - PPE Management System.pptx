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11" r:id="rId5"/>
  </p:sldMasterIdLst>
  <p:notesMasterIdLst>
    <p:notesMasterId r:id="rId7"/>
  </p:notesMasterIdLst>
  <p:sldIdLst>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0A0728-7B86-463F-BEA4-18E96A6F896D}" v="1570" dt="2021-02-01T22:07:41.012"/>
    <p1510:client id="{5E4AE37A-549A-A8AA-993D-3AE53517E4B2}" v="149" dt="2021-02-02T16:18:59.433"/>
    <p1510:client id="{A4C8D952-2B07-F223-9480-B266F600E4BD}" v="2" dt="2021-02-26T20:25:45.039"/>
    <p1510:client id="{AF16AF9F-8053-B000-8E46-C3C1B12469C1}" v="1498" dt="2021-02-26T17:29:19.555"/>
    <p1510:client id="{E66E83F3-4D4C-4B3A-4758-DA956EA1E67E}" v="133" dt="2021-02-17T19:25:41.4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4.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F211D5-CCCE-4EC1-9DAC-FDF60AC7ADB0}" type="datetimeFigureOut">
              <a:rPr lang="en-US"/>
              <a:t>2/26/2021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9412D-591F-4E17-8CEE-88A39684D066}" type="slidenum">
              <a:rPr lang="en-US"/>
              <a:t>‹#›</a:t>
            </a:fld>
            <a:endParaRPr lang="en-US"/>
          </a:p>
        </p:txBody>
      </p:sp>
    </p:spTree>
    <p:extLst>
      <p:ext uri="{BB962C8B-B14F-4D97-AF65-F5344CB8AC3E}">
        <p14:creationId xmlns:p14="http://schemas.microsoft.com/office/powerpoint/2010/main" val="2792829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EE3F6CF-073A-4B4F-A2B7-08B9C7DBCB96}" type="slidenum">
              <a:rPr lang="en-US" smtClean="0"/>
              <a:t>1</a:t>
            </a:fld>
            <a:endParaRPr lang="en-US" dirty="0"/>
          </a:p>
        </p:txBody>
      </p:sp>
    </p:spTree>
    <p:extLst>
      <p:ext uri="{BB962C8B-B14F-4D97-AF65-F5344CB8AC3E}">
        <p14:creationId xmlns:p14="http://schemas.microsoft.com/office/powerpoint/2010/main" val="1814455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400">
                <a:solidFill>
                  <a:schemeClr val="bg1"/>
                </a:solidFill>
                <a:latin typeface="Segoe UI Semilight" panose="020B0402040204020203" pitchFamily="34" charset="0"/>
                <a:cs typeface="Segoe UI Semilight" panose="020B0402040204020203" pitchFamily="34" charset="0"/>
              </a:defRPr>
            </a:lvl1pPr>
            <a:lvl2pPr marL="448267" indent="0" algn="ctr">
              <a:buNone/>
              <a:defRPr sz="2000"/>
            </a:lvl2pPr>
            <a:lvl3pPr marL="896533" indent="0" algn="ctr">
              <a:buNone/>
              <a:defRPr sz="1800"/>
            </a:lvl3pPr>
            <a:lvl4pPr marL="1344800" indent="0" algn="ctr">
              <a:buNone/>
              <a:defRPr sz="1600"/>
            </a:lvl4pPr>
            <a:lvl5pPr marL="1793067" indent="0" algn="ctr">
              <a:buNone/>
              <a:defRPr sz="1600"/>
            </a:lvl5pPr>
            <a:lvl6pPr marL="2241334" indent="0" algn="ctr">
              <a:buNone/>
              <a:defRPr sz="1600"/>
            </a:lvl6pPr>
            <a:lvl7pPr marL="2689600" indent="0" algn="ctr">
              <a:buNone/>
              <a:defRPr sz="1600"/>
            </a:lvl7pPr>
            <a:lvl8pPr marL="3137867" indent="0" algn="ctr">
              <a:buNone/>
              <a:defRPr sz="1600"/>
            </a:lvl8pPr>
            <a:lvl9pPr marL="358613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373756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400">
                <a:solidFill>
                  <a:schemeClr val="bg1"/>
                </a:solidFill>
                <a:latin typeface="Segoe UI Semilight" panose="020B0402040204020203" pitchFamily="34" charset="0"/>
                <a:cs typeface="Segoe UI Semilight" panose="020B0402040204020203" pitchFamily="34" charset="0"/>
              </a:defRPr>
            </a:lvl1pPr>
            <a:lvl2pPr marL="448267" indent="0" algn="ctr">
              <a:buNone/>
              <a:defRPr sz="2000"/>
            </a:lvl2pPr>
            <a:lvl3pPr marL="896533" indent="0" algn="ctr">
              <a:buNone/>
              <a:defRPr sz="1800"/>
            </a:lvl3pPr>
            <a:lvl4pPr marL="1344800" indent="0" algn="ctr">
              <a:buNone/>
              <a:defRPr sz="1600"/>
            </a:lvl4pPr>
            <a:lvl5pPr marL="1793067" indent="0" algn="ctr">
              <a:buNone/>
              <a:defRPr sz="1600"/>
            </a:lvl5pPr>
            <a:lvl6pPr marL="2241334" indent="0" algn="ctr">
              <a:buNone/>
              <a:defRPr sz="1600"/>
            </a:lvl6pPr>
            <a:lvl7pPr marL="2689600" indent="0" algn="ctr">
              <a:buNone/>
              <a:defRPr sz="1600"/>
            </a:lvl7pPr>
            <a:lvl8pPr marL="3137867" indent="0" algn="ctr">
              <a:buNone/>
              <a:defRPr sz="1600"/>
            </a:lvl8pPr>
            <a:lvl9pPr marL="358613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539491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400">
                <a:solidFill>
                  <a:schemeClr val="bg1"/>
                </a:solidFill>
                <a:latin typeface="Segoe UI" panose="020B0502040204020203" pitchFamily="34" charset="0"/>
              </a:defRPr>
            </a:lvl1pPr>
            <a:lvl2pPr marL="448267" indent="0">
              <a:buNone/>
              <a:defRPr sz="2000">
                <a:solidFill>
                  <a:schemeClr val="tx1">
                    <a:tint val="75000"/>
                  </a:schemeClr>
                </a:solidFill>
              </a:defRPr>
            </a:lvl2pPr>
            <a:lvl3pPr marL="896533" indent="0">
              <a:buNone/>
              <a:defRPr sz="1800">
                <a:solidFill>
                  <a:schemeClr val="tx1">
                    <a:tint val="75000"/>
                  </a:schemeClr>
                </a:solidFill>
              </a:defRPr>
            </a:lvl3pPr>
            <a:lvl4pPr marL="1344800" indent="0">
              <a:buNone/>
              <a:defRPr sz="1600">
                <a:solidFill>
                  <a:schemeClr val="tx1">
                    <a:tint val="75000"/>
                  </a:schemeClr>
                </a:solidFill>
              </a:defRPr>
            </a:lvl4pPr>
            <a:lvl5pPr marL="1793067" indent="0">
              <a:buNone/>
              <a:defRPr sz="1600">
                <a:solidFill>
                  <a:schemeClr val="tx1">
                    <a:tint val="75000"/>
                  </a:schemeClr>
                </a:solidFill>
              </a:defRPr>
            </a:lvl5pPr>
            <a:lvl6pPr marL="2241334" indent="0">
              <a:buNone/>
              <a:defRPr sz="1600">
                <a:solidFill>
                  <a:schemeClr val="tx1">
                    <a:tint val="75000"/>
                  </a:schemeClr>
                </a:solidFill>
              </a:defRPr>
            </a:lvl6pPr>
            <a:lvl7pPr marL="2689600" indent="0">
              <a:buNone/>
              <a:defRPr sz="1600">
                <a:solidFill>
                  <a:schemeClr val="tx1">
                    <a:tint val="75000"/>
                  </a:schemeClr>
                </a:solidFill>
              </a:defRPr>
            </a:lvl7pPr>
            <a:lvl8pPr marL="3137867" indent="0">
              <a:buNone/>
              <a:defRPr sz="1600">
                <a:solidFill>
                  <a:schemeClr val="tx1">
                    <a:tint val="75000"/>
                  </a:schemeClr>
                </a:solidFill>
              </a:defRPr>
            </a:lvl8pPr>
            <a:lvl9pPr marL="3586133"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300">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14925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dirty="0"/>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7394991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400">
                <a:solidFill>
                  <a:schemeClr val="bg1"/>
                </a:solidFill>
                <a:latin typeface="Segoe UI" panose="020B0502040204020203" pitchFamily="34" charset="0"/>
              </a:defRPr>
            </a:lvl1pPr>
            <a:lvl2pPr marL="448267" indent="0">
              <a:buNone/>
              <a:defRPr sz="2000">
                <a:solidFill>
                  <a:schemeClr val="tx1">
                    <a:tint val="75000"/>
                  </a:schemeClr>
                </a:solidFill>
              </a:defRPr>
            </a:lvl2pPr>
            <a:lvl3pPr marL="896533" indent="0">
              <a:buNone/>
              <a:defRPr sz="1800">
                <a:solidFill>
                  <a:schemeClr val="tx1">
                    <a:tint val="75000"/>
                  </a:schemeClr>
                </a:solidFill>
              </a:defRPr>
            </a:lvl3pPr>
            <a:lvl4pPr marL="1344800" indent="0">
              <a:buNone/>
              <a:defRPr sz="1600">
                <a:solidFill>
                  <a:schemeClr val="tx1">
                    <a:tint val="75000"/>
                  </a:schemeClr>
                </a:solidFill>
              </a:defRPr>
            </a:lvl4pPr>
            <a:lvl5pPr marL="1793067" indent="0">
              <a:buNone/>
              <a:defRPr sz="1600">
                <a:solidFill>
                  <a:schemeClr val="tx1">
                    <a:tint val="75000"/>
                  </a:schemeClr>
                </a:solidFill>
              </a:defRPr>
            </a:lvl5pPr>
            <a:lvl6pPr marL="2241334" indent="0">
              <a:buNone/>
              <a:defRPr sz="1600">
                <a:solidFill>
                  <a:schemeClr val="tx1">
                    <a:tint val="75000"/>
                  </a:schemeClr>
                </a:solidFill>
              </a:defRPr>
            </a:lvl6pPr>
            <a:lvl7pPr marL="2689600" indent="0">
              <a:buNone/>
              <a:defRPr sz="1600">
                <a:solidFill>
                  <a:schemeClr val="tx1">
                    <a:tint val="75000"/>
                  </a:schemeClr>
                </a:solidFill>
              </a:defRPr>
            </a:lvl7pPr>
            <a:lvl8pPr marL="3137867" indent="0">
              <a:buNone/>
              <a:defRPr sz="1600">
                <a:solidFill>
                  <a:schemeClr val="tx1">
                    <a:tint val="75000"/>
                  </a:schemeClr>
                </a:solidFill>
              </a:defRPr>
            </a:lvl8pPr>
            <a:lvl9pPr marL="3586133"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300">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513788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400">
                <a:solidFill>
                  <a:schemeClr val="bg1"/>
                </a:solidFill>
                <a:latin typeface="Segoe UI" panose="020B0502040204020203" pitchFamily="34" charset="0"/>
              </a:defRPr>
            </a:lvl1pPr>
            <a:lvl2pPr marL="448267" indent="0">
              <a:buNone/>
              <a:defRPr sz="2000">
                <a:solidFill>
                  <a:schemeClr val="tx1">
                    <a:tint val="75000"/>
                  </a:schemeClr>
                </a:solidFill>
              </a:defRPr>
            </a:lvl2pPr>
            <a:lvl3pPr marL="896533" indent="0">
              <a:buNone/>
              <a:defRPr sz="1800">
                <a:solidFill>
                  <a:schemeClr val="tx1">
                    <a:tint val="75000"/>
                  </a:schemeClr>
                </a:solidFill>
              </a:defRPr>
            </a:lvl3pPr>
            <a:lvl4pPr marL="1344800" indent="0">
              <a:buNone/>
              <a:defRPr sz="1600">
                <a:solidFill>
                  <a:schemeClr val="tx1">
                    <a:tint val="75000"/>
                  </a:schemeClr>
                </a:solidFill>
              </a:defRPr>
            </a:lvl4pPr>
            <a:lvl5pPr marL="1793067" indent="0">
              <a:buNone/>
              <a:defRPr sz="1600">
                <a:solidFill>
                  <a:schemeClr val="tx1">
                    <a:tint val="75000"/>
                  </a:schemeClr>
                </a:solidFill>
              </a:defRPr>
            </a:lvl5pPr>
            <a:lvl6pPr marL="2241334" indent="0">
              <a:buNone/>
              <a:defRPr sz="1600">
                <a:solidFill>
                  <a:schemeClr val="tx1">
                    <a:tint val="75000"/>
                  </a:schemeClr>
                </a:solidFill>
              </a:defRPr>
            </a:lvl6pPr>
            <a:lvl7pPr marL="2689600" indent="0">
              <a:buNone/>
              <a:defRPr sz="1600">
                <a:solidFill>
                  <a:schemeClr val="tx1">
                    <a:tint val="75000"/>
                  </a:schemeClr>
                </a:solidFill>
              </a:defRPr>
            </a:lvl7pPr>
            <a:lvl8pPr marL="3137867" indent="0">
              <a:buNone/>
              <a:defRPr sz="1600">
                <a:solidFill>
                  <a:schemeClr val="tx1">
                    <a:tint val="75000"/>
                  </a:schemeClr>
                </a:solidFill>
              </a:defRPr>
            </a:lvl8pPr>
            <a:lvl9pPr marL="3586133"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300">
                <a:solidFill>
                  <a:schemeClr val="bg1"/>
                </a:solidFill>
                <a:latin typeface="+mj-lt"/>
                <a:cs typeface="Segoe UI Semilight" panose="020B0402040204020203" pitchFamily="34" charset="0"/>
              </a:defRPr>
            </a:lvl1pPr>
          </a:lstStyle>
          <a:p>
            <a:r>
              <a:rPr lang="en-US" dirty="0"/>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887679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400">
                <a:solidFill>
                  <a:schemeClr val="tx1">
                    <a:tint val="75000"/>
                  </a:schemeClr>
                </a:solidFill>
                <a:latin typeface="Segoe UI" panose="020B0502040204020203" pitchFamily="34" charset="0"/>
              </a:defRPr>
            </a:lvl1pPr>
            <a:lvl2pPr marL="448267" indent="0">
              <a:buNone/>
              <a:defRPr sz="2000">
                <a:solidFill>
                  <a:schemeClr val="tx1">
                    <a:tint val="75000"/>
                  </a:schemeClr>
                </a:solidFill>
              </a:defRPr>
            </a:lvl2pPr>
            <a:lvl3pPr marL="896533" indent="0">
              <a:buNone/>
              <a:defRPr sz="1800">
                <a:solidFill>
                  <a:schemeClr val="tx1">
                    <a:tint val="75000"/>
                  </a:schemeClr>
                </a:solidFill>
              </a:defRPr>
            </a:lvl3pPr>
            <a:lvl4pPr marL="1344800" indent="0">
              <a:buNone/>
              <a:defRPr sz="1600">
                <a:solidFill>
                  <a:schemeClr val="tx1">
                    <a:tint val="75000"/>
                  </a:schemeClr>
                </a:solidFill>
              </a:defRPr>
            </a:lvl4pPr>
            <a:lvl5pPr marL="1793067" indent="0">
              <a:buNone/>
              <a:defRPr sz="1600">
                <a:solidFill>
                  <a:schemeClr val="tx1">
                    <a:tint val="75000"/>
                  </a:schemeClr>
                </a:solidFill>
              </a:defRPr>
            </a:lvl5pPr>
            <a:lvl6pPr marL="2241334" indent="0">
              <a:buNone/>
              <a:defRPr sz="1600">
                <a:solidFill>
                  <a:schemeClr val="tx1">
                    <a:tint val="75000"/>
                  </a:schemeClr>
                </a:solidFill>
              </a:defRPr>
            </a:lvl6pPr>
            <a:lvl7pPr marL="2689600" indent="0">
              <a:buNone/>
              <a:defRPr sz="1600">
                <a:solidFill>
                  <a:schemeClr val="tx1">
                    <a:tint val="75000"/>
                  </a:schemeClr>
                </a:solidFill>
              </a:defRPr>
            </a:lvl7pPr>
            <a:lvl8pPr marL="3137867" indent="0">
              <a:buNone/>
              <a:defRPr sz="1600">
                <a:solidFill>
                  <a:schemeClr val="tx1">
                    <a:tint val="75000"/>
                  </a:schemeClr>
                </a:solidFill>
              </a:defRPr>
            </a:lvl8pPr>
            <a:lvl9pPr marL="3586133"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300">
                <a:solidFill>
                  <a:srgbClr val="004E59"/>
                </a:solidFill>
                <a:latin typeface="+mj-lt"/>
                <a:cs typeface="Segoe UI Semilight" panose="020B0402040204020203" pitchFamily="34" charset="0"/>
              </a:defRPr>
            </a:lvl1pPr>
          </a:lstStyle>
          <a:p>
            <a:r>
              <a:rPr lang="en-US"/>
              <a:t>Click to edit Master title style</a:t>
            </a:r>
            <a:endParaRPr lang="en-US" dirty="0"/>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908268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400">
                <a:solidFill>
                  <a:schemeClr val="tx1">
                    <a:tint val="75000"/>
                  </a:schemeClr>
                </a:solidFill>
                <a:latin typeface="Segoe UI" panose="020B0502040204020203" pitchFamily="34" charset="0"/>
              </a:defRPr>
            </a:lvl1pPr>
            <a:lvl2pPr marL="448267" indent="0">
              <a:buNone/>
              <a:defRPr sz="2000">
                <a:solidFill>
                  <a:schemeClr val="tx1">
                    <a:tint val="75000"/>
                  </a:schemeClr>
                </a:solidFill>
              </a:defRPr>
            </a:lvl2pPr>
            <a:lvl3pPr marL="896533" indent="0">
              <a:buNone/>
              <a:defRPr sz="1800">
                <a:solidFill>
                  <a:schemeClr val="tx1">
                    <a:tint val="75000"/>
                  </a:schemeClr>
                </a:solidFill>
              </a:defRPr>
            </a:lvl3pPr>
            <a:lvl4pPr marL="1344800" indent="0">
              <a:buNone/>
              <a:defRPr sz="1600">
                <a:solidFill>
                  <a:schemeClr val="tx1">
                    <a:tint val="75000"/>
                  </a:schemeClr>
                </a:solidFill>
              </a:defRPr>
            </a:lvl4pPr>
            <a:lvl5pPr marL="1793067" indent="0">
              <a:buNone/>
              <a:defRPr sz="1600">
                <a:solidFill>
                  <a:schemeClr val="tx1">
                    <a:tint val="75000"/>
                  </a:schemeClr>
                </a:solidFill>
              </a:defRPr>
            </a:lvl5pPr>
            <a:lvl6pPr marL="2241334" indent="0">
              <a:buNone/>
              <a:defRPr sz="1600">
                <a:solidFill>
                  <a:schemeClr val="tx1">
                    <a:tint val="75000"/>
                  </a:schemeClr>
                </a:solidFill>
              </a:defRPr>
            </a:lvl6pPr>
            <a:lvl7pPr marL="2689600" indent="0">
              <a:buNone/>
              <a:defRPr sz="1600">
                <a:solidFill>
                  <a:schemeClr val="tx1">
                    <a:tint val="75000"/>
                  </a:schemeClr>
                </a:solidFill>
              </a:defRPr>
            </a:lvl7pPr>
            <a:lvl8pPr marL="3137867" indent="0">
              <a:buNone/>
              <a:defRPr sz="1600">
                <a:solidFill>
                  <a:schemeClr val="tx1">
                    <a:tint val="75000"/>
                  </a:schemeClr>
                </a:solidFill>
              </a:defRPr>
            </a:lvl8pPr>
            <a:lvl9pPr marL="3586133"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300">
                <a:solidFill>
                  <a:schemeClr val="bg1"/>
                </a:solidFill>
                <a:latin typeface="+mj-lt"/>
                <a:cs typeface="Segoe UI Semilight" panose="020B0402040204020203" pitchFamily="34" charset="0"/>
              </a:defRPr>
            </a:lvl1pPr>
          </a:lstStyle>
          <a:p>
            <a:r>
              <a:rPr lang="en-US"/>
              <a:t>Click to edit Master title style</a:t>
            </a:r>
            <a:endParaRPr lang="en-US" dirty="0"/>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322273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2/26/2021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dirty="0"/>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203246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2/26/2021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dirty="0"/>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43803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lnSpc>
                <a:spcPct val="120000"/>
              </a:lnSpc>
              <a:spcBef>
                <a:spcPts val="1000"/>
              </a:spcBef>
              <a:buNone/>
              <a:defRPr sz="1200">
                <a:latin typeface="Segoe UI" panose="020B0502040204020203" pitchFamily="34" charset="0"/>
              </a:defRPr>
            </a:lvl2pPr>
            <a:lvl3pPr marL="896533" indent="0">
              <a:lnSpc>
                <a:spcPct val="120000"/>
              </a:lnSpc>
              <a:spcBef>
                <a:spcPts val="1000"/>
              </a:spcBef>
              <a:buNone/>
              <a:defRPr sz="1200">
                <a:latin typeface="Segoe UI" panose="020B0502040204020203" pitchFamily="34" charset="0"/>
              </a:defRPr>
            </a:lvl3pPr>
            <a:lvl4pPr marL="1344800" indent="0">
              <a:lnSpc>
                <a:spcPct val="120000"/>
              </a:lnSpc>
              <a:spcBef>
                <a:spcPts val="1000"/>
              </a:spcBef>
              <a:buNone/>
              <a:defRPr sz="1200">
                <a:latin typeface="Segoe UI" panose="020B0502040204020203" pitchFamily="34" charset="0"/>
              </a:defRPr>
            </a:lvl4pPr>
            <a:lvl5pPr marL="1793067" indent="0">
              <a:lnSpc>
                <a:spcPct val="120000"/>
              </a:lnSpc>
              <a:spcBef>
                <a:spcPts val="1000"/>
              </a:spcBef>
              <a:buNone/>
              <a:defRPr sz="1200">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8086722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lnSpc>
                <a:spcPct val="120000"/>
              </a:lnSpc>
              <a:spcBef>
                <a:spcPts val="1000"/>
              </a:spcBef>
              <a:buNone/>
              <a:defRPr sz="1200">
                <a:latin typeface="Segoe UI" panose="020B0502040204020203" pitchFamily="34" charset="0"/>
              </a:defRPr>
            </a:lvl2pPr>
            <a:lvl3pPr marL="896533" indent="0">
              <a:lnSpc>
                <a:spcPct val="120000"/>
              </a:lnSpc>
              <a:spcBef>
                <a:spcPts val="1000"/>
              </a:spcBef>
              <a:buNone/>
              <a:defRPr sz="1200">
                <a:latin typeface="Segoe UI" panose="020B0502040204020203" pitchFamily="34" charset="0"/>
              </a:defRPr>
            </a:lvl3pPr>
            <a:lvl4pPr marL="1344800" indent="0">
              <a:lnSpc>
                <a:spcPct val="120000"/>
              </a:lnSpc>
              <a:spcBef>
                <a:spcPts val="1000"/>
              </a:spcBef>
              <a:buNone/>
              <a:defRPr sz="1200">
                <a:latin typeface="Segoe UI" panose="020B0502040204020203" pitchFamily="34" charset="0"/>
              </a:defRPr>
            </a:lvl4pPr>
            <a:lvl5pPr marL="1793067" indent="0">
              <a:lnSpc>
                <a:spcPct val="120000"/>
              </a:lnSpc>
              <a:spcBef>
                <a:spcPts val="1000"/>
              </a:spcBef>
              <a:buNone/>
              <a:defRPr sz="1200">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338800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buNone/>
              <a:defRPr sz="1200">
                <a:latin typeface="+mn-lt"/>
              </a:defRPr>
            </a:lvl2pPr>
            <a:lvl3pPr marL="896533" indent="0">
              <a:buNone/>
              <a:defRPr sz="1200">
                <a:latin typeface="+mn-lt"/>
              </a:defRPr>
            </a:lvl3pPr>
            <a:lvl4pPr marL="1344800" indent="0">
              <a:buNone/>
              <a:defRPr sz="1200">
                <a:latin typeface="+mn-lt"/>
              </a:defRPr>
            </a:lvl4pPr>
            <a:lvl5pPr marL="1793067" indent="0">
              <a:buNone/>
              <a:defRPr sz="1200">
                <a:latin typeface="+mn-lt"/>
              </a:defRPr>
            </a:lvl5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200">
                <a:latin typeface="+mn-lt"/>
              </a:defRPr>
            </a:lvl2pPr>
            <a:lvl3pPr marL="896533" indent="0">
              <a:buNone/>
              <a:defRPr sz="1200">
                <a:latin typeface="+mn-lt"/>
              </a:defRPr>
            </a:lvl3pPr>
            <a:lvl4pPr marL="1344800" indent="0">
              <a:buNone/>
              <a:defRPr sz="1200">
                <a:latin typeface="+mn-lt"/>
              </a:defRPr>
            </a:lvl4pPr>
            <a:lvl5pPr marL="1793067" indent="0">
              <a:buNone/>
              <a:defRPr sz="1200">
                <a:latin typeface="+mn-lt"/>
              </a:defRPr>
            </a:lvl5pPr>
          </a:lstStyle>
          <a:p>
            <a:pPr lvl="0"/>
            <a:r>
              <a:rPr lang="en-US" dirty="0"/>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2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buNone/>
              <a:defRPr sz="1200">
                <a:latin typeface="+mn-lt"/>
              </a:defRPr>
            </a:lvl2pPr>
            <a:lvl3pPr marL="896533" indent="0">
              <a:buNone/>
              <a:defRPr sz="1200">
                <a:latin typeface="+mn-lt"/>
              </a:defRPr>
            </a:lvl3pPr>
            <a:lvl4pPr marL="1344800" indent="0">
              <a:buNone/>
              <a:defRPr sz="1200">
                <a:latin typeface="+mn-lt"/>
              </a:defRPr>
            </a:lvl4pPr>
            <a:lvl5pPr marL="1793067" indent="0">
              <a:buNone/>
              <a:defRPr sz="1200">
                <a:latin typeface="+mn-lt"/>
              </a:defRPr>
            </a:lvl5pPr>
          </a:lstStyle>
          <a:p>
            <a:pPr lvl="0"/>
            <a:r>
              <a:rPr lang="en-US" dirty="0"/>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200">
                <a:latin typeface="+mn-lt"/>
              </a:defRPr>
            </a:lvl2pPr>
            <a:lvl3pPr marL="896533" indent="0">
              <a:buNone/>
              <a:defRPr sz="1200">
                <a:latin typeface="+mn-lt"/>
              </a:defRPr>
            </a:lvl3pPr>
            <a:lvl4pPr marL="1344800" indent="0">
              <a:buNone/>
              <a:defRPr sz="1200">
                <a:latin typeface="+mn-lt"/>
              </a:defRPr>
            </a:lvl4pPr>
            <a:lvl5pPr marL="1793067" indent="0">
              <a:buNone/>
              <a:defRPr sz="1200">
                <a:latin typeface="+mn-lt"/>
              </a:defRPr>
            </a:lvl5pPr>
          </a:lstStyle>
          <a:p>
            <a:pPr lvl="0"/>
            <a:r>
              <a:rPr lang="en-US" dirty="0"/>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2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6802088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buNone/>
              <a:defRPr sz="1200">
                <a:latin typeface="+mn-lt"/>
              </a:defRPr>
            </a:lvl2pPr>
            <a:lvl3pPr marL="896533" indent="0">
              <a:buNone/>
              <a:defRPr sz="1200">
                <a:latin typeface="+mn-lt"/>
              </a:defRPr>
            </a:lvl3pPr>
            <a:lvl4pPr marL="1344800" indent="0">
              <a:buNone/>
              <a:defRPr sz="1200">
                <a:latin typeface="+mn-lt"/>
              </a:defRPr>
            </a:lvl4pPr>
            <a:lvl5pPr marL="1793067" indent="0">
              <a:buNone/>
              <a:defRPr sz="1200">
                <a:latin typeface="+mn-lt"/>
              </a:defRPr>
            </a:lvl5pPr>
          </a:lstStyle>
          <a:p>
            <a:pPr lvl="0"/>
            <a:r>
              <a:rPr lang="en-US" dirty="0"/>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dirty="0"/>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456250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2/26/2021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dirty="0"/>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200" u="none">
                <a:latin typeface="Segoe UI" panose="020B0502040204020203" pitchFamily="34" charset="0"/>
              </a:defRPr>
            </a:lvl1pPr>
            <a:lvl2pPr marL="448267" indent="0">
              <a:lnSpc>
                <a:spcPct val="120000"/>
              </a:lnSpc>
              <a:spcBef>
                <a:spcPts val="1000"/>
              </a:spcBef>
              <a:buNone/>
              <a:defRPr sz="1200" u="none">
                <a:latin typeface="Segoe UI" panose="020B0502040204020203" pitchFamily="34" charset="0"/>
              </a:defRPr>
            </a:lvl2pPr>
            <a:lvl3pPr marL="896533" indent="0">
              <a:lnSpc>
                <a:spcPct val="120000"/>
              </a:lnSpc>
              <a:spcBef>
                <a:spcPts val="1000"/>
              </a:spcBef>
              <a:buNone/>
              <a:defRPr sz="1200" u="none">
                <a:latin typeface="Segoe UI" panose="020B0502040204020203" pitchFamily="34" charset="0"/>
              </a:defRPr>
            </a:lvl3pPr>
            <a:lvl4pPr marL="1344800" indent="0">
              <a:lnSpc>
                <a:spcPct val="120000"/>
              </a:lnSpc>
              <a:spcBef>
                <a:spcPts val="1000"/>
              </a:spcBef>
              <a:buNone/>
              <a:defRPr sz="1200" u="none">
                <a:latin typeface="Segoe UI" panose="020B0502040204020203" pitchFamily="34" charset="0"/>
              </a:defRPr>
            </a:lvl4pPr>
            <a:lvl5pPr marL="1793067" indent="0">
              <a:lnSpc>
                <a:spcPct val="120000"/>
              </a:lnSpc>
              <a:spcBef>
                <a:spcPts val="1000"/>
              </a:spcBef>
              <a:buNone/>
              <a:defRPr sz="1200"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200" u="none">
                <a:latin typeface="Segoe UI" panose="020B0502040204020203" pitchFamily="34" charset="0"/>
              </a:defRPr>
            </a:lvl1pPr>
            <a:lvl2pPr marL="448267" indent="0">
              <a:lnSpc>
                <a:spcPct val="120000"/>
              </a:lnSpc>
              <a:spcBef>
                <a:spcPts val="1000"/>
              </a:spcBef>
              <a:buNone/>
              <a:defRPr sz="1200" u="none">
                <a:latin typeface="Segoe UI" panose="020B0502040204020203" pitchFamily="34" charset="0"/>
              </a:defRPr>
            </a:lvl2pPr>
            <a:lvl3pPr marL="896533" indent="0">
              <a:lnSpc>
                <a:spcPct val="120000"/>
              </a:lnSpc>
              <a:spcBef>
                <a:spcPts val="1000"/>
              </a:spcBef>
              <a:buNone/>
              <a:defRPr sz="1200" u="none">
                <a:latin typeface="Segoe UI" panose="020B0502040204020203" pitchFamily="34" charset="0"/>
              </a:defRPr>
            </a:lvl3pPr>
            <a:lvl4pPr marL="1344800" indent="0">
              <a:lnSpc>
                <a:spcPct val="120000"/>
              </a:lnSpc>
              <a:spcBef>
                <a:spcPts val="1000"/>
              </a:spcBef>
              <a:buNone/>
              <a:defRPr sz="1200" u="none">
                <a:latin typeface="Segoe UI" panose="020B0502040204020203" pitchFamily="34" charset="0"/>
              </a:defRPr>
            </a:lvl4pPr>
            <a:lvl5pPr marL="1793067" indent="0">
              <a:lnSpc>
                <a:spcPct val="120000"/>
              </a:lnSpc>
              <a:spcBef>
                <a:spcPts val="1000"/>
              </a:spcBef>
              <a:buNone/>
              <a:defRPr sz="1200"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200" u="none">
                <a:latin typeface="Segoe UI" panose="020B0502040204020203" pitchFamily="34" charset="0"/>
              </a:defRPr>
            </a:lvl1pPr>
            <a:lvl2pPr marL="448267" indent="0">
              <a:lnSpc>
                <a:spcPct val="120000"/>
              </a:lnSpc>
              <a:spcBef>
                <a:spcPts val="1000"/>
              </a:spcBef>
              <a:buNone/>
              <a:defRPr sz="1200" u="none">
                <a:latin typeface="Segoe UI" panose="020B0502040204020203" pitchFamily="34" charset="0"/>
              </a:defRPr>
            </a:lvl2pPr>
            <a:lvl3pPr marL="896533" indent="0">
              <a:lnSpc>
                <a:spcPct val="120000"/>
              </a:lnSpc>
              <a:spcBef>
                <a:spcPts val="1000"/>
              </a:spcBef>
              <a:buNone/>
              <a:defRPr sz="1200" u="none">
                <a:latin typeface="Segoe UI" panose="020B0502040204020203" pitchFamily="34" charset="0"/>
              </a:defRPr>
            </a:lvl3pPr>
            <a:lvl4pPr marL="1344800" indent="0">
              <a:lnSpc>
                <a:spcPct val="120000"/>
              </a:lnSpc>
              <a:spcBef>
                <a:spcPts val="1000"/>
              </a:spcBef>
              <a:buNone/>
              <a:defRPr sz="1200" u="none">
                <a:latin typeface="Segoe UI" panose="020B0502040204020203" pitchFamily="34" charset="0"/>
              </a:defRPr>
            </a:lvl4pPr>
            <a:lvl5pPr marL="1793067" indent="0">
              <a:lnSpc>
                <a:spcPct val="120000"/>
              </a:lnSpc>
              <a:spcBef>
                <a:spcPts val="1000"/>
              </a:spcBef>
              <a:buNone/>
              <a:defRPr sz="1200"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200" u="none">
                <a:latin typeface="Segoe UI" panose="020B0502040204020203" pitchFamily="34" charset="0"/>
              </a:defRPr>
            </a:lvl1pPr>
            <a:lvl2pPr marL="448267" indent="0">
              <a:lnSpc>
                <a:spcPct val="120000"/>
              </a:lnSpc>
              <a:spcBef>
                <a:spcPts val="1000"/>
              </a:spcBef>
              <a:buNone/>
              <a:defRPr sz="1200" u="none">
                <a:latin typeface="Segoe UI" panose="020B0502040204020203" pitchFamily="34" charset="0"/>
              </a:defRPr>
            </a:lvl2pPr>
            <a:lvl3pPr marL="896533" indent="0">
              <a:lnSpc>
                <a:spcPct val="120000"/>
              </a:lnSpc>
              <a:spcBef>
                <a:spcPts val="1000"/>
              </a:spcBef>
              <a:buNone/>
              <a:defRPr sz="1200" u="none">
                <a:latin typeface="Segoe UI" panose="020B0502040204020203" pitchFamily="34" charset="0"/>
              </a:defRPr>
            </a:lvl3pPr>
            <a:lvl4pPr marL="1344800" indent="0">
              <a:lnSpc>
                <a:spcPct val="120000"/>
              </a:lnSpc>
              <a:spcBef>
                <a:spcPts val="1000"/>
              </a:spcBef>
              <a:buNone/>
              <a:defRPr sz="1200" u="none">
                <a:latin typeface="Segoe UI" panose="020B0502040204020203" pitchFamily="34" charset="0"/>
              </a:defRPr>
            </a:lvl4pPr>
            <a:lvl5pPr marL="1793067" indent="0">
              <a:lnSpc>
                <a:spcPct val="120000"/>
              </a:lnSpc>
              <a:spcBef>
                <a:spcPts val="1000"/>
              </a:spcBef>
              <a:buNone/>
              <a:defRPr sz="1200" u="none">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12549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dirty="0"/>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lnSpc>
                <a:spcPct val="120000"/>
              </a:lnSpc>
              <a:spcBef>
                <a:spcPts val="1000"/>
              </a:spcBef>
              <a:buNone/>
              <a:defRPr sz="1200">
                <a:latin typeface="Segoe UI" panose="020B0502040204020203" pitchFamily="34" charset="0"/>
              </a:defRPr>
            </a:lvl2pPr>
            <a:lvl3pPr marL="896533" indent="0">
              <a:lnSpc>
                <a:spcPct val="120000"/>
              </a:lnSpc>
              <a:spcBef>
                <a:spcPts val="1000"/>
              </a:spcBef>
              <a:buNone/>
              <a:defRPr sz="1200">
                <a:latin typeface="Segoe UI" panose="020B0502040204020203" pitchFamily="34" charset="0"/>
              </a:defRPr>
            </a:lvl3pPr>
            <a:lvl4pPr marL="1344800" indent="0">
              <a:lnSpc>
                <a:spcPct val="120000"/>
              </a:lnSpc>
              <a:spcBef>
                <a:spcPts val="1000"/>
              </a:spcBef>
              <a:buNone/>
              <a:defRPr sz="1200">
                <a:latin typeface="Segoe UI" panose="020B0502040204020203" pitchFamily="34" charset="0"/>
              </a:defRPr>
            </a:lvl4pPr>
            <a:lvl5pPr marL="1793067" indent="0">
              <a:lnSpc>
                <a:spcPct val="120000"/>
              </a:lnSpc>
              <a:spcBef>
                <a:spcPts val="1000"/>
              </a:spcBef>
              <a:buNone/>
              <a:defRPr sz="1200">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200">
                <a:latin typeface="Segoe UI" panose="020B0502040204020203" pitchFamily="34" charset="0"/>
              </a:defRPr>
            </a:lvl1pPr>
            <a:lvl2pPr marL="448266" indent="0">
              <a:lnSpc>
                <a:spcPct val="120000"/>
              </a:lnSpc>
              <a:spcBef>
                <a:spcPts val="1000"/>
              </a:spcBef>
              <a:buNone/>
              <a:defRPr sz="1200">
                <a:latin typeface="Segoe UI" panose="020B0502040204020203" pitchFamily="34" charset="0"/>
              </a:defRPr>
            </a:lvl2pPr>
            <a:lvl3pPr marL="896533" indent="0">
              <a:lnSpc>
                <a:spcPct val="120000"/>
              </a:lnSpc>
              <a:spcBef>
                <a:spcPts val="1000"/>
              </a:spcBef>
              <a:buNone/>
              <a:defRPr sz="1200">
                <a:latin typeface="Segoe UI" panose="020B0502040204020203" pitchFamily="34" charset="0"/>
              </a:defRPr>
            </a:lvl3pPr>
            <a:lvl4pPr marL="1344800" indent="0">
              <a:lnSpc>
                <a:spcPct val="120000"/>
              </a:lnSpc>
              <a:spcBef>
                <a:spcPts val="1000"/>
              </a:spcBef>
              <a:buNone/>
              <a:defRPr sz="1200">
                <a:latin typeface="Segoe UI" panose="020B0502040204020203" pitchFamily="34" charset="0"/>
              </a:defRPr>
            </a:lvl4pPr>
            <a:lvl5pPr marL="1793067" indent="0">
              <a:lnSpc>
                <a:spcPct val="120000"/>
              </a:lnSpc>
              <a:spcBef>
                <a:spcPts val="1000"/>
              </a:spcBef>
              <a:buNone/>
              <a:defRPr sz="1200">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2/26/2021</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667610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800"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400" b="1">
                <a:latin typeface="+mj-lt"/>
              </a:defRPr>
            </a:lvl1pPr>
            <a:lvl2pPr marL="448267" indent="0">
              <a:buNone/>
              <a:defRPr sz="2000" b="1"/>
            </a:lvl2pPr>
            <a:lvl3pPr marL="896533" indent="0">
              <a:buNone/>
              <a:defRPr sz="1800" b="1"/>
            </a:lvl3pPr>
            <a:lvl4pPr marL="1344800" indent="0">
              <a:buNone/>
              <a:defRPr sz="1600" b="1"/>
            </a:lvl4pPr>
            <a:lvl5pPr marL="1793067" indent="0">
              <a:buNone/>
              <a:defRPr sz="1600" b="1"/>
            </a:lvl5pPr>
            <a:lvl6pPr marL="2241334" indent="0">
              <a:buNone/>
              <a:defRPr sz="1600" b="1"/>
            </a:lvl6pPr>
            <a:lvl7pPr marL="2689600" indent="0">
              <a:buNone/>
              <a:defRPr sz="1600" b="1"/>
            </a:lvl7pPr>
            <a:lvl8pPr marL="3137867" indent="0">
              <a:buNone/>
              <a:defRPr sz="1600" b="1"/>
            </a:lvl8pPr>
            <a:lvl9pPr marL="3586133" indent="0">
              <a:buNone/>
              <a:defRPr sz="1600"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400" b="1">
                <a:latin typeface="+mj-lt"/>
              </a:defRPr>
            </a:lvl1pPr>
            <a:lvl2pPr marL="448267" indent="0">
              <a:buNone/>
              <a:defRPr sz="2000" b="1"/>
            </a:lvl2pPr>
            <a:lvl3pPr marL="896533" indent="0">
              <a:buNone/>
              <a:defRPr sz="1800" b="1"/>
            </a:lvl3pPr>
            <a:lvl4pPr marL="1344800" indent="0">
              <a:buNone/>
              <a:defRPr sz="1600" b="1"/>
            </a:lvl4pPr>
            <a:lvl5pPr marL="1793067" indent="0">
              <a:buNone/>
              <a:defRPr sz="1600" b="1"/>
            </a:lvl5pPr>
            <a:lvl6pPr marL="2241334" indent="0">
              <a:buNone/>
              <a:defRPr sz="1600" b="1"/>
            </a:lvl6pPr>
            <a:lvl7pPr marL="2689600" indent="0">
              <a:buNone/>
              <a:defRPr sz="1600" b="1"/>
            </a:lvl7pPr>
            <a:lvl8pPr marL="3137867" indent="0">
              <a:buNone/>
              <a:defRPr sz="1600" b="1"/>
            </a:lvl8pPr>
            <a:lvl9pPr marL="3586133" indent="0">
              <a:buNone/>
              <a:defRPr sz="1600"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2/26/2021</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1987834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2/26/2021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5476593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00">
                <a:solidFill>
                  <a:srgbClr val="E45A1E"/>
                </a:solidFill>
              </a:defRPr>
            </a:lvl1pPr>
          </a:lstStyle>
          <a:p>
            <a:r>
              <a:rPr lang="en-US"/>
              <a:t>Click to edit Master title style</a:t>
            </a:r>
            <a:endParaRPr lang="en-US" dirty="0"/>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800">
                <a:solidFill>
                  <a:srgbClr val="E45A1E"/>
                </a:solidFill>
                <a:latin typeface="Segoe UI Semilight" panose="020B0402040204020203" pitchFamily="34" charset="0"/>
                <a:cs typeface="Segoe UI Semilight" panose="020B0402040204020203" pitchFamily="34" charset="0"/>
              </a:defRPr>
            </a:lvl1pPr>
            <a:lvl2pPr marL="448267" indent="0" algn="ctr">
              <a:buNone/>
              <a:defRPr sz="2000"/>
            </a:lvl2pPr>
            <a:lvl3pPr marL="896533" indent="0" algn="ctr">
              <a:buNone/>
              <a:defRPr sz="1800"/>
            </a:lvl3pPr>
            <a:lvl4pPr marL="1344800" indent="0" algn="ctr">
              <a:buNone/>
              <a:defRPr sz="1600"/>
            </a:lvl4pPr>
            <a:lvl5pPr marL="1793067" indent="0" algn="ctr">
              <a:buNone/>
              <a:defRPr sz="1600"/>
            </a:lvl5pPr>
            <a:lvl6pPr marL="2241334" indent="0" algn="ctr">
              <a:buNone/>
              <a:defRPr sz="1600"/>
            </a:lvl6pPr>
            <a:lvl7pPr marL="2689600" indent="0" algn="ctr">
              <a:buNone/>
              <a:defRPr sz="1600"/>
            </a:lvl7pPr>
            <a:lvl8pPr marL="3137867" indent="0" algn="ctr">
              <a:buNone/>
              <a:defRPr sz="1600"/>
            </a:lvl8pPr>
            <a:lvl9pPr marL="358613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2/26/2021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20345043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2/26/2021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95155157"/>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2/26/2021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4235738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2/26/2021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7907465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00"/>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00">
                <a:latin typeface="Segoe UI" panose="020B0502040204020203" pitchFamily="34" charset="0"/>
              </a:defRPr>
            </a:lvl1pPr>
            <a:lvl2pPr marL="448267" indent="0">
              <a:buNone/>
              <a:defRPr sz="2700"/>
            </a:lvl2pPr>
            <a:lvl3pPr marL="896533" indent="0">
              <a:buNone/>
              <a:defRPr sz="2400"/>
            </a:lvl3pPr>
            <a:lvl4pPr marL="1344800" indent="0">
              <a:buNone/>
              <a:defRPr sz="2000"/>
            </a:lvl4pPr>
            <a:lvl5pPr marL="1793067" indent="0">
              <a:buNone/>
              <a:defRPr sz="2000"/>
            </a:lvl5pPr>
            <a:lvl6pPr marL="2241334" indent="0">
              <a:buNone/>
              <a:defRPr sz="2000"/>
            </a:lvl6pPr>
            <a:lvl7pPr marL="2689600" indent="0">
              <a:buNone/>
              <a:defRPr sz="2000"/>
            </a:lvl7pPr>
            <a:lvl8pPr marL="3137867" indent="0">
              <a:buNone/>
              <a:defRPr sz="2000"/>
            </a:lvl8pPr>
            <a:lvl9pPr marL="3586133" indent="0">
              <a:buNone/>
              <a:defRPr sz="2000"/>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600">
                <a:latin typeface="Segoe UI" panose="020B0502040204020203" pitchFamily="34" charset="0"/>
              </a:defRPr>
            </a:lvl1pPr>
            <a:lvl2pPr marL="448267" indent="0">
              <a:buNone/>
              <a:defRPr sz="1400"/>
            </a:lvl2pPr>
            <a:lvl3pPr marL="896533" indent="0">
              <a:buNone/>
              <a:defRPr sz="1200"/>
            </a:lvl3pPr>
            <a:lvl4pPr marL="1344800" indent="0">
              <a:buNone/>
              <a:defRPr sz="1000"/>
            </a:lvl4pPr>
            <a:lvl5pPr marL="1793067" indent="0">
              <a:buNone/>
              <a:defRPr sz="1000"/>
            </a:lvl5pPr>
            <a:lvl6pPr marL="2241334" indent="0">
              <a:buNone/>
              <a:defRPr sz="1000"/>
            </a:lvl6pPr>
            <a:lvl7pPr marL="2689600" indent="0">
              <a:buNone/>
              <a:defRPr sz="1000"/>
            </a:lvl7pPr>
            <a:lvl8pPr marL="3137867" indent="0">
              <a:buNone/>
              <a:defRPr sz="1000"/>
            </a:lvl8pPr>
            <a:lvl9pPr marL="3586133"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2/26/2021</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21620290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00" spc="-14" baseline="0">
                <a:solidFill>
                  <a:schemeClr val="accent2"/>
                </a:solidFill>
                <a:latin typeface="Segoe UI" panose="020B0502040204020203" pitchFamily="34" charset="0"/>
              </a:defRPr>
            </a:lvl1pPr>
          </a:lstStyle>
          <a:p>
            <a:pPr lvl="0"/>
            <a:r>
              <a:rPr lang="en-US" dirty="0"/>
              <a:t>Click to edit Master text styles</a:t>
            </a:r>
          </a:p>
        </p:txBody>
      </p:sp>
      <p:sp>
        <p:nvSpPr>
          <p:cNvPr id="4" name="Title 3"/>
          <p:cNvSpPr>
            <a:spLocks noGrp="1"/>
          </p:cNvSpPr>
          <p:nvPr>
            <p:ph type="title"/>
          </p:nvPr>
        </p:nvSpPr>
        <p:spPr/>
        <p:txBody>
          <a:bodyPr/>
          <a:lstStyle/>
          <a:p>
            <a:r>
              <a:rPr lang="en-US"/>
              <a:t>Click to edit Master title style</a:t>
            </a:r>
            <a:endParaRPr lang="en-US" dirty="0"/>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700">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403218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2/26/2021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200">
                <a:solidFill>
                  <a:schemeClr val="tx1">
                    <a:tint val="75000"/>
                  </a:schemeClr>
                </a:solidFill>
                <a:latin typeface="Segoe UI" panose="020B0502040204020203" pitchFamily="34" charset="0"/>
              </a:defRPr>
            </a:lvl1pPr>
          </a:lstStyle>
          <a:p>
            <a:fld id="{6C1EC331-590E-4679-816A-DCB458BBD7AB}" type="datetime1">
              <a:rPr lang="en-US" smtClean="0"/>
              <a:t>2/26/2021</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200">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200">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2845489276"/>
      </p:ext>
    </p:extLst>
  </p:cSld>
  <p:clrMap bg1="lt1" tx1="dk1" bg2="lt2" tx2="dk2" accent1="accent1" accent2="accent2" accent3="accent3" accent4="accent4" accent5="accent5" accent6="accent6" hlink="hlink" folHlink="folHlink"/>
  <p:sldLayoutIdLst>
    <p:sldLayoutId id="2147483712" r:id="rId1"/>
    <p:sldLayoutId id="2147483733" r:id="rId2"/>
    <p:sldLayoutId id="2147483731" r:id="rId3"/>
    <p:sldLayoutId id="2147483732" r:id="rId4"/>
    <p:sldLayoutId id="2147483734" r:id="rId5"/>
    <p:sldLayoutId id="2147483730" r:id="rId6"/>
    <p:sldLayoutId id="2147483714" r:id="rId7"/>
    <p:sldLayoutId id="2147483715" r:id="rId8"/>
    <p:sldLayoutId id="2147483716" r:id="rId9"/>
    <p:sldLayoutId id="2147483738" r:id="rId10"/>
    <p:sldLayoutId id="2147483718" r:id="rId11"/>
    <p:sldLayoutId id="2147483735" r:id="rId12"/>
    <p:sldLayoutId id="2147483736" r:id="rId13"/>
    <p:sldLayoutId id="2147483737" r:id="rId14"/>
    <p:sldLayoutId id="2147483717" r:id="rId15"/>
    <p:sldLayoutId id="2147483719" r:id="rId16"/>
    <p:sldLayoutId id="2147483720" r:id="rId17"/>
    <p:sldLayoutId id="2147483721" r:id="rId18"/>
    <p:sldLayoutId id="2147483713" r:id="rId19"/>
    <p:sldLayoutId id="2147483722" r:id="rId20"/>
    <p:sldLayoutId id="2147483723" r:id="rId21"/>
    <p:sldLayoutId id="2147483724" r:id="rId22"/>
    <p:sldLayoutId id="2147483726" r:id="rId23"/>
    <p:sldLayoutId id="2147483729" r:id="rId24"/>
  </p:sldLayoutIdLst>
  <p:hf sldNum="0" hdr="0" ftr="0" dt="0"/>
  <p:txStyles>
    <p:titleStyle>
      <a:lvl1pPr algn="l" defTabSz="89653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2000"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800"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600"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400"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400"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800"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800"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800"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896533" rtl="0" eaLnBrk="1" latinLnBrk="0" hangingPunct="1">
        <a:defRPr sz="1800" kern="1200">
          <a:solidFill>
            <a:schemeClr val="tx1"/>
          </a:solidFill>
          <a:latin typeface="+mn-lt"/>
          <a:ea typeface="+mn-ea"/>
          <a:cs typeface="+mn-cs"/>
        </a:defRPr>
      </a:lvl1pPr>
      <a:lvl2pPr marL="448267" algn="l" defTabSz="896533" rtl="0" eaLnBrk="1" latinLnBrk="0" hangingPunct="1">
        <a:defRPr sz="1800" kern="1200">
          <a:solidFill>
            <a:schemeClr val="tx1"/>
          </a:solidFill>
          <a:latin typeface="+mn-lt"/>
          <a:ea typeface="+mn-ea"/>
          <a:cs typeface="+mn-cs"/>
        </a:defRPr>
      </a:lvl2pPr>
      <a:lvl3pPr marL="896533" algn="l" defTabSz="896533" rtl="0" eaLnBrk="1" latinLnBrk="0" hangingPunct="1">
        <a:defRPr sz="1800" kern="1200">
          <a:solidFill>
            <a:schemeClr val="tx1"/>
          </a:solidFill>
          <a:latin typeface="+mn-lt"/>
          <a:ea typeface="+mn-ea"/>
          <a:cs typeface="+mn-cs"/>
        </a:defRPr>
      </a:lvl3pPr>
      <a:lvl4pPr marL="1344800" algn="l" defTabSz="896533" rtl="0" eaLnBrk="1" latinLnBrk="0" hangingPunct="1">
        <a:defRPr sz="1800" kern="1200">
          <a:solidFill>
            <a:schemeClr val="tx1"/>
          </a:solidFill>
          <a:latin typeface="+mn-lt"/>
          <a:ea typeface="+mn-ea"/>
          <a:cs typeface="+mn-cs"/>
        </a:defRPr>
      </a:lvl4pPr>
      <a:lvl5pPr marL="1793067" algn="l" defTabSz="896533" rtl="0" eaLnBrk="1" latinLnBrk="0" hangingPunct="1">
        <a:defRPr sz="1800" kern="1200">
          <a:solidFill>
            <a:schemeClr val="tx1"/>
          </a:solidFill>
          <a:latin typeface="+mn-lt"/>
          <a:ea typeface="+mn-ea"/>
          <a:cs typeface="+mn-cs"/>
        </a:defRPr>
      </a:lvl5pPr>
      <a:lvl6pPr marL="2241334" algn="l" defTabSz="896533" rtl="0" eaLnBrk="1" latinLnBrk="0" hangingPunct="1">
        <a:defRPr sz="1800" kern="1200">
          <a:solidFill>
            <a:schemeClr val="tx1"/>
          </a:solidFill>
          <a:latin typeface="+mn-lt"/>
          <a:ea typeface="+mn-ea"/>
          <a:cs typeface="+mn-cs"/>
        </a:defRPr>
      </a:lvl6pPr>
      <a:lvl7pPr marL="2689600" algn="l" defTabSz="896533" rtl="0" eaLnBrk="1" latinLnBrk="0" hangingPunct="1">
        <a:defRPr sz="1800" kern="1200">
          <a:solidFill>
            <a:schemeClr val="tx1"/>
          </a:solidFill>
          <a:latin typeface="+mn-lt"/>
          <a:ea typeface="+mn-ea"/>
          <a:cs typeface="+mn-cs"/>
        </a:defRPr>
      </a:lvl7pPr>
      <a:lvl8pPr marL="3137867" algn="l" defTabSz="896533" rtl="0" eaLnBrk="1" latinLnBrk="0" hangingPunct="1">
        <a:defRPr sz="1800" kern="1200">
          <a:solidFill>
            <a:schemeClr val="tx1"/>
          </a:solidFill>
          <a:latin typeface="+mn-lt"/>
          <a:ea typeface="+mn-ea"/>
          <a:cs typeface="+mn-cs"/>
        </a:defRPr>
      </a:lvl8pPr>
      <a:lvl9pPr marL="3586133" algn="l" defTabSz="89653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p:txBody>
          <a:bodyPr/>
          <a:lstStyle/>
          <a:p>
            <a:r>
              <a:rPr lang="en-US" dirty="0"/>
              <a:t>Arapahoe County – </a:t>
            </a:r>
            <a:r>
              <a:rPr lang="en-US"/>
              <a:t>PPE Inventory Management</a:t>
            </a:r>
          </a:p>
        </p:txBody>
      </p:sp>
      <p:sp>
        <p:nvSpPr>
          <p:cNvPr id="8" name="Rectangle 7">
            <a:extLst>
              <a:ext uri="{FF2B5EF4-FFF2-40B4-BE49-F238E27FC236}">
                <a16:creationId xmlns:a16="http://schemas.microsoft.com/office/drawing/2014/main" id="{FBE508DA-8460-4788-8000-47A2BE6DA870}"/>
              </a:ext>
            </a:extLst>
          </p:cNvPr>
          <p:cNvSpPr/>
          <p:nvPr/>
        </p:nvSpPr>
        <p:spPr>
          <a:xfrm>
            <a:off x="381000" y="2254771"/>
            <a:ext cx="7568408" cy="4832092"/>
          </a:xfrm>
          <a:prstGeom prst="rect">
            <a:avLst/>
          </a:prstGeom>
        </p:spPr>
        <p:txBody>
          <a:bodyPr wrap="square" lIns="91440" tIns="45720" rIns="91440" bIns="45720" anchor="t">
            <a:spAutoFit/>
          </a:bodyPr>
          <a:lstStyle/>
          <a:p>
            <a:pPr lvl="0">
              <a:lnSpc>
                <a:spcPct val="100000"/>
              </a:lnSpc>
            </a:pPr>
            <a:r>
              <a:rPr lang="en-US" sz="2400" b="1" dirty="0">
                <a:solidFill>
                  <a:srgbClr val="0096A9"/>
                </a:solidFill>
                <a:latin typeface="Segoe UI"/>
                <a:cs typeface="Segoe UI"/>
              </a:rPr>
              <a:t>What We Did</a:t>
            </a:r>
          </a:p>
          <a:p>
            <a:r>
              <a:rPr lang="en-US" sz="1400" dirty="0">
                <a:latin typeface="Segoe UI"/>
                <a:cs typeface="Segoe UI"/>
              </a:rPr>
              <a:t>Arapahoe County was looking to build a robust inventory management system to support an influx of Personal Protective Equipment (PPE) that needed management during the pandemic. Arapahoe had been using an Excel sheet to manage their supplies and distribution, and there was no accountability or oversight into requests from local hospitals and businesses.</a:t>
            </a:r>
            <a:endParaRPr lang="en-US" sz="1400" dirty="0">
              <a:latin typeface="Segoe UI" panose="020B0502040204020203" pitchFamily="34" charset="0"/>
              <a:cs typeface="Segoe UI" panose="020B0502040204020203" pitchFamily="34" charset="0"/>
            </a:endParaRPr>
          </a:p>
          <a:p>
            <a:endParaRPr lang="en-US" sz="1400" dirty="0">
              <a:latin typeface="Segoe UI" panose="020B0502040204020203" pitchFamily="34" charset="0"/>
              <a:cs typeface="Segoe UI" panose="020B0502040204020203" pitchFamily="34" charset="0"/>
            </a:endParaRPr>
          </a:p>
          <a:p>
            <a:r>
              <a:rPr lang="en-US" sz="1400" dirty="0" err="1">
                <a:latin typeface="Segoe UI"/>
                <a:cs typeface="Segoe UI"/>
              </a:rPr>
              <a:t>Affirma</a:t>
            </a:r>
            <a:r>
              <a:rPr lang="en-US" sz="1400" dirty="0">
                <a:latin typeface="Segoe UI"/>
                <a:cs typeface="Segoe UI"/>
              </a:rPr>
              <a:t> utilized the </a:t>
            </a:r>
            <a:r>
              <a:rPr lang="en-US" sz="1400" dirty="0" err="1">
                <a:latin typeface="Segoe UI"/>
                <a:cs typeface="Segoe UI"/>
              </a:rPr>
              <a:t>PowerPlatform</a:t>
            </a:r>
            <a:r>
              <a:rPr lang="en-US" sz="1400" dirty="0">
                <a:latin typeface="Segoe UI"/>
                <a:cs typeface="Segoe UI"/>
              </a:rPr>
              <a:t> within M365 to develop an end-to-end PPE management solution. </a:t>
            </a:r>
            <a:r>
              <a:rPr lang="en-US" sz="1400" dirty="0" err="1">
                <a:latin typeface="Segoe UI"/>
                <a:cs typeface="Segoe UI"/>
              </a:rPr>
              <a:t>PowerApp</a:t>
            </a:r>
            <a:r>
              <a:rPr lang="en-US" sz="1400" dirty="0">
                <a:latin typeface="Segoe UI"/>
                <a:cs typeface="Segoe UI"/>
              </a:rPr>
              <a:t> forms were developed that allowed infrastructure personnel to submit real-time updates to inventory on hand. These submissions fed into SharePoint List Views  for operations staff, who utilized the information to fulfill requests for PPE made by local organizations.</a:t>
            </a:r>
          </a:p>
          <a:p>
            <a:endParaRPr lang="en-US" sz="1400" dirty="0">
              <a:cs typeface="Segoe UI"/>
            </a:endParaRPr>
          </a:p>
          <a:p>
            <a:r>
              <a:rPr lang="en-US" sz="1400" dirty="0" err="1">
                <a:latin typeface="Segoe UI"/>
                <a:cs typeface="Segoe UI"/>
              </a:rPr>
              <a:t>PowerAutomate</a:t>
            </a:r>
            <a:r>
              <a:rPr lang="en-US" sz="1400" dirty="0">
                <a:latin typeface="Segoe UI"/>
                <a:cs typeface="Segoe UI"/>
              </a:rPr>
              <a:t> Flows were developed which alerted staff to low inventory as requests were being fulfilled, along with automating crucial processes around partial fulfillment, account reconciliation, and others.</a:t>
            </a:r>
          </a:p>
          <a:p>
            <a:endParaRPr lang="en-US" sz="1400" dirty="0">
              <a:latin typeface="Segoe UI" panose="020B0502040204020203" pitchFamily="34" charset="0"/>
              <a:cs typeface="Segoe UI" panose="020B0502040204020203" pitchFamily="34" charset="0"/>
            </a:endParaRPr>
          </a:p>
          <a:p>
            <a:r>
              <a:rPr lang="en-US" sz="1400" dirty="0">
                <a:latin typeface="Segoe UI"/>
                <a:cs typeface="Segoe UI"/>
              </a:rPr>
              <a:t>Finally, </a:t>
            </a:r>
            <a:r>
              <a:rPr lang="en-US" sz="1400" dirty="0" err="1">
                <a:latin typeface="Segoe UI"/>
                <a:cs typeface="Segoe UI"/>
              </a:rPr>
              <a:t>PowerBI</a:t>
            </a:r>
            <a:r>
              <a:rPr lang="en-US" sz="1400" dirty="0">
                <a:latin typeface="Segoe UI"/>
                <a:cs typeface="Segoe UI"/>
              </a:rPr>
              <a:t> dashboard components were configured to provide visibility into trends of critical metrics around PPE usage and distribution and allowed for reporting to be submitted to the appropriate government agencies.</a:t>
            </a:r>
          </a:p>
          <a:p>
            <a:endParaRPr lang="en-US" sz="1400" dirty="0">
              <a:latin typeface="Segoe UI" panose="020B0502040204020203" pitchFamily="34" charset="0"/>
              <a:cs typeface="Segoe UI" panose="020B0502040204020203" pitchFamily="34" charset="0"/>
            </a:endParaRPr>
          </a:p>
          <a:p>
            <a:endParaRPr lang="en-US" dirty="0">
              <a:cs typeface="Segoe UI"/>
            </a:endParaRPr>
          </a:p>
        </p:txBody>
      </p:sp>
      <p:sp>
        <p:nvSpPr>
          <p:cNvPr id="11" name="Rectangle 10">
            <a:extLst>
              <a:ext uri="{FF2B5EF4-FFF2-40B4-BE49-F238E27FC236}">
                <a16:creationId xmlns:a16="http://schemas.microsoft.com/office/drawing/2014/main" id="{71FE7EEF-A562-49F9-9BB4-452D8222403E}"/>
              </a:ext>
            </a:extLst>
          </p:cNvPr>
          <p:cNvSpPr/>
          <p:nvPr/>
        </p:nvSpPr>
        <p:spPr>
          <a:xfrm>
            <a:off x="381000" y="1065047"/>
            <a:ext cx="6274660" cy="461665"/>
          </a:xfrm>
          <a:prstGeom prst="rect">
            <a:avLst/>
          </a:prstGeom>
        </p:spPr>
        <p:txBody>
          <a:bodyPr wrap="square" lIns="91440" tIns="45720" rIns="91440" bIns="45720" anchor="t">
            <a:spAutoFit/>
          </a:bodyPr>
          <a:lstStyle/>
          <a:p>
            <a:pPr lvl="0">
              <a:lnSpc>
                <a:spcPct val="100000"/>
              </a:lnSpc>
            </a:pPr>
            <a:r>
              <a:rPr lang="en-US" sz="2400" b="1" dirty="0">
                <a:solidFill>
                  <a:srgbClr val="0096A9"/>
                </a:solidFill>
                <a:latin typeface="Segoe UI"/>
                <a:ea typeface="Calibri" panose="020F0502020204030204" pitchFamily="34" charset="0"/>
                <a:cs typeface="Segoe UI"/>
              </a:rPr>
              <a:t>Who They Are?</a:t>
            </a:r>
            <a:endParaRPr lang="en-US" sz="2400">
              <a:latin typeface="Segoe UI"/>
              <a:cs typeface="Segoe UI"/>
            </a:endParaRPr>
          </a:p>
        </p:txBody>
      </p:sp>
      <p:sp>
        <p:nvSpPr>
          <p:cNvPr id="3" name="Rectangle 2">
            <a:extLst>
              <a:ext uri="{FF2B5EF4-FFF2-40B4-BE49-F238E27FC236}">
                <a16:creationId xmlns:a16="http://schemas.microsoft.com/office/drawing/2014/main" id="{D51EF1DC-9AE1-4189-BD13-95E2FADE1B46}"/>
              </a:ext>
            </a:extLst>
          </p:cNvPr>
          <p:cNvSpPr/>
          <p:nvPr/>
        </p:nvSpPr>
        <p:spPr>
          <a:xfrm>
            <a:off x="381001" y="1499631"/>
            <a:ext cx="7572375" cy="738664"/>
          </a:xfrm>
          <a:prstGeom prst="rect">
            <a:avLst/>
          </a:prstGeom>
        </p:spPr>
        <p:txBody>
          <a:bodyPr wrap="square" lIns="91440" tIns="45720" rIns="91440" bIns="45720" anchor="t">
            <a:spAutoFit/>
          </a:bodyPr>
          <a:lstStyle/>
          <a:p>
            <a:r>
              <a:rPr lang="en-US" sz="1400" dirty="0">
                <a:latin typeface="Segoe UI"/>
                <a:cs typeface="Segoe UI"/>
              </a:rPr>
              <a:t>Arapahoe County, Colorado is home to over 650,000 residents and 8 cities, placing it at the #3 spot in population for all of Colorado. Known as "Colorado's First County", Arapahoe County comes with rich historical significance to the state.</a:t>
            </a:r>
            <a:endParaRPr lang="en-US" sz="1400" dirty="0">
              <a:latin typeface="Segoe UI" panose="020B0502040204020203" pitchFamily="34" charset="0"/>
              <a:cs typeface="Segoe UI" panose="020B0502040204020203" pitchFamily="34" charset="0"/>
            </a:endParaRPr>
          </a:p>
        </p:txBody>
      </p:sp>
      <p:pic>
        <p:nvPicPr>
          <p:cNvPr id="7" name="Picture 8" descr="A picture containing text, clipart&#10;&#10;Description automatically generated">
            <a:extLst>
              <a:ext uri="{FF2B5EF4-FFF2-40B4-BE49-F238E27FC236}">
                <a16:creationId xmlns:a16="http://schemas.microsoft.com/office/drawing/2014/main" id="{0D6AF0F6-5A0B-4304-9B14-D59E77290A1C}"/>
              </a:ext>
            </a:extLst>
          </p:cNvPr>
          <p:cNvPicPr>
            <a:picLocks noChangeAspect="1"/>
          </p:cNvPicPr>
          <p:nvPr/>
        </p:nvPicPr>
        <p:blipFill>
          <a:blip r:embed="rId3"/>
          <a:stretch>
            <a:fillRect/>
          </a:stretch>
        </p:blipFill>
        <p:spPr>
          <a:xfrm>
            <a:off x="8406908" y="1259709"/>
            <a:ext cx="3462391" cy="1658443"/>
          </a:xfrm>
          <a:prstGeom prst="rect">
            <a:avLst/>
          </a:prstGeom>
        </p:spPr>
      </p:pic>
    </p:spTree>
    <p:extLst>
      <p:ext uri="{BB962C8B-B14F-4D97-AF65-F5344CB8AC3E}">
        <p14:creationId xmlns:p14="http://schemas.microsoft.com/office/powerpoint/2010/main" val="3479320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Process Automation</Value>
    </Solutions>
    <Industries xmlns="f0ee8362-fa7e-4bc9-ab88-7dcfb17cb19b">
      <Value>Defence</Value>
    </Industries>
    <Notes0 xmlns="f0ee8362-fa7e-4bc9-ab88-7dcfb17cb19b" xsi:nil="true"/>
    <Named_x0020_Account xmlns="f0ee8362-fa7e-4bc9-ab88-7dcfb17cb19b" xsi:nil="true"/>
    <PlatTech xmlns="f0ee8362-fa7e-4bc9-ab88-7dcfb17cb19b">
      <Value>O365</Value>
      <Value>Power BI</Value>
      <Value>Power Apps</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889BB2FD-762B-40A5-9044-E0F9796C1DBB}">
  <ds:schemaRefs>
    <ds:schemaRef ds:uri="http://schemas.microsoft.com/sharepoint/v3/contenttype/forms"/>
  </ds:schemaRefs>
</ds:datastoreItem>
</file>

<file path=customXml/itemProps2.xml><?xml version="1.0" encoding="utf-8"?>
<ds:datastoreItem xmlns:ds="http://schemas.openxmlformats.org/officeDocument/2006/customXml" ds:itemID="{494526B8-402C-4DE5-AD8D-E2A814DAF191}"/>
</file>

<file path=customXml/itemProps3.xml><?xml version="1.0" encoding="utf-8"?>
<ds:datastoreItem xmlns:ds="http://schemas.openxmlformats.org/officeDocument/2006/customXml" ds:itemID="{1C122EC3-1CEA-4FF4-B697-E5318DBB803B}">
  <ds:schemaRefs>
    <ds:schemaRef ds:uri="http://schemas.microsoft.com/office/2006/metadata/properties"/>
    <ds:schemaRef ds:uri="http://schemas.microsoft.com/office/infopath/2007/PartnerControls"/>
    <ds:schemaRef ds:uri="54243e05-8da7-404c-85e0-0480aaa26276"/>
  </ds:schemaRefs>
</ds:datastoreItem>
</file>

<file path=customXml/itemProps4.xml><?xml version="1.0" encoding="utf-8"?>
<ds:datastoreItem xmlns:ds="http://schemas.openxmlformats.org/officeDocument/2006/customXml" ds:itemID="{2F873707-AADE-491E-ABE0-EBD0DF5E767C}"/>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1</Notes>
  <HiddenSlides>0</HiddenSlides>
  <MMClips>0</MMClip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office theme</vt:lpstr>
      <vt:lpstr>Custom Design</vt:lpstr>
      <vt:lpstr>Arapahoe County – PPE Inventory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201</cp:revision>
  <dcterms:created xsi:type="dcterms:W3CDTF">2021-02-01T16:56:09Z</dcterms:created>
  <dcterms:modified xsi:type="dcterms:W3CDTF">2021-02-26T20:25:50Z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3;#Modern Workplace|5e13f635-143c-4003-9ef7-883d87ea247e</vt:lpwstr>
  </property>
  <property fmtid="{D5CDD505-2E9C-101B-9397-08002B2CF9AE}" pid="4" name="Category">
    <vt:lpwstr>6;#Case Study|8faa0ad1-25f0-4f56-8e38-f60e20c455d6</vt:lpwstr>
  </property>
  <property fmtid="{D5CDD505-2E9C-101B-9397-08002B2CF9AE}" pid="5" name="Industry">
    <vt:lpwstr>47;#Government|f2106d7d-3f0c-4877-aa65-efbc73044de4</vt:lpwstr>
  </property>
  <property fmtid="{D5CDD505-2E9C-101B-9397-08002B2CF9AE}" pid="6" name="Service_x0020_Offering">
    <vt:lpwstr/>
  </property>
  <property fmtid="{D5CDD505-2E9C-101B-9397-08002B2CF9AE}" pid="7" name="_ExtendedDescription">
    <vt:lpwstr/>
  </property>
  <property fmtid="{D5CDD505-2E9C-101B-9397-08002B2CF9AE}" pid="8" name="Service Offering">
    <vt:lpwstr/>
  </property>
  <property fmtid="{D5CDD505-2E9C-101B-9397-08002B2CF9AE}" pid="9" name="Business_x0020_Unit">
    <vt:lpwstr>3;#Modern Workplace|5e13f635-143c-4003-9ef7-883d87ea247e</vt:lpwstr>
  </property>
  <property fmtid="{D5CDD505-2E9C-101B-9397-08002B2CF9AE}" pid="10" name="Order">
    <vt:r8>36900</vt:r8>
  </property>
  <property fmtid="{D5CDD505-2E9C-101B-9397-08002B2CF9AE}" pid="11" name="xd_Signature">
    <vt:bool>false</vt:bool>
  </property>
  <property fmtid="{D5CDD505-2E9C-101B-9397-08002B2CF9AE}" pid="12" name="SO">
    <vt:lpwstr>25;#;#39;#;#29;#;#46;#</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