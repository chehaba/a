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5"/>
  </p:sldMasterIdLst>
  <p:notesMasterIdLst>
    <p:notesMasterId r:id="rId14"/>
  </p:notesMasterIdLst>
  <p:sldIdLst>
    <p:sldId id="4102" r:id="rId6"/>
    <p:sldId id="2147469588" r:id="rId7"/>
    <p:sldId id="4068" r:id="rId8"/>
    <p:sldId id="4071" r:id="rId9"/>
    <p:sldId id="4072" r:id="rId10"/>
    <p:sldId id="4075" r:id="rId11"/>
    <p:sldId id="4111" r:id="rId12"/>
    <p:sldId id="410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45E801-D146-F32B-097C-C02676FF5C1A}" v="9" dt="2025-05-12T23:24:16.3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microsoft.com/office/2016/11/relationships/changesInfo" Target="changesInfos/changesInfo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0645E801-D146-F32B-097C-C02676FF5C1A}"/>
    <pc:docChg chg="addSld delSld">
      <pc:chgData name="Brendan Murphy" userId="S::bmurphy@affirma.com::e9f923b6-6d89-4d4e-a3b7-d9304b9d44ba" providerId="AD" clId="Web-{0645E801-D146-F32B-097C-C02676FF5C1A}" dt="2025-05-12T23:24:16.347" v="8"/>
      <pc:docMkLst>
        <pc:docMk/>
      </pc:docMkLst>
      <pc:sldChg chg="del">
        <pc:chgData name="Brendan Murphy" userId="S::bmurphy@affirma.com::e9f923b6-6d89-4d4e-a3b7-d9304b9d44ba" providerId="AD" clId="Web-{0645E801-D146-F32B-097C-C02676FF5C1A}" dt="2025-05-12T23:24:16.347" v="8"/>
        <pc:sldMkLst>
          <pc:docMk/>
          <pc:sldMk cId="109857222" sldId="256"/>
        </pc:sldMkLst>
      </pc:sldChg>
      <pc:sldChg chg="add">
        <pc:chgData name="Brendan Murphy" userId="S::bmurphy@affirma.com::e9f923b6-6d89-4d4e-a3b7-d9304b9d44ba" providerId="AD" clId="Web-{0645E801-D146-F32B-097C-C02676FF5C1A}" dt="2025-05-12T23:24:06.112" v="2"/>
        <pc:sldMkLst>
          <pc:docMk/>
          <pc:sldMk cId="2736399513" sldId="4068"/>
        </pc:sldMkLst>
      </pc:sldChg>
      <pc:sldChg chg="add">
        <pc:chgData name="Brendan Murphy" userId="S::bmurphy@affirma.com::e9f923b6-6d89-4d4e-a3b7-d9304b9d44ba" providerId="AD" clId="Web-{0645E801-D146-F32B-097C-C02676FF5C1A}" dt="2025-05-12T23:24:06.128" v="3"/>
        <pc:sldMkLst>
          <pc:docMk/>
          <pc:sldMk cId="2282215817" sldId="4071"/>
        </pc:sldMkLst>
      </pc:sldChg>
      <pc:sldChg chg="add">
        <pc:chgData name="Brendan Murphy" userId="S::bmurphy@affirma.com::e9f923b6-6d89-4d4e-a3b7-d9304b9d44ba" providerId="AD" clId="Web-{0645E801-D146-F32B-097C-C02676FF5C1A}" dt="2025-05-12T23:24:06.143" v="4"/>
        <pc:sldMkLst>
          <pc:docMk/>
          <pc:sldMk cId="2417419182" sldId="4072"/>
        </pc:sldMkLst>
      </pc:sldChg>
      <pc:sldChg chg="add">
        <pc:chgData name="Brendan Murphy" userId="S::bmurphy@affirma.com::e9f923b6-6d89-4d4e-a3b7-d9304b9d44ba" providerId="AD" clId="Web-{0645E801-D146-F32B-097C-C02676FF5C1A}" dt="2025-05-12T23:24:06.175" v="5"/>
        <pc:sldMkLst>
          <pc:docMk/>
          <pc:sldMk cId="632456891" sldId="4075"/>
        </pc:sldMkLst>
      </pc:sldChg>
      <pc:sldChg chg="add">
        <pc:chgData name="Brendan Murphy" userId="S::bmurphy@affirma.com::e9f923b6-6d89-4d4e-a3b7-d9304b9d44ba" providerId="AD" clId="Web-{0645E801-D146-F32B-097C-C02676FF5C1A}" dt="2025-05-12T23:24:06.065" v="0"/>
        <pc:sldMkLst>
          <pc:docMk/>
          <pc:sldMk cId="1446851258" sldId="4102"/>
        </pc:sldMkLst>
      </pc:sldChg>
      <pc:sldChg chg="add">
        <pc:chgData name="Brendan Murphy" userId="S::bmurphy@affirma.com::e9f923b6-6d89-4d4e-a3b7-d9304b9d44ba" providerId="AD" clId="Web-{0645E801-D146-F32B-097C-C02676FF5C1A}" dt="2025-05-12T23:24:06.206" v="7"/>
        <pc:sldMkLst>
          <pc:docMk/>
          <pc:sldMk cId="35944338" sldId="4108"/>
        </pc:sldMkLst>
      </pc:sldChg>
      <pc:sldChg chg="add">
        <pc:chgData name="Brendan Murphy" userId="S::bmurphy@affirma.com::e9f923b6-6d89-4d4e-a3b7-d9304b9d44ba" providerId="AD" clId="Web-{0645E801-D146-F32B-097C-C02676FF5C1A}" dt="2025-05-12T23:24:06.190" v="6"/>
        <pc:sldMkLst>
          <pc:docMk/>
          <pc:sldMk cId="2414672435" sldId="4111"/>
        </pc:sldMkLst>
      </pc:sldChg>
      <pc:sldChg chg="add">
        <pc:chgData name="Brendan Murphy" userId="S::bmurphy@affirma.com::e9f923b6-6d89-4d4e-a3b7-d9304b9d44ba" providerId="AD" clId="Web-{0645E801-D146-F32B-097C-C02676FF5C1A}" dt="2025-05-12T23:24:06.081" v="1"/>
        <pc:sldMkLst>
          <pc:docMk/>
          <pc:sldMk cId="3584060197" sldId="2147469588"/>
        </pc:sldMkLst>
      </pc:sldChg>
      <pc:sldMasterChg chg="addSldLayout">
        <pc:chgData name="Brendan Murphy" userId="S::bmurphy@affirma.com::e9f923b6-6d89-4d4e-a3b7-d9304b9d44ba" providerId="AD" clId="Web-{0645E801-D146-F32B-097C-C02676FF5C1A}" dt="2025-05-12T23:24:06.081" v="1"/>
        <pc:sldMasterMkLst>
          <pc:docMk/>
          <pc:sldMasterMk cId="2460954070" sldId="2147483660"/>
        </pc:sldMasterMkLst>
        <pc:sldLayoutChg chg="add">
          <pc:chgData name="Brendan Murphy" userId="S::bmurphy@affirma.com::e9f923b6-6d89-4d4e-a3b7-d9304b9d44ba" providerId="AD" clId="Web-{0645E801-D146-F32B-097C-C02676FF5C1A}" dt="2025-05-12T23:24:06.065" v="0"/>
          <pc:sldLayoutMkLst>
            <pc:docMk/>
            <pc:sldMasterMk cId="2460954070" sldId="2147483660"/>
            <pc:sldLayoutMk cId="2509753000" sldId="2147483672"/>
          </pc:sldLayoutMkLst>
        </pc:sldLayoutChg>
        <pc:sldLayoutChg chg="add">
          <pc:chgData name="Brendan Murphy" userId="S::bmurphy@affirma.com::e9f923b6-6d89-4d4e-a3b7-d9304b9d44ba" providerId="AD" clId="Web-{0645E801-D146-F32B-097C-C02676FF5C1A}" dt="2025-05-12T23:24:06.081" v="1"/>
          <pc:sldLayoutMkLst>
            <pc:docMk/>
            <pc:sldMasterMk cId="2460954070" sldId="2147483660"/>
            <pc:sldLayoutMk cId="1275447123" sldId="214748367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196B90-4E0A-4EB9-AED8-B0CE05AB122F}" type="datetimeFigureOut">
              <a:t>5/12/2025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30A30B-02EE-42C2-953F-A2415E2FE14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726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674CEB-9E5E-9D4B-B232-5810D6ED9B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155977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674CEB-9E5E-9D4B-B232-5810D6ED9B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80802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674CEB-9E5E-9D4B-B232-5810D6ED9B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7865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674CEB-9E5E-9D4B-B232-5810D6ED9B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2475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674CEB-9E5E-9D4B-B232-5810D6ED9B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11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674CEB-9E5E-9D4B-B232-5810D6ED9B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512381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674CEB-9E5E-9D4B-B232-5810D6ED9B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27952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F674CEB-9E5E-9D4B-B232-5810D6ED9B0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3354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Placeholder 23" descr="A screenshot of a cell phone&#10;&#10;Description automatically generated">
            <a:extLst>
              <a:ext uri="{FF2B5EF4-FFF2-40B4-BE49-F238E27FC236}">
                <a16:creationId xmlns:a16="http://schemas.microsoft.com/office/drawing/2014/main" id="{E34B02D8-5B21-C345-9FFD-C8678196674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10153" y="0"/>
            <a:ext cx="7581847" cy="685800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5A0B0534-9C62-FC49-BFF9-4F75BE4BCBA5}"/>
              </a:ext>
            </a:extLst>
          </p:cNvPr>
          <p:cNvSpPr/>
          <p:nvPr userDrawn="1"/>
        </p:nvSpPr>
        <p:spPr>
          <a:xfrm>
            <a:off x="0" y="-3"/>
            <a:ext cx="12190194" cy="6855860"/>
          </a:xfrm>
          <a:prstGeom prst="rect">
            <a:avLst/>
          </a:prstGeom>
          <a:gradFill>
            <a:gsLst>
              <a:gs pos="41000">
                <a:srgbClr val="008AD9"/>
              </a:gs>
              <a:gs pos="100000">
                <a:srgbClr val="008AD9">
                  <a:alpha val="70000"/>
                </a:srgbClr>
              </a:gs>
              <a:gs pos="0">
                <a:srgbClr val="008AD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1F246-D58B-594D-95B6-B413F0AF381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80011" y="452008"/>
            <a:ext cx="1816625" cy="665219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064DBD0F-8FFE-AA48-9CA8-BA45096CDEA1}"/>
              </a:ext>
            </a:extLst>
          </p:cNvPr>
          <p:cNvGrpSpPr/>
          <p:nvPr userDrawn="1"/>
        </p:nvGrpSpPr>
        <p:grpSpPr>
          <a:xfrm>
            <a:off x="285038" y="4525347"/>
            <a:ext cx="11905156" cy="2332656"/>
            <a:chOff x="285038" y="4525347"/>
            <a:chExt cx="11905156" cy="2332656"/>
          </a:xfrm>
        </p:grpSpPr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1885C020-9DB7-784B-9E0E-C523BD18E90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alphaModFix amt="3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7949" r="51090"/>
            <a:stretch/>
          </p:blipFill>
          <p:spPr>
            <a:xfrm rot="5400000">
              <a:off x="3267801" y="1542584"/>
              <a:ext cx="2332654" cy="8298180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E33DEED3-0D2C-F045-8E15-5A36B8420BD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alphaModFix amt="3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7949" t="60704" r="51090"/>
            <a:stretch/>
          </p:blipFill>
          <p:spPr>
            <a:xfrm rot="5400000">
              <a:off x="9393424" y="4061233"/>
              <a:ext cx="2332655" cy="3260885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8D350E7-AB52-564F-84F7-FB46DD68F179}"/>
              </a:ext>
            </a:extLst>
          </p:cNvPr>
          <p:cNvGrpSpPr/>
          <p:nvPr userDrawn="1"/>
        </p:nvGrpSpPr>
        <p:grpSpPr>
          <a:xfrm>
            <a:off x="290228" y="4523205"/>
            <a:ext cx="11905156" cy="2332656"/>
            <a:chOff x="285038" y="4525347"/>
            <a:chExt cx="11905156" cy="2332656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53565F81-A63B-2145-90B8-40E3D15A631D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alphaModFix amt="3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7949" r="51090"/>
            <a:stretch/>
          </p:blipFill>
          <p:spPr>
            <a:xfrm rot="5400000">
              <a:off x="3267801" y="1542584"/>
              <a:ext cx="2332654" cy="8298180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C717688E-A0D4-154D-BABF-85CFE77F33A4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4" cstate="screen">
              <a:alphaModFix amt="35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17949" t="60704" r="51090"/>
            <a:stretch/>
          </p:blipFill>
          <p:spPr>
            <a:xfrm rot="5400000">
              <a:off x="9393424" y="4061233"/>
              <a:ext cx="2332655" cy="3260885"/>
            </a:xfrm>
            <a:prstGeom prst="rect">
              <a:avLst/>
            </a:prstGeom>
          </p:spPr>
        </p:pic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14B9C34-E092-6B45-A9CD-C6FE2913EBE0}"/>
              </a:ext>
            </a:extLst>
          </p:cNvPr>
          <p:cNvSpPr/>
          <p:nvPr userDrawn="1"/>
        </p:nvSpPr>
        <p:spPr>
          <a:xfrm flipV="1">
            <a:off x="1198199" y="1200224"/>
            <a:ext cx="1055190" cy="4663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D489C62-C953-F549-AF39-16B4FA1E72D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031424" y="1538439"/>
            <a:ext cx="2536825" cy="103981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Logo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50DA68E2-510B-A34A-8ABA-0859C09CC8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27380" y="2905156"/>
            <a:ext cx="7264565" cy="1694005"/>
          </a:xfrm>
        </p:spPr>
        <p:txBody>
          <a:bodyPr anchor="b">
            <a:normAutofit/>
          </a:bodyPr>
          <a:lstStyle>
            <a:lvl1pPr marL="0" indent="0">
              <a:buNone/>
              <a:defRPr sz="55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Title Placeholder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26B71A2C-FADE-F746-8E84-2EBFA74304F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027379" y="4733395"/>
            <a:ext cx="7264565" cy="682800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Subtitle Placeholder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A216CD1F-AAD4-234B-AA32-6DBD533AD7C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27378" y="5758667"/>
            <a:ext cx="1639651" cy="91107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Contact One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26416D6-74F9-874F-B8F8-FE5B940B771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716618" y="5758667"/>
            <a:ext cx="1639651" cy="91107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Contact Two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3E6A2331-1C5F-4A46-B63D-0275BA717D2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405858" y="5758666"/>
            <a:ext cx="1639651" cy="91107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Contact Three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0B67BEB8-CEE5-0547-B46B-1F4A0BB9509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095097" y="5758666"/>
            <a:ext cx="1639651" cy="911073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0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Contact Four</a:t>
            </a:r>
          </a:p>
        </p:txBody>
      </p:sp>
    </p:spTree>
    <p:extLst>
      <p:ext uri="{BB962C8B-B14F-4D97-AF65-F5344CB8AC3E}">
        <p14:creationId xmlns:p14="http://schemas.microsoft.com/office/powerpoint/2010/main" val="25097530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: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C0C770B-B4AF-E443-922A-886366399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45516" y="6454780"/>
            <a:ext cx="2743200" cy="154809"/>
          </a:xfrm>
        </p:spPr>
        <p:txBody>
          <a:bodyPr/>
          <a:lstStyle>
            <a:lvl1pPr>
              <a:defRPr sz="7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056F86DB-78DF-EB43-A6BE-40415A3A005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10985432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63A7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Placeholder for Title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0499D1E-B5BB-3141-A0F0-C62AD4413D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54471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5/12/2025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9676B-CDB6-174E-81CD-3EAB87BB7F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27378" y="2734774"/>
            <a:ext cx="7264565" cy="1694005"/>
          </a:xfrm>
        </p:spPr>
        <p:txBody>
          <a:bodyPr>
            <a:normAutofit/>
          </a:bodyPr>
          <a:lstStyle/>
          <a:p>
            <a:r>
              <a:rPr lang="en-US" sz="4800">
                <a:latin typeface="Poppins" panose="00000500000000000000" pitchFamily="2" charset="0"/>
                <a:cs typeface="Poppins" panose="00000500000000000000" pitchFamily="2" charset="0"/>
              </a:rPr>
              <a:t>“Splash”</a:t>
            </a:r>
          </a:p>
          <a:p>
            <a:r>
              <a:rPr lang="en-US" sz="2800">
                <a:latin typeface="Poppins" panose="00000500000000000000" pitchFamily="2" charset="0"/>
                <a:cs typeface="Poppins" panose="00000500000000000000" pitchFamily="2" charset="0"/>
              </a:rPr>
              <a:t>Solution Showcase</a:t>
            </a:r>
            <a:endParaRPr lang="en-US" sz="4000"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09F34B-E0CA-7646-9809-802EB575468F}"/>
              </a:ext>
            </a:extLst>
          </p:cNvPr>
          <p:cNvSpPr/>
          <p:nvPr/>
        </p:nvSpPr>
        <p:spPr>
          <a:xfrm>
            <a:off x="1463622" y="1806145"/>
            <a:ext cx="225571" cy="231045"/>
          </a:xfrm>
          <a:prstGeom prst="rect">
            <a:avLst/>
          </a:prstGeom>
          <a:solidFill>
            <a:srgbClr val="008A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6" name="Picture 5" descr="Logo&#10;&#10;Description automatically generated">
            <a:extLst>
              <a:ext uri="{FF2B5EF4-FFF2-40B4-BE49-F238E27FC236}">
                <a16:creationId xmlns:a16="http://schemas.microsoft.com/office/drawing/2014/main" id="{FE7DDF71-0D63-E75D-B3F9-1AE24BC12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823" y="1244300"/>
            <a:ext cx="3426372" cy="1102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8512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FB40C14-180A-75C9-366C-EBC85217C8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560909"/>
            <a:ext cx="7772400" cy="516264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991365-FFD1-0CD9-CA3A-986C5C95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F86DB-78DF-EB43-A6BE-40415A3A0052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ED1284-6F5D-CCEB-69A3-09F18E1810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Splash Homepage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086EE88-57DD-A70C-BD5F-63A2D05BDEB5}"/>
              </a:ext>
            </a:extLst>
          </p:cNvPr>
          <p:cNvSpPr/>
          <p:nvPr/>
        </p:nvSpPr>
        <p:spPr>
          <a:xfrm>
            <a:off x="220717" y="1376854"/>
            <a:ext cx="1765738" cy="434659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Logo = Quick Link to Home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AAE3634-EA45-2B2A-EC02-C65F0C02FBEA}"/>
              </a:ext>
            </a:extLst>
          </p:cNvPr>
          <p:cNvCxnSpPr>
            <a:cxnSpLocks/>
          </p:cNvCxnSpPr>
          <p:nvPr/>
        </p:nvCxnSpPr>
        <p:spPr>
          <a:xfrm>
            <a:off x="1965435" y="1550276"/>
            <a:ext cx="546538" cy="120869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0A4D226-17D0-D9AB-1639-693D1F02FE10}"/>
              </a:ext>
            </a:extLst>
          </p:cNvPr>
          <p:cNvSpPr/>
          <p:nvPr/>
        </p:nvSpPr>
        <p:spPr>
          <a:xfrm>
            <a:off x="231228" y="2105053"/>
            <a:ext cx="1765738" cy="417243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App bar w/ Global Navigation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FE269A-08DA-3C48-2F1F-172A952DD109}"/>
              </a:ext>
            </a:extLst>
          </p:cNvPr>
          <p:cNvCxnSpPr>
            <a:cxnSpLocks/>
          </p:cNvCxnSpPr>
          <p:nvPr/>
        </p:nvCxnSpPr>
        <p:spPr>
          <a:xfrm flipV="1">
            <a:off x="1944416" y="2068642"/>
            <a:ext cx="325820" cy="251873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5255F89-27C5-67C8-0597-82589F735D47}"/>
              </a:ext>
            </a:extLst>
          </p:cNvPr>
          <p:cNvSpPr/>
          <p:nvPr/>
        </p:nvSpPr>
        <p:spPr>
          <a:xfrm>
            <a:off x="10241547" y="5552784"/>
            <a:ext cx="1765738" cy="346842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Upcoming Events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6E12ED4-7344-AF9D-F989-0898DB30F992}"/>
              </a:ext>
            </a:extLst>
          </p:cNvPr>
          <p:cNvCxnSpPr>
            <a:cxnSpLocks/>
          </p:cNvCxnSpPr>
          <p:nvPr/>
        </p:nvCxnSpPr>
        <p:spPr>
          <a:xfrm flipH="1">
            <a:off x="9771210" y="5726205"/>
            <a:ext cx="476376" cy="205473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A6DB68A-DC4F-F3F0-B149-B374669356AD}"/>
              </a:ext>
            </a:extLst>
          </p:cNvPr>
          <p:cNvSpPr/>
          <p:nvPr/>
        </p:nvSpPr>
        <p:spPr>
          <a:xfrm>
            <a:off x="231228" y="3941565"/>
            <a:ext cx="1765738" cy="417243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Mission, Vision, &amp; Values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2BE68F-DCAD-6AA3-0CF1-F985624054FC}"/>
              </a:ext>
            </a:extLst>
          </p:cNvPr>
          <p:cNvCxnSpPr>
            <a:cxnSpLocks/>
          </p:cNvCxnSpPr>
          <p:nvPr/>
        </p:nvCxnSpPr>
        <p:spPr>
          <a:xfrm flipV="1">
            <a:off x="1944416" y="4013864"/>
            <a:ext cx="777763" cy="101123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7E114F4-CB66-A7B0-C616-F22DCBD3B726}"/>
              </a:ext>
            </a:extLst>
          </p:cNvPr>
          <p:cNvSpPr/>
          <p:nvPr/>
        </p:nvSpPr>
        <p:spPr>
          <a:xfrm>
            <a:off x="231228" y="5097893"/>
            <a:ext cx="1765738" cy="464724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Latest TVWD News and Announcements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AE9DF87-6972-227C-23E5-43399B93DE76}"/>
              </a:ext>
            </a:extLst>
          </p:cNvPr>
          <p:cNvCxnSpPr>
            <a:cxnSpLocks/>
          </p:cNvCxnSpPr>
          <p:nvPr/>
        </p:nvCxnSpPr>
        <p:spPr>
          <a:xfrm flipV="1">
            <a:off x="1944416" y="5181600"/>
            <a:ext cx="777763" cy="89714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920144B7-1928-2F6E-BD94-27787EDC2EFE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84060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DE34912-80AC-1FF2-4376-5B2F2D9EA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484945"/>
            <a:ext cx="7772400" cy="494068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991365-FFD1-0CD9-CA3A-986C5C95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F86DB-78DF-EB43-A6BE-40415A3A0052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ED1284-6F5D-CCEB-69A3-09F18E181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0282" y="337286"/>
            <a:ext cx="10985432" cy="764390"/>
          </a:xfrm>
        </p:spPr>
        <p:txBody>
          <a:bodyPr/>
          <a:lstStyle/>
          <a:p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Splash Homepage, cont.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0A4D226-17D0-D9AB-1639-693D1F02FE10}"/>
              </a:ext>
            </a:extLst>
          </p:cNvPr>
          <p:cNvSpPr/>
          <p:nvPr/>
        </p:nvSpPr>
        <p:spPr>
          <a:xfrm>
            <a:off x="231228" y="1484945"/>
            <a:ext cx="1765738" cy="438448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Quick Links to Helpful Resources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FE269A-08DA-3C48-2F1F-172A952DD109}"/>
              </a:ext>
            </a:extLst>
          </p:cNvPr>
          <p:cNvCxnSpPr>
            <a:cxnSpLocks/>
          </p:cNvCxnSpPr>
          <p:nvPr/>
        </p:nvCxnSpPr>
        <p:spPr>
          <a:xfrm>
            <a:off x="1944416" y="1658366"/>
            <a:ext cx="493984" cy="90988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0C2BABF-7CD2-CAD8-E4E0-E9D05903D316}"/>
              </a:ext>
            </a:extLst>
          </p:cNvPr>
          <p:cNvSpPr/>
          <p:nvPr/>
        </p:nvSpPr>
        <p:spPr>
          <a:xfrm>
            <a:off x="10195034" y="4597739"/>
            <a:ext cx="1765738" cy="604882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Personalize Listing of the Files You Opened Recently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71FD0DB-3E27-E10B-E0CC-2527189AAEFB}"/>
              </a:ext>
            </a:extLst>
          </p:cNvPr>
          <p:cNvCxnSpPr>
            <a:cxnSpLocks/>
            <a:stCxn id="13" idx="1"/>
          </p:cNvCxnSpPr>
          <p:nvPr/>
        </p:nvCxnSpPr>
        <p:spPr>
          <a:xfrm flipH="1" flipV="1">
            <a:off x="8166538" y="4597739"/>
            <a:ext cx="2028496" cy="302441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A6DB68A-DC4F-F3F0-B149-B374669356AD}"/>
              </a:ext>
            </a:extLst>
          </p:cNvPr>
          <p:cNvSpPr/>
          <p:nvPr/>
        </p:nvSpPr>
        <p:spPr>
          <a:xfrm>
            <a:off x="231228" y="3510642"/>
            <a:ext cx="1765738" cy="619923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Personalize Listing of the Sites You Frequent Most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2BE68F-DCAD-6AA3-0CF1-F985624054FC}"/>
              </a:ext>
            </a:extLst>
          </p:cNvPr>
          <p:cNvCxnSpPr>
            <a:cxnSpLocks/>
          </p:cNvCxnSpPr>
          <p:nvPr/>
        </p:nvCxnSpPr>
        <p:spPr>
          <a:xfrm>
            <a:off x="1944416" y="3684064"/>
            <a:ext cx="493984" cy="173421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B584856-462B-ED73-A1CE-777373C7453A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7363995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3059A90-B78C-DC0A-B724-67B5024091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545" y="1403479"/>
            <a:ext cx="7772400" cy="543097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991365-FFD1-0CD9-CA3A-986C5C95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F86DB-78DF-EB43-A6BE-40415A3A0052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ED1284-6F5D-CCEB-69A3-09F18E181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2700" y="391820"/>
            <a:ext cx="10985432" cy="764390"/>
          </a:xfrm>
        </p:spPr>
        <p:txBody>
          <a:bodyPr/>
          <a:lstStyle/>
          <a:p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Employment Homepage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E3920A7-1FF5-7D92-DBA2-FE49D1BF91F9}"/>
              </a:ext>
            </a:extLst>
          </p:cNvPr>
          <p:cNvSpPr/>
          <p:nvPr/>
        </p:nvSpPr>
        <p:spPr>
          <a:xfrm>
            <a:off x="10241547" y="3125833"/>
            <a:ext cx="1765738" cy="346842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Helpful Introduction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337810-4A5D-950B-D59D-041935184F7D}"/>
              </a:ext>
            </a:extLst>
          </p:cNvPr>
          <p:cNvCxnSpPr>
            <a:cxnSpLocks/>
          </p:cNvCxnSpPr>
          <p:nvPr/>
        </p:nvCxnSpPr>
        <p:spPr>
          <a:xfrm flipH="1" flipV="1">
            <a:off x="9728385" y="3189826"/>
            <a:ext cx="519201" cy="109428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A6DB68A-DC4F-F3F0-B149-B374669356AD}"/>
              </a:ext>
            </a:extLst>
          </p:cNvPr>
          <p:cNvSpPr/>
          <p:nvPr/>
        </p:nvSpPr>
        <p:spPr>
          <a:xfrm>
            <a:off x="231228" y="3994115"/>
            <a:ext cx="1765738" cy="464723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Links to Top Employee Resources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7D2BE68F-DCAD-6AA3-0CF1-F985624054FC}"/>
              </a:ext>
            </a:extLst>
          </p:cNvPr>
          <p:cNvCxnSpPr>
            <a:cxnSpLocks/>
          </p:cNvCxnSpPr>
          <p:nvPr/>
        </p:nvCxnSpPr>
        <p:spPr>
          <a:xfrm flipV="1">
            <a:off x="1944416" y="3963467"/>
            <a:ext cx="777763" cy="204070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9D7D100D-80E1-1E85-8F62-AF11D960586C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822158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04AA274-9C72-C2C8-A9FF-0856909719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799" y="1787225"/>
            <a:ext cx="7772400" cy="4946611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991365-FFD1-0CD9-CA3A-986C5C95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F86DB-78DF-EB43-A6BE-40415A3A0052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ED1284-6F5D-CCEB-69A3-09F18E181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268" y="379413"/>
            <a:ext cx="10985432" cy="764390"/>
          </a:xfrm>
        </p:spPr>
        <p:txBody>
          <a:bodyPr/>
          <a:lstStyle/>
          <a:p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Employment Homepages, cont.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0A4D226-17D0-D9AB-1639-693D1F02FE10}"/>
              </a:ext>
            </a:extLst>
          </p:cNvPr>
          <p:cNvSpPr/>
          <p:nvPr/>
        </p:nvSpPr>
        <p:spPr>
          <a:xfrm>
            <a:off x="231228" y="2199644"/>
            <a:ext cx="1765738" cy="464722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Top Employee Resources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2FE269A-08DA-3C48-2F1F-172A952DD109}"/>
              </a:ext>
            </a:extLst>
          </p:cNvPr>
          <p:cNvCxnSpPr>
            <a:cxnSpLocks/>
          </p:cNvCxnSpPr>
          <p:nvPr/>
        </p:nvCxnSpPr>
        <p:spPr>
          <a:xfrm>
            <a:off x="1944416" y="2373065"/>
            <a:ext cx="388881" cy="109463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FCB9535-214F-4EC6-1BCB-E0F4DC6631C9}"/>
              </a:ext>
            </a:extLst>
          </p:cNvPr>
          <p:cNvSpPr/>
          <p:nvPr/>
        </p:nvSpPr>
        <p:spPr>
          <a:xfrm>
            <a:off x="10195032" y="3714307"/>
            <a:ext cx="1765738" cy="415054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Tip: Watch for more added to this list!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7F307D-6D92-97EA-C431-BEC61D16AB3F}"/>
              </a:ext>
            </a:extLst>
          </p:cNvPr>
          <p:cNvCxnSpPr>
            <a:cxnSpLocks/>
          </p:cNvCxnSpPr>
          <p:nvPr/>
        </p:nvCxnSpPr>
        <p:spPr>
          <a:xfrm flipH="1">
            <a:off x="9568606" y="3887728"/>
            <a:ext cx="632465" cy="96513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7E114F4-CB66-A7B0-C616-F22DCBD3B726}"/>
              </a:ext>
            </a:extLst>
          </p:cNvPr>
          <p:cNvSpPr/>
          <p:nvPr/>
        </p:nvSpPr>
        <p:spPr>
          <a:xfrm>
            <a:off x="231228" y="3540886"/>
            <a:ext cx="1765738" cy="464724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Listings of Employee Resources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AE9DF87-6972-227C-23E5-43399B93DE76}"/>
              </a:ext>
            </a:extLst>
          </p:cNvPr>
          <p:cNvCxnSpPr>
            <a:cxnSpLocks/>
          </p:cNvCxnSpPr>
          <p:nvPr/>
        </p:nvCxnSpPr>
        <p:spPr>
          <a:xfrm>
            <a:off x="1944416" y="3714307"/>
            <a:ext cx="472963" cy="170345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6451CA08-F83E-2013-17E8-F08782D0113E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174191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E19B0A-29CE-8325-8A66-584DE58BE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306286"/>
            <a:ext cx="7772400" cy="5551714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991365-FFD1-0CD9-CA3A-986C5C95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F86DB-78DF-EB43-A6BE-40415A3A0052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ED1284-6F5D-CCEB-69A3-09F18E1810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How To Search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FCB9535-214F-4EC6-1BCB-E0F4DC6631C9}"/>
              </a:ext>
            </a:extLst>
          </p:cNvPr>
          <p:cNvSpPr/>
          <p:nvPr/>
        </p:nvSpPr>
        <p:spPr>
          <a:xfrm>
            <a:off x="10235508" y="2476416"/>
            <a:ext cx="1765738" cy="632108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You Can Update Your Keyword(s) and Press Enter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7F307D-6D92-97EA-C431-BEC61D16AB3F}"/>
              </a:ext>
            </a:extLst>
          </p:cNvPr>
          <p:cNvCxnSpPr>
            <a:cxnSpLocks/>
          </p:cNvCxnSpPr>
          <p:nvPr/>
        </p:nvCxnSpPr>
        <p:spPr>
          <a:xfrm flipH="1">
            <a:off x="9168714" y="2785764"/>
            <a:ext cx="1072833" cy="560226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E3920A7-1FF5-7D92-DBA2-FE49D1BF91F9}"/>
              </a:ext>
            </a:extLst>
          </p:cNvPr>
          <p:cNvSpPr/>
          <p:nvPr/>
        </p:nvSpPr>
        <p:spPr>
          <a:xfrm>
            <a:off x="10247584" y="3397101"/>
            <a:ext cx="1765738" cy="494754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Filters to Help You Find the Right Results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337810-4A5D-950B-D59D-041935184F7D}"/>
              </a:ext>
            </a:extLst>
          </p:cNvPr>
          <p:cNvCxnSpPr>
            <a:cxnSpLocks/>
          </p:cNvCxnSpPr>
          <p:nvPr/>
        </p:nvCxnSpPr>
        <p:spPr>
          <a:xfrm flipH="1">
            <a:off x="9660908" y="3644664"/>
            <a:ext cx="592715" cy="334746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7E114F4-CB66-A7B0-C616-F22DCBD3B726}"/>
              </a:ext>
            </a:extLst>
          </p:cNvPr>
          <p:cNvSpPr/>
          <p:nvPr/>
        </p:nvSpPr>
        <p:spPr>
          <a:xfrm>
            <a:off x="231228" y="5150443"/>
            <a:ext cx="1765738" cy="325447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Results with Details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AE9DF87-6972-227C-23E5-43399B93DE76}"/>
              </a:ext>
            </a:extLst>
          </p:cNvPr>
          <p:cNvCxnSpPr>
            <a:cxnSpLocks/>
          </p:cNvCxnSpPr>
          <p:nvPr/>
        </p:nvCxnSpPr>
        <p:spPr>
          <a:xfrm flipV="1">
            <a:off x="1944416" y="5150443"/>
            <a:ext cx="712287" cy="173421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4B70248-003B-D359-88C5-6D6908C37977}"/>
              </a:ext>
            </a:extLst>
          </p:cNvPr>
          <p:cNvSpPr/>
          <p:nvPr/>
        </p:nvSpPr>
        <p:spPr>
          <a:xfrm>
            <a:off x="231228" y="3418059"/>
            <a:ext cx="1765738" cy="464723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You Keyword Search from the Homepage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D75420-1ED3-2081-B356-B6570E753388}"/>
              </a:ext>
            </a:extLst>
          </p:cNvPr>
          <p:cNvCxnSpPr>
            <a:cxnSpLocks/>
          </p:cNvCxnSpPr>
          <p:nvPr/>
        </p:nvCxnSpPr>
        <p:spPr>
          <a:xfrm flipV="1">
            <a:off x="1853158" y="3344744"/>
            <a:ext cx="947065" cy="288970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D95E993-138B-6870-F4EE-B4395F587FF7}"/>
              </a:ext>
            </a:extLst>
          </p:cNvPr>
          <p:cNvSpPr/>
          <p:nvPr/>
        </p:nvSpPr>
        <p:spPr>
          <a:xfrm>
            <a:off x="2656703" y="3744988"/>
            <a:ext cx="4582297" cy="2960612"/>
          </a:xfrm>
          <a:prstGeom prst="roundRect">
            <a:avLst>
              <a:gd name="adj" fmla="val 7275"/>
            </a:avLst>
          </a:prstGeom>
          <a:noFill/>
          <a:ln>
            <a:solidFill>
              <a:srgbClr val="2BAD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D4F868-39E3-462A-155D-6646CF522271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6324568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F8FBAAC-DAB7-AB04-6DC5-AACA135FE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813" y="1640932"/>
            <a:ext cx="7772400" cy="496865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991365-FFD1-0CD9-CA3A-986C5C95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F86DB-78DF-EB43-A6BE-40415A3A0052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ED1284-6F5D-CCEB-69A3-09F18E1810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The Department Teams Site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E3920A7-1FF5-7D92-DBA2-FE49D1BF91F9}"/>
              </a:ext>
            </a:extLst>
          </p:cNvPr>
          <p:cNvSpPr/>
          <p:nvPr/>
        </p:nvSpPr>
        <p:spPr>
          <a:xfrm>
            <a:off x="10241547" y="3125833"/>
            <a:ext cx="1765738" cy="597664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“See all” link: Complete listing of all sites you can access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337810-4A5D-950B-D59D-041935184F7D}"/>
              </a:ext>
            </a:extLst>
          </p:cNvPr>
          <p:cNvCxnSpPr>
            <a:cxnSpLocks/>
          </p:cNvCxnSpPr>
          <p:nvPr/>
        </p:nvCxnSpPr>
        <p:spPr>
          <a:xfrm flipH="1">
            <a:off x="9333186" y="3373396"/>
            <a:ext cx="914400" cy="55604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7E114F4-CB66-A7B0-C616-F22DCBD3B726}"/>
              </a:ext>
            </a:extLst>
          </p:cNvPr>
          <p:cNvSpPr/>
          <p:nvPr/>
        </p:nvSpPr>
        <p:spPr>
          <a:xfrm>
            <a:off x="231228" y="5150443"/>
            <a:ext cx="1765738" cy="464724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Listing of Department teams you can access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AE9DF87-6972-227C-23E5-43399B93DE76}"/>
              </a:ext>
            </a:extLst>
          </p:cNvPr>
          <p:cNvCxnSpPr>
            <a:cxnSpLocks/>
          </p:cNvCxnSpPr>
          <p:nvPr/>
        </p:nvCxnSpPr>
        <p:spPr>
          <a:xfrm flipV="1">
            <a:off x="1944416" y="5106024"/>
            <a:ext cx="586676" cy="217840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4B70248-003B-D359-88C5-6D6908C37977}"/>
              </a:ext>
            </a:extLst>
          </p:cNvPr>
          <p:cNvSpPr/>
          <p:nvPr/>
        </p:nvSpPr>
        <p:spPr>
          <a:xfrm>
            <a:off x="231228" y="2837788"/>
            <a:ext cx="1765738" cy="464723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Helpful Introduction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D75420-1ED3-2081-B356-B6570E753388}"/>
              </a:ext>
            </a:extLst>
          </p:cNvPr>
          <p:cNvCxnSpPr>
            <a:cxnSpLocks/>
          </p:cNvCxnSpPr>
          <p:nvPr/>
        </p:nvCxnSpPr>
        <p:spPr>
          <a:xfrm flipV="1">
            <a:off x="1944416" y="2956292"/>
            <a:ext cx="712287" cy="54918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D95E993-138B-6870-F4EE-B4395F587FF7}"/>
              </a:ext>
            </a:extLst>
          </p:cNvPr>
          <p:cNvSpPr/>
          <p:nvPr/>
        </p:nvSpPr>
        <p:spPr>
          <a:xfrm>
            <a:off x="2714717" y="3302511"/>
            <a:ext cx="6744593" cy="3445130"/>
          </a:xfrm>
          <a:prstGeom prst="roundRect">
            <a:avLst>
              <a:gd name="adj" fmla="val 7275"/>
            </a:avLst>
          </a:prstGeom>
          <a:noFill/>
          <a:ln>
            <a:solidFill>
              <a:srgbClr val="2BAD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434EDD-1A77-7339-28D8-144751D43425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4146724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FBD1237-FDA6-6F50-1296-CF2ABAFFA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486123"/>
            <a:ext cx="7772400" cy="496865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991365-FFD1-0CD9-CA3A-986C5C953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F86DB-78DF-EB43-A6BE-40415A3A0052}" type="slidenum">
              <a:rPr kumimoji="0" lang="en-US" sz="7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700" b="0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1ED1284-6F5D-CCEB-69A3-09F18E1810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latin typeface="Poppins" panose="00000500000000000000" pitchFamily="2" charset="0"/>
                <a:cs typeface="Poppins" panose="00000500000000000000" pitchFamily="2" charset="0"/>
              </a:rPr>
              <a:t>“Find People” Search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8FCB9535-214F-4EC6-1BCB-E0F4DC6631C9}"/>
              </a:ext>
            </a:extLst>
          </p:cNvPr>
          <p:cNvSpPr/>
          <p:nvPr/>
        </p:nvSpPr>
        <p:spPr>
          <a:xfrm>
            <a:off x="10235508" y="2476416"/>
            <a:ext cx="1765738" cy="632108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You Can Update Your Keyword(s) and Press Enter or “Search”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D7F307D-6D92-97EA-C431-BEC61D16AB3F}"/>
              </a:ext>
            </a:extLst>
          </p:cNvPr>
          <p:cNvCxnSpPr>
            <a:cxnSpLocks/>
          </p:cNvCxnSpPr>
          <p:nvPr/>
        </p:nvCxnSpPr>
        <p:spPr>
          <a:xfrm flipH="1">
            <a:off x="9168714" y="2785764"/>
            <a:ext cx="1072833" cy="560226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1E3920A7-1FF5-7D92-DBA2-FE49D1BF91F9}"/>
              </a:ext>
            </a:extLst>
          </p:cNvPr>
          <p:cNvSpPr/>
          <p:nvPr/>
        </p:nvSpPr>
        <p:spPr>
          <a:xfrm>
            <a:off x="10247584" y="3397101"/>
            <a:ext cx="1765738" cy="494754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Filters to Help You Find the Right Results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4337810-4A5D-950B-D59D-041935184F7D}"/>
              </a:ext>
            </a:extLst>
          </p:cNvPr>
          <p:cNvCxnSpPr>
            <a:cxnSpLocks/>
          </p:cNvCxnSpPr>
          <p:nvPr/>
        </p:nvCxnSpPr>
        <p:spPr>
          <a:xfrm flipH="1">
            <a:off x="9660908" y="3644664"/>
            <a:ext cx="592715" cy="334746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7E114F4-CB66-A7B0-C616-F22DCBD3B726}"/>
              </a:ext>
            </a:extLst>
          </p:cNvPr>
          <p:cNvSpPr/>
          <p:nvPr/>
        </p:nvSpPr>
        <p:spPr>
          <a:xfrm>
            <a:off x="231228" y="5150443"/>
            <a:ext cx="1765738" cy="464723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People Results with Details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AE9DF87-6972-227C-23E5-43399B93DE76}"/>
              </a:ext>
            </a:extLst>
          </p:cNvPr>
          <p:cNvCxnSpPr>
            <a:cxnSpLocks/>
          </p:cNvCxnSpPr>
          <p:nvPr/>
        </p:nvCxnSpPr>
        <p:spPr>
          <a:xfrm flipV="1">
            <a:off x="1944416" y="5150443"/>
            <a:ext cx="712287" cy="173421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4B70248-003B-D359-88C5-6D6908C37977}"/>
              </a:ext>
            </a:extLst>
          </p:cNvPr>
          <p:cNvSpPr/>
          <p:nvPr/>
        </p:nvSpPr>
        <p:spPr>
          <a:xfrm>
            <a:off x="231228" y="3418059"/>
            <a:ext cx="1765738" cy="464723"/>
          </a:xfrm>
          <a:prstGeom prst="roundRect">
            <a:avLst/>
          </a:prstGeom>
          <a:solidFill>
            <a:srgbClr val="2BAD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Poppins" panose="00000500000000000000" pitchFamily="2" charset="0"/>
                <a:cs typeface="Poppins" panose="00000500000000000000" pitchFamily="2" charset="0"/>
              </a:rPr>
              <a:t>You Keyword Search for People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17D75420-1ED3-2081-B356-B6570E753388}"/>
              </a:ext>
            </a:extLst>
          </p:cNvPr>
          <p:cNvCxnSpPr>
            <a:cxnSpLocks/>
          </p:cNvCxnSpPr>
          <p:nvPr/>
        </p:nvCxnSpPr>
        <p:spPr>
          <a:xfrm flipV="1">
            <a:off x="1853158" y="3344744"/>
            <a:ext cx="947065" cy="288970"/>
          </a:xfrm>
          <a:prstGeom prst="straightConnector1">
            <a:avLst/>
          </a:prstGeom>
          <a:ln w="28575">
            <a:solidFill>
              <a:srgbClr val="2BADE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3D95E993-138B-6870-F4EE-B4395F587FF7}"/>
              </a:ext>
            </a:extLst>
          </p:cNvPr>
          <p:cNvSpPr/>
          <p:nvPr/>
        </p:nvSpPr>
        <p:spPr>
          <a:xfrm>
            <a:off x="2869537" y="3631416"/>
            <a:ext cx="4582297" cy="2823364"/>
          </a:xfrm>
          <a:prstGeom prst="roundRect">
            <a:avLst>
              <a:gd name="adj" fmla="val 7275"/>
            </a:avLst>
          </a:prstGeom>
          <a:noFill/>
          <a:ln>
            <a:solidFill>
              <a:srgbClr val="2BADE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9012686-C172-C7B6-E024-458015E4CD6A}"/>
              </a:ext>
            </a:extLst>
          </p:cNvPr>
          <p:cNvSpPr/>
          <p:nvPr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8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59443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Notes0 xmlns="f0ee8362-fa7e-4bc9-ab88-7dcfb17cb19b" xsi:nil="true"/>
    <Named_x0020_Account xmlns="f0ee8362-fa7e-4bc9-ab88-7dcfb17cb19b" xsi:nil="true"/>
    <Industries xmlns="f0ee8362-fa7e-4bc9-ab88-7dcfb17cb19b" xsi:nil="true"/>
    <PlatTech xmlns="f0ee8362-fa7e-4bc9-ab88-7dcfb17cb19b" xsi:nil="true"/>
    <BusinessUnit xmlns="f0ee8362-fa7e-4bc9-ab88-7dcfb17cb19b" xsi:nil="true"/>
    <Solutions xmlns="f0ee8362-fa7e-4bc9-ab88-7dcfb17cb19b" xsi:nil="true"/>
    <ProjectCompletionDate xmlns="f0ee8362-fa7e-4bc9-ab88-7dcfb17cb19b" xsi:nil="true"/>
    <ApprovedByClient xmlns="f0ee8362-fa7e-4bc9-ab88-7dcfb17cb19b">false</ApprovedByClient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E58DAD-4319-4FF2-BC36-08F168432127}">
  <ds:schemaRefs>
    <ds:schemaRef ds:uri="http://schemas.microsoft.com/office/2006/metadata/customXsn"/>
  </ds:schemaRefs>
</ds:datastoreItem>
</file>

<file path=customXml/itemProps2.xml><?xml version="1.0" encoding="utf-8"?>
<ds:datastoreItem xmlns:ds="http://schemas.openxmlformats.org/officeDocument/2006/customXml" ds:itemID="{A2444863-9F43-485F-AE8A-9B35AF7C67DE}"/>
</file>

<file path=customXml/itemProps3.xml><?xml version="1.0" encoding="utf-8"?>
<ds:datastoreItem xmlns:ds="http://schemas.openxmlformats.org/officeDocument/2006/customXml" ds:itemID="{20113C1D-4A20-4EAD-A243-D0C46B209919}">
  <ds:schemaRefs>
    <ds:schemaRef ds:uri="http://schemas.microsoft.com/office/2006/metadata/properties"/>
    <ds:schemaRef ds:uri="http://schemas.microsoft.com/office/infopath/2007/PartnerControls"/>
    <ds:schemaRef ds:uri="f0ee8362-fa7e-4bc9-ab88-7dcfb17cb19b"/>
  </ds:schemaRefs>
</ds:datastoreItem>
</file>

<file path=customXml/itemProps4.xml><?xml version="1.0" encoding="utf-8"?>
<ds:datastoreItem xmlns:ds="http://schemas.openxmlformats.org/officeDocument/2006/customXml" ds:itemID="{63AD2592-6393-447F-A4FC-FC1E6BF61EC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Splash Homepage</vt:lpstr>
      <vt:lpstr>Splash Homepage, cont.</vt:lpstr>
      <vt:lpstr>Employment Homepage</vt:lpstr>
      <vt:lpstr>Employment Homepages, cont.</vt:lpstr>
      <vt:lpstr>How To Search</vt:lpstr>
      <vt:lpstr>The Department Teams Site</vt:lpstr>
      <vt:lpstr>“Find People” 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4</cp:revision>
  <dcterms:created xsi:type="dcterms:W3CDTF">2025-05-12T23:23:59Z</dcterms:created>
  <dcterms:modified xsi:type="dcterms:W3CDTF">2025-05-12T23:24:23Z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