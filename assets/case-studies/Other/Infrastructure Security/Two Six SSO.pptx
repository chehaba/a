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696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4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CC2E4-06CA-4013-8863-93E4BC412B6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2C693-3B12-4909-B924-59AB36674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89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089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E58F-8EC8-D3C4-F551-0F235751F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54DB5-CE89-FA8D-1784-64175B8E5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54CDF-0DCC-F1DC-F7F9-F0A570D9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C3DD5-293E-56C0-6E12-A31750211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1B563-1A17-554C-822D-A17A3D10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6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A751-8BE3-6CA5-97D3-1797109C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1B791-7CB8-D814-9930-A594C352D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508D-25B3-FBBF-E821-D727EE14D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C23B8-F58D-5697-2ADC-53FFFC235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84BF3-A9BB-B909-C5F6-CE42727B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2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34DF-00E8-FC0A-3547-4B4C7D6D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6FE53-2685-0CD7-5016-197CF6BA0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DBF2F-EA3F-3A6C-F895-3E7E9831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CEFF9-2126-77EA-BF0A-8FC805F6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1EF42-16C4-7D4C-B88A-02A12ACB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7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E5D6-F976-75C5-4EAE-D874C9380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5D1C3-898F-EBED-823D-8360362D7D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8E9DB-441C-E678-9F05-6E141D4D9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7A510-D305-C105-26A2-6E9AB71AC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23141-59A4-6538-5078-A9A5C4A7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FE82E-F4B3-D54B-0E08-E2CAEAED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0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62EFE-50C1-9FD8-01C8-8197089B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10B14-4057-BD48-D36A-3F9720CCF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97B15-26DE-0B95-695F-8D0D422FF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5A84D-5199-7DC5-0E92-825C51BB6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131AA-CA98-7C69-8882-105EEA4F5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9922-8084-C496-C8B7-85D8CD41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3A978-8D81-B18E-BB55-4D1A6B3E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6B5210-01AD-8E0A-CAF2-B23FDBBC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88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5670A-542B-7994-5C90-602F1B0C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1DC39-9408-6AB8-4547-B2A2EC23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12DFF-1E75-9EED-C1CD-20E21449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D46EB-6E21-F7AD-126E-25E18281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0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57DD6-02DF-447E-A2FB-2E80C5973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A6934-C5F6-5C9F-D3DF-8C5BBE637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3C452-9ADC-6203-E07D-324840E7E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6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366E-3D3C-4131-F360-2592D4DB8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936C2-ECFC-2CEB-F831-DA6803D4C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D1BBC-FB38-28A5-D16F-6059336A9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27D76-A035-2B1D-19C1-29877BC90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FDC21-5726-CE9F-EADA-69A3093A5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765E3-79CD-692D-E626-85609F03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1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7066-1624-D796-C16E-737FCA242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C31827-40B8-CCFB-0423-3C203C0B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07E85-08AC-0A04-4664-3AC983543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F25D9-538A-473C-5191-C5A90FB7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C544B-88B8-039E-B582-FEFDCE44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65FAB-ED71-14C1-7EDC-441951B7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0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25D6-6F5D-9CAF-1085-A50FF35D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E6161-F466-5491-2302-01253BD29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26515-B481-B112-FC99-AAD1AEF6D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46CF4-79A0-535F-1171-BF76F297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6A677-F90C-BB1D-FAD0-D37325D77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20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379026-A0DD-34CD-80EB-A64DFE013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55836-90B6-AEA8-E803-B80A137AF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2446E-A5A8-FAFD-65F1-144EFD19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74116-8DB4-FEA2-8AC0-C75045A5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F0E40-3C54-0413-D887-B92EF845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64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C4F96-650A-2E1B-0454-4D7D9B3A2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E064A-535A-0BEB-FCA1-BF30C843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513C3-BA95-2C33-9B27-4623F3A5E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ED461E-2B3E-4E50-B3B2-F37952D4D9E5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51562-BADD-9766-AF64-DFB81FBB8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E5943-7498-0AC9-8B58-27D1DE108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18290-35F6-414F-BB0A-8DE3D8F0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5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6543279-B9BD-4685-8CF9-299075CC2D0E}"/>
              </a:ext>
            </a:extLst>
          </p:cNvPr>
          <p:cNvSpPr/>
          <p:nvPr/>
        </p:nvSpPr>
        <p:spPr>
          <a:xfrm>
            <a:off x="4676259" y="3908058"/>
            <a:ext cx="346982" cy="117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24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36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6C91FC-AE5B-B626-9B5C-80E037135A09}"/>
              </a:ext>
            </a:extLst>
          </p:cNvPr>
          <p:cNvSpPr/>
          <p:nvPr/>
        </p:nvSpPr>
        <p:spPr>
          <a:xfrm>
            <a:off x="138730" y="0"/>
            <a:ext cx="12053270" cy="716457"/>
          </a:xfrm>
          <a:prstGeom prst="rect">
            <a:avLst/>
          </a:prstGeom>
          <a:solidFill>
            <a:srgbClr val="063A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ED7CDC-A3C6-D850-C47B-D160258E5465}"/>
              </a:ext>
            </a:extLst>
          </p:cNvPr>
          <p:cNvSpPr/>
          <p:nvPr/>
        </p:nvSpPr>
        <p:spPr>
          <a:xfrm flipV="1">
            <a:off x="0" y="0"/>
            <a:ext cx="138730" cy="716457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80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91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8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A06AFB-2F0A-2168-2380-EDB3870F430C}"/>
              </a:ext>
            </a:extLst>
          </p:cNvPr>
          <p:cNvSpPr txBox="1"/>
          <p:nvPr/>
        </p:nvSpPr>
        <p:spPr>
          <a:xfrm>
            <a:off x="277460" y="137267"/>
            <a:ext cx="4952125" cy="386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11719" rtl="0" eaLnBrk="1" fontAlgn="auto" latinLnBrk="0" hangingPunct="1">
              <a:lnSpc>
                <a:spcPct val="100000"/>
              </a:lnSpc>
              <a:spcBef>
                <a:spcPts val="818"/>
              </a:spcBef>
              <a:spcAft>
                <a:spcPts val="122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9" b="0" i="0" u="none" strike="noStrike" kern="1200" cap="none" spc="-15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TwoSix</a:t>
            </a:r>
            <a:r>
              <a:rPr kumimoji="0" lang="en-US" sz="1909" b="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693A9-BD5A-2907-E6AE-492698871AC1}"/>
              </a:ext>
            </a:extLst>
          </p:cNvPr>
          <p:cNvSpPr txBox="1"/>
          <p:nvPr/>
        </p:nvSpPr>
        <p:spPr>
          <a:xfrm>
            <a:off x="169218" y="853724"/>
            <a:ext cx="4972843" cy="298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63A79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Business Need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EA1C1-06A6-221C-C428-87016F862D52}"/>
              </a:ext>
            </a:extLst>
          </p:cNvPr>
          <p:cNvSpPr txBox="1"/>
          <p:nvPr/>
        </p:nvSpPr>
        <p:spPr>
          <a:xfrm>
            <a:off x="138730" y="1988749"/>
            <a:ext cx="4985484" cy="298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63A79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We Did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0870D-C2B0-78A3-C62A-49C6AAD654C2}"/>
              </a:ext>
            </a:extLst>
          </p:cNvPr>
          <p:cNvSpPr txBox="1"/>
          <p:nvPr/>
        </p:nvSpPr>
        <p:spPr>
          <a:xfrm>
            <a:off x="169217" y="4248166"/>
            <a:ext cx="4972844" cy="298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63A79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C4171-813C-2C23-3DD3-9918F44B9093}"/>
              </a:ext>
            </a:extLst>
          </p:cNvPr>
          <p:cNvSpPr txBox="1"/>
          <p:nvPr/>
        </p:nvSpPr>
        <p:spPr>
          <a:xfrm>
            <a:off x="169217" y="1148015"/>
            <a:ext cx="592678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err="1"/>
              <a:t>TwoSix</a:t>
            </a:r>
            <a:r>
              <a:rPr lang="en-US" sz="1100"/>
              <a:t> aimed to develop an Admin SSO Portal for their product, Pulse. This portal empowers Admins and Site-Admins to efficiently set up their teams with the necessary access permissions, streamlining the process and eliminating the need for lengthy email exchanges and support requests.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1FCEC2-2FEA-88E8-76A8-393FD6E00741}"/>
              </a:ext>
            </a:extLst>
          </p:cNvPr>
          <p:cNvSpPr txBox="1"/>
          <p:nvPr/>
        </p:nvSpPr>
        <p:spPr>
          <a:xfrm>
            <a:off x="138730" y="2375121"/>
            <a:ext cx="595726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Affirma, in collaboration with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TwoSix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technical team, designed and developed the Admin SSO Portal leveraging Java, React,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GraphQL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&amp; Postgres technologies.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116895" marR="0" lvl="0" indent="-1168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Ability to manage Organizations, Users, Roles &amp; Privileges</a:t>
            </a:r>
          </a:p>
          <a:p>
            <a:pPr marL="116895" marR="0" lvl="0" indent="-1168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Integrate the data to Key Cloak which is utilized by other systems as IDP</a:t>
            </a:r>
          </a:p>
          <a:p>
            <a:pPr marL="116895" marR="0" lvl="0" indent="-1168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Built additional insights on tracking User Activity and dormant accounts</a:t>
            </a:r>
          </a:p>
          <a:p>
            <a:pPr marL="116895" marR="0" lvl="0" indent="-1168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Capability for multi-org/multi-role needs.</a:t>
            </a:r>
          </a:p>
          <a:p>
            <a:pPr marL="116895" marR="0" lvl="0" indent="-1168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User-friendly UI/UX designed for ease of use and efficiency.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A8605A-FCEF-3A25-BD01-4152142D34D4}"/>
              </a:ext>
            </a:extLst>
          </p:cNvPr>
          <p:cNvSpPr txBox="1"/>
          <p:nvPr/>
        </p:nvSpPr>
        <p:spPr>
          <a:xfrm>
            <a:off x="138730" y="4546849"/>
            <a:ext cx="5957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6895" marR="0" lvl="0" indent="-1168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V1 of the Portal went live early 2024 and has been actively used by the admin team</a:t>
            </a:r>
          </a:p>
          <a:p>
            <a:pPr marL="116895" marR="0" lvl="0" indent="-1168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V2 of the portal enhancements were awarded to Affirma and is being worked on.</a:t>
            </a:r>
          </a:p>
        </p:txBody>
      </p:sp>
      <p:pic>
        <p:nvPicPr>
          <p:cNvPr id="2050" name="Picture 2" descr="Two six technologies logo">
            <a:extLst>
              <a:ext uri="{FF2B5EF4-FFF2-40B4-BE49-F238E27FC236}">
                <a16:creationId xmlns:a16="http://schemas.microsoft.com/office/drawing/2014/main" id="{C6B257B0-27A0-5F45-7248-9D04F61F7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424" y="801544"/>
            <a:ext cx="1695377" cy="54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3835E2-0DCA-4CB1-384E-0FE4E7EE5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907" y="1782954"/>
            <a:ext cx="5593894" cy="354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436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Services</Value>
      <Value>Government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FC53E42A-3C47-4487-A07D-B0CD10F0E5FD}"/>
</file>

<file path=customXml/itemProps2.xml><?xml version="1.0" encoding="utf-8"?>
<ds:datastoreItem xmlns:ds="http://schemas.openxmlformats.org/officeDocument/2006/customXml" ds:itemID="{D1C2363D-DD42-42D7-A0E6-32AC4291C8E1}"/>
</file>

<file path=customXml/itemProps3.xml><?xml version="1.0" encoding="utf-8"?>
<ds:datastoreItem xmlns:ds="http://schemas.openxmlformats.org/officeDocument/2006/customXml" ds:itemID="{305CA848-38F0-4D79-A7E5-C1F01645053F}"/>
</file>

<file path=customXml/itemProps4.xml><?xml version="1.0" encoding="utf-8"?>
<ds:datastoreItem xmlns:ds="http://schemas.openxmlformats.org/officeDocument/2006/customXml" ds:itemID="{F23056A8-459F-4DBE-A4BC-A1B9D6A3535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lastModifiedBy>Brendan Murphy</cp:lastModifiedBy>
  <cp:revision>1</cp:revision>
  <dcterms:created xsi:type="dcterms:W3CDTF">2024-11-19T18:43:26Z</dcterms:created>
  <dcterms:modified xsi:type="dcterms:W3CDTF">2024-11-19T18:43:44Z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