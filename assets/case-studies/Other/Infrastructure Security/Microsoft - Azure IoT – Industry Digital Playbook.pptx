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7"/>
  </p:notesMasterIdLst>
  <p:sldIdLst>
    <p:sldId id="214746960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92" d="100"/>
          <a:sy n="92" d="100"/>
        </p:scale>
        <p:origin x="7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B933C0-D540-4F88-BDBA-B2582B133126}" type="datetimeFigureOut"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901DD-E25C-465A-890B-72A24ACE6D9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60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2472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883" y="347096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EC62C7-21A3-29A1-2073-C46D015B8769}"/>
              </a:ext>
            </a:extLst>
          </p:cNvPr>
          <p:cNvSpPr/>
          <p:nvPr userDrawn="1"/>
        </p:nvSpPr>
        <p:spPr>
          <a:xfrm flipV="1">
            <a:off x="0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 b="1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5231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E3335D-A367-4453-A1BE-FA981A9D4E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063A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Azure IoT – Industry Digital Playbook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447EBA-8E3F-4028-A9AD-54CD1FB12DA0}"/>
              </a:ext>
            </a:extLst>
          </p:cNvPr>
          <p:cNvSpPr txBox="1"/>
          <p:nvPr/>
        </p:nvSpPr>
        <p:spPr>
          <a:xfrm>
            <a:off x="350883" y="1358654"/>
            <a:ext cx="6500447" cy="53326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29CD4"/>
                </a:solidFill>
                <a:effectLst/>
                <a:uLnTx/>
                <a:uFillTx/>
                <a:latin typeface="Poppins SemiBold" panose="00000700000000000000" pitchFamily="2" charset="0"/>
                <a:ea typeface="MS Mincho" panose="02020609040205080304" pitchFamily="49" charset="-128"/>
                <a:cs typeface="Poppins SemiBold" panose="00000700000000000000" pitchFamily="2" charset="0"/>
              </a:rPr>
              <a:t>Engagement Overview 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Microsoft came to Affirma to create a playbook for field sellers focused on </a:t>
            </a:r>
            <a:r>
              <a:rPr lang="en-US" sz="1400" dirty="0">
                <a:solidFill>
                  <a:prstClr val="black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growing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 Azure consumption in the manufacturing industry. 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29CD4"/>
                </a:solidFill>
                <a:effectLst/>
                <a:uLnTx/>
                <a:uFillTx/>
                <a:latin typeface="Poppins SemiBold" panose="00000700000000000000" pitchFamily="2" charset="0"/>
                <a:ea typeface="MS Mincho" panose="02020609040205080304" pitchFamily="49" charset="-128"/>
                <a:cs typeface="Poppins SemiBold" panose="00000700000000000000" pitchFamily="2" charset="0"/>
              </a:rPr>
              <a:t>Affirma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IE" sz="1400" dirty="0">
                <a:solidFill>
                  <a:prstClr val="black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Researched Azure’s IoT offerings, compiled information, and assessed the current state.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IE" sz="1400" dirty="0">
                <a:solidFill>
                  <a:prstClr val="black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Rewrote content, redesigned diagrams, and updated old information.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IE" sz="1400" dirty="0">
                <a:solidFill>
                  <a:prstClr val="black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Incorporated information like case studies, how-to solutions, answers to common questions, instructions and tactics, personas, and sales methodologies.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IE" sz="1400" dirty="0">
                <a:solidFill>
                  <a:prstClr val="black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Created two 60-slide decks.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IE" sz="1400" dirty="0">
                <a:solidFill>
                  <a:prstClr val="black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Told the full Azure IoT story from a sales perspective.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</a:br>
            <a:b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8820B5-7BBF-7BF2-8265-6B17F2A99B42}"/>
              </a:ext>
            </a:extLst>
          </p:cNvPr>
          <p:cNvSpPr/>
          <p:nvPr/>
        </p:nvSpPr>
        <p:spPr>
          <a:xfrm>
            <a:off x="-5311" y="6775980"/>
            <a:ext cx="12200696" cy="99776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C1F010-EBC4-D60A-FF02-D53BB9DA2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21" y="6411191"/>
            <a:ext cx="755176" cy="2556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D0B549-85AB-7F2A-5430-DCDA4D985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652" y="1198986"/>
            <a:ext cx="4508455" cy="2522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4118B5-C95D-DE3E-77F5-789EF38E0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652" y="3850519"/>
            <a:ext cx="4557582" cy="25360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3CE2B7-CC2E-2569-2110-39F1CECE25B5}"/>
              </a:ext>
            </a:extLst>
          </p:cNvPr>
          <p:cNvSpPr txBox="1"/>
          <p:nvPr/>
        </p:nvSpPr>
        <p:spPr>
          <a:xfrm>
            <a:off x="9256229" y="6447421"/>
            <a:ext cx="5437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For Microsoft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724586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Microsoft</Named_x0020_Account>
    <Industries xmlns="f0ee8362-fa7e-4bc9-ab88-7dcfb17cb19b">
      <Value>Technology</Value>
    </Industries>
    <PlatTech xmlns="f0ee8362-fa7e-4bc9-ab88-7dcfb17cb19b" xsi:nil="true"/>
    <ProjectCompletionDate xmlns="f0ee8362-fa7e-4bc9-ab88-7dcfb17cb19b" xsi:nil="true"/>
    <BusinessUnit xmlns="f0ee8362-fa7e-4bc9-ab88-7dcfb17cb19b">
      <Value>Marketing Services</Value>
    </BusinessUnit>
    <Solutions xmlns="f0ee8362-fa7e-4bc9-ab88-7dcfb17cb19b">
      <Value>Content</Value>
      <Value>IoT</Value>
    </Solutions>
    <ApprovedByClient xmlns="f0ee8362-fa7e-4bc9-ab88-7dcfb17cb19b">false</ApprovedByClient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5BE38950-FC11-4854-BBA8-5866A34AD0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e8362-fa7e-4bc9-ab88-7dcfb17cb1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E619EF-EC42-4BA5-B91C-BF43A11369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0D2A4E-682F-4B1A-B774-8310D825EB78}">
  <ds:schemaRefs>
    <ds:schemaRef ds:uri="http://purl.org/dc/terms/"/>
    <ds:schemaRef ds:uri="http://schemas.microsoft.com/office/2006/documentManagement/types"/>
    <ds:schemaRef ds:uri="http://purl.org/dc/dcmitype/"/>
    <ds:schemaRef ds:uri="e2c2ef5b-3321-467b-8747-2b7d9bbfcb89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fabc9836-146a-4824-a105-b3bada49a538"/>
    <ds:schemaRef ds:uri="http://schemas.microsoft.com/office/infopath/2007/PartnerControls"/>
    <ds:schemaRef ds:uri="http://purl.org/dc/elements/1.1/"/>
    <ds:schemaRef ds:uri="f0ee8362-fa7e-4bc9-ab88-7dcfb17cb19b"/>
  </ds:schemaRefs>
</ds:datastoreItem>
</file>

<file path=customXml/itemProps4.xml><?xml version="1.0" encoding="utf-8"?>
<ds:datastoreItem xmlns:ds="http://schemas.openxmlformats.org/officeDocument/2006/customXml" ds:itemID="{73B1DCE2-C562-4F5C-85E4-A4735DBD229D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103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Azure IoT – Industry Digital Playbook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Sydney Moorhead</cp:lastModifiedBy>
  <cp:revision>5</cp:revision>
  <dcterms:created xsi:type="dcterms:W3CDTF">2025-10-15T15:18:02Z</dcterms:created>
  <dcterms:modified xsi:type="dcterms:W3CDTF">2025-12-10T16:33:42Z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MediaServiceImageTags">
    <vt:lpwstr/>
  </property>
</Properties>
</file>