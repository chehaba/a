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Masters/slideMaster1.xml" ContentType="application/vnd.openxmlformats-officedocument.presentationml.slideMaster+xml"/>
  <Override PartName="/ppt/slideLayouts/slideLayout9.xml" ContentType="application/vnd.openxmlformats-officedocument.presentationml.slideLayout+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notesSlides/notesSlide1.xml" ContentType="application/vnd.openxmlformats-officedocument.presentationml.notesSlide+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tableStyles.xml" ContentType="application/vnd.openxmlformats-officedocument.presentationml.tableStyles+xml"/>
  <Override PartName="/ppt/viewProps.xml" ContentType="application/vnd.openxmlformats-officedocument.presentationml.viewProps+xml"/>
  <Override PartName="/ppt/presProps.xml" ContentType="application/vnd.openxmlformats-officedocument.presentationml.presProps+xml"/>
  <Override PartName="/customXml/itemProps2.xml" ContentType="application/vnd.openxmlformats-officedocument.customXmlProperties+xml"/>
  <Override PartName="/customXml/itemProps3.xml" ContentType="application/vnd.openxmlformats-officedocument.customXmlPropertie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ppt/revisionInfo.xml" ContentType="application/vnd.ms-powerpoint.revisioninfo+xml"/>
  <Override PartName="/docProps/custom.xml" ContentType="application/vnd.openxmlformats-officedocument.custom-properties+xml"/>
  <Override PartName="/customXml/itemProps4.xml" ContentType="application/vnd.openxmlformats-officedocument.customXml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6"/>
  </p:notesMasterIdLst>
  <p:sldIdLst>
    <p:sldId id="1758"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43B3C01-2617-4059-B02A-2FAEE1BCB4D2}" v="5" dt="2020-05-22T04:55:33.42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67" d="100"/>
          <a:sy n="67" d="100"/>
        </p:scale>
        <p:origin x="644"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presProps" Target="presProps.xml"/><Relationship Id="rId12" Type="http://schemas.openxmlformats.org/officeDocument/2006/relationships/customXml" Target="../customXml/item4.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11" Type="http://schemas.microsoft.com/office/2015/10/relationships/revisionInfo" Target="revisionInfo.xml"/><Relationship Id="rId5" Type="http://schemas.openxmlformats.org/officeDocument/2006/relationships/slide" Target="slides/slide1.xml"/><Relationship Id="rId10"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465FCF9-1FD2-4FE3-9380-CF3CEAC79F5C}" type="datetimeFigureOut">
              <a:rPr lang="en-US" smtClean="0"/>
              <a:t>5/21/2020</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A8DC80A-73EF-43A1-9852-82147FFCD13A}" type="slidenum">
              <a:rPr lang="en-US" smtClean="0"/>
              <a:t>‹#›</a:t>
            </a:fld>
            <a:endParaRPr lang="en-US"/>
          </a:p>
        </p:txBody>
      </p:sp>
    </p:spTree>
    <p:extLst>
      <p:ext uri="{BB962C8B-B14F-4D97-AF65-F5344CB8AC3E}">
        <p14:creationId xmlns:p14="http://schemas.microsoft.com/office/powerpoint/2010/main" val="18823756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54050" y="1162050"/>
            <a:ext cx="5573713" cy="31369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1172261" rtl="0" eaLnBrk="1" fontAlgn="auto" latinLnBrk="0" hangingPunct="1">
              <a:lnSpc>
                <a:spcPct val="100000"/>
              </a:lnSpc>
              <a:spcBef>
                <a:spcPts val="0"/>
              </a:spcBef>
              <a:spcAft>
                <a:spcPts val="0"/>
              </a:spcAft>
              <a:buClrTx/>
              <a:buSzTx/>
              <a:buFontTx/>
              <a:buNone/>
              <a:tabLst/>
              <a:defRPr/>
            </a:pPr>
            <a:fld id="{5EE3F6CF-073A-4B4F-A2B7-08B9C7DBCB96}"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1172261"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13694406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9" name="Picture 8"/>
          <p:cNvPicPr>
            <a:picLocks/>
          </p:cNvPicPr>
          <p:nvPr/>
        </p:nvPicPr>
        <p:blipFill rotWithShape="1">
          <a:blip r:embed="rId2">
            <a:extLst>
              <a:ext uri="{28A0092B-C50C-407E-A947-70E740481C1C}">
                <a14:useLocalDpi xmlns:a14="http://schemas.microsoft.com/office/drawing/2010/main" val="0"/>
              </a:ext>
            </a:extLst>
          </a:blip>
          <a:srcRect r="25490"/>
          <a:stretch/>
        </p:blipFill>
        <p:spPr>
          <a:xfrm>
            <a:off x="1" y="0"/>
            <a:ext cx="12192000" cy="6858000"/>
          </a:xfrm>
          <a:prstGeom prst="rect">
            <a:avLst/>
          </a:prstGeom>
        </p:spPr>
      </p:pic>
      <p:sp>
        <p:nvSpPr>
          <p:cNvPr id="2" name="Title 1"/>
          <p:cNvSpPr>
            <a:spLocks noGrp="1"/>
          </p:cNvSpPr>
          <p:nvPr>
            <p:ph type="ctrTitle"/>
          </p:nvPr>
        </p:nvSpPr>
        <p:spPr>
          <a:xfrm>
            <a:off x="1349941" y="2938387"/>
            <a:ext cx="7988613" cy="537931"/>
          </a:xfrm>
        </p:spPr>
        <p:txBody>
          <a:bodyPr wrap="none" anchor="t" anchorCtr="0">
            <a:noAutofit/>
          </a:bodyPr>
          <a:lstStyle>
            <a:lvl1pPr algn="l">
              <a:defRPr sz="2745">
                <a:solidFill>
                  <a:schemeClr val="bg1"/>
                </a:solidFill>
              </a:defRPr>
            </a:lvl1pPr>
          </a:lstStyle>
          <a:p>
            <a:r>
              <a:rPr lang="en-US"/>
              <a:t>Click to edit Master title style</a:t>
            </a:r>
          </a:p>
        </p:txBody>
      </p:sp>
      <p:sp>
        <p:nvSpPr>
          <p:cNvPr id="3" name="Subtitle 2"/>
          <p:cNvSpPr>
            <a:spLocks noGrp="1"/>
          </p:cNvSpPr>
          <p:nvPr>
            <p:ph type="subTitle" idx="1"/>
          </p:nvPr>
        </p:nvSpPr>
        <p:spPr>
          <a:xfrm>
            <a:off x="1349941" y="3727850"/>
            <a:ext cx="7988613" cy="1656131"/>
          </a:xfrm>
        </p:spPr>
        <p:txBody>
          <a:bodyPr>
            <a:normAutofit/>
          </a:bodyPr>
          <a:lstStyle>
            <a:lvl1pPr marL="0" indent="0" algn="l">
              <a:buNone/>
              <a:defRPr sz="2353">
                <a:solidFill>
                  <a:schemeClr val="bg1"/>
                </a:solidFill>
                <a:latin typeface="Segoe UI Semilight" panose="020B0402040204020203" pitchFamily="34" charset="0"/>
                <a:cs typeface="Segoe UI Semilight" panose="020B0402040204020203" pitchFamily="34" charset="0"/>
              </a:defRPr>
            </a:lvl1pPr>
            <a:lvl2pPr marL="448267" indent="0" algn="ctr">
              <a:buNone/>
              <a:defRPr sz="1961"/>
            </a:lvl2pPr>
            <a:lvl3pPr marL="896533" indent="0" algn="ctr">
              <a:buNone/>
              <a:defRPr sz="1765"/>
            </a:lvl3pPr>
            <a:lvl4pPr marL="1344800" indent="0" algn="ctr">
              <a:buNone/>
              <a:defRPr sz="1569"/>
            </a:lvl4pPr>
            <a:lvl5pPr marL="1793067" indent="0" algn="ctr">
              <a:buNone/>
              <a:defRPr sz="1569"/>
            </a:lvl5pPr>
            <a:lvl6pPr marL="2241334" indent="0" algn="ctr">
              <a:buNone/>
              <a:defRPr sz="1569"/>
            </a:lvl6pPr>
            <a:lvl7pPr marL="2689600" indent="0" algn="ctr">
              <a:buNone/>
              <a:defRPr sz="1569"/>
            </a:lvl7pPr>
            <a:lvl8pPr marL="3137867" indent="0" algn="ctr">
              <a:buNone/>
              <a:defRPr sz="1569"/>
            </a:lvl8pPr>
            <a:lvl9pPr marL="3586133" indent="0" algn="ctr">
              <a:buNone/>
              <a:defRPr sz="1569"/>
            </a:lvl9pPr>
          </a:lstStyle>
          <a:p>
            <a:r>
              <a:rPr lang="en-US"/>
              <a:t>Click to edit Master subtitle style</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8AADFC8D-B4F8-4CE1-9A64-52D721E8D9F6}" type="datetime1">
              <a:rPr lang="en-US" smtClean="0"/>
              <a:t>5/21/2020</a:t>
            </a:fld>
            <a:endParaRPr lang="en-US"/>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49939" y="2209472"/>
            <a:ext cx="1942773" cy="504381"/>
          </a:xfrm>
          <a:prstGeom prst="rect">
            <a:avLst/>
          </a:prstGeom>
        </p:spPr>
      </p:pic>
      <p:pic>
        <p:nvPicPr>
          <p:cNvPr id="10" name="Picture 9">
            <a:extLst>
              <a:ext uri="{FF2B5EF4-FFF2-40B4-BE49-F238E27FC236}">
                <a16:creationId xmlns:a16="http://schemas.microsoft.com/office/drawing/2014/main" id="{E0965F55-11BA-49A6-947C-F53153066243}"/>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31733766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2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381000" y="2938387"/>
            <a:ext cx="11430000" cy="537931"/>
          </a:xfrm>
        </p:spPr>
        <p:txBody>
          <a:bodyPr wrap="none" anchor="t" anchorCtr="0">
            <a:noAutofit/>
          </a:bodyPr>
          <a:lstStyle>
            <a:lvl1pPr algn="l">
              <a:defRPr sz="2745">
                <a:solidFill>
                  <a:schemeClr val="bg1"/>
                </a:solidFill>
              </a:defRPr>
            </a:lvl1pPr>
          </a:lstStyle>
          <a:p>
            <a:r>
              <a:rPr lang="en-US"/>
              <a:t>Click to edit Master title style</a:t>
            </a:r>
          </a:p>
        </p:txBody>
      </p:sp>
      <p:sp>
        <p:nvSpPr>
          <p:cNvPr id="3" name="Subtitle 2"/>
          <p:cNvSpPr>
            <a:spLocks noGrp="1"/>
          </p:cNvSpPr>
          <p:nvPr>
            <p:ph type="subTitle" idx="1"/>
          </p:nvPr>
        </p:nvSpPr>
        <p:spPr>
          <a:xfrm>
            <a:off x="1349941" y="3727850"/>
            <a:ext cx="7988613" cy="1656131"/>
          </a:xfrm>
        </p:spPr>
        <p:txBody>
          <a:bodyPr>
            <a:normAutofit/>
          </a:bodyPr>
          <a:lstStyle>
            <a:lvl1pPr marL="0" indent="0" algn="l">
              <a:buNone/>
              <a:defRPr sz="2353">
                <a:solidFill>
                  <a:schemeClr val="bg1"/>
                </a:solidFill>
                <a:latin typeface="Segoe UI Semilight" panose="020B0402040204020203" pitchFamily="34" charset="0"/>
                <a:cs typeface="Segoe UI Semilight" panose="020B0402040204020203" pitchFamily="34" charset="0"/>
              </a:defRPr>
            </a:lvl1pPr>
            <a:lvl2pPr marL="448267" indent="0" algn="ctr">
              <a:buNone/>
              <a:defRPr sz="1961"/>
            </a:lvl2pPr>
            <a:lvl3pPr marL="896533" indent="0" algn="ctr">
              <a:buNone/>
              <a:defRPr sz="1765"/>
            </a:lvl3pPr>
            <a:lvl4pPr marL="1344800" indent="0" algn="ctr">
              <a:buNone/>
              <a:defRPr sz="1569"/>
            </a:lvl4pPr>
            <a:lvl5pPr marL="1793067" indent="0" algn="ctr">
              <a:buNone/>
              <a:defRPr sz="1569"/>
            </a:lvl5pPr>
            <a:lvl6pPr marL="2241334" indent="0" algn="ctr">
              <a:buNone/>
              <a:defRPr sz="1569"/>
            </a:lvl6pPr>
            <a:lvl7pPr marL="2689600" indent="0" algn="ctr">
              <a:buNone/>
              <a:defRPr sz="1569"/>
            </a:lvl7pPr>
            <a:lvl8pPr marL="3137867" indent="0" algn="ctr">
              <a:buNone/>
              <a:defRPr sz="1569"/>
            </a:lvl8pPr>
            <a:lvl9pPr marL="3586133" indent="0" algn="ctr">
              <a:buNone/>
              <a:defRPr sz="1569"/>
            </a:lvl9pPr>
          </a:lstStyle>
          <a:p>
            <a:r>
              <a:rPr lang="en-US"/>
              <a:t>Click to edit Master subtitle style</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EAD036A3-19F0-46D4-99F6-9859A0E4ECE0}" type="datetime1">
              <a:rPr lang="en-US" smtClean="0"/>
              <a:t>5/21/2020</a:t>
            </a:fld>
            <a:endParaRPr lang="en-US"/>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pic>
        <p:nvPicPr>
          <p:cNvPr id="11" name="Picture 10">
            <a:extLst>
              <a:ext uri="{FF2B5EF4-FFF2-40B4-BE49-F238E27FC236}">
                <a16:creationId xmlns:a16="http://schemas.microsoft.com/office/drawing/2014/main" id="{861B8082-4CA1-4814-AD91-104B28633041}"/>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pic>
        <p:nvPicPr>
          <p:cNvPr id="1026" name="Picture 2" descr="Image result for coronado island&quot;">
            <a:extLst>
              <a:ext uri="{FF2B5EF4-FFF2-40B4-BE49-F238E27FC236}">
                <a16:creationId xmlns:a16="http://schemas.microsoft.com/office/drawing/2014/main" id="{AA1E57E8-5BD3-425A-B527-6022B6D80BD1}"/>
              </a:ext>
            </a:extLst>
          </p:cNvPr>
          <p:cNvPicPr>
            <a:picLocks noChangeAspect="1" noChangeArrowheads="1"/>
          </p:cNvPicPr>
          <p:nvPr userDrawn="1"/>
        </p:nvPicPr>
        <p:blipFill rotWithShape="1">
          <a:blip r:embed="rId3">
            <a:extLst>
              <a:ext uri="{28A0092B-C50C-407E-A947-70E740481C1C}">
                <a14:useLocalDpi xmlns:a14="http://schemas.microsoft.com/office/drawing/2010/main" val="0"/>
              </a:ext>
            </a:extLst>
          </a:blip>
          <a:srcRect b="10000"/>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10" name="Rectangle 9">
            <a:extLst>
              <a:ext uri="{FF2B5EF4-FFF2-40B4-BE49-F238E27FC236}">
                <a16:creationId xmlns:a16="http://schemas.microsoft.com/office/drawing/2014/main" id="{FC680771-E145-494A-AF5F-BDE0DE155687}"/>
              </a:ext>
            </a:extLst>
          </p:cNvPr>
          <p:cNvSpPr/>
          <p:nvPr userDrawn="1"/>
        </p:nvSpPr>
        <p:spPr>
          <a:xfrm>
            <a:off x="0" y="0"/>
            <a:ext cx="12192000" cy="6858000"/>
          </a:xfrm>
          <a:prstGeom prst="rect">
            <a:avLst/>
          </a:prstGeom>
          <a:solidFill>
            <a:srgbClr val="004E59">
              <a:alpha val="6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00">
                <a:latin typeface="Segoe UI" panose="020B0502040204020203" pitchFamily="34" charset="0"/>
              </a:rPr>
              <a:t>		</a:t>
            </a:r>
          </a:p>
        </p:txBody>
      </p:sp>
    </p:spTree>
    <p:extLst>
      <p:ext uri="{BB962C8B-B14F-4D97-AF65-F5344CB8AC3E}">
        <p14:creationId xmlns:p14="http://schemas.microsoft.com/office/powerpoint/2010/main" val="19841784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4_Section Header">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7AC98557-C9EF-46C0-ACD8-4FD235492685}"/>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10000"/>
          <a:stretch/>
        </p:blipFill>
        <p:spPr>
          <a:xfrm>
            <a:off x="0" y="0"/>
            <a:ext cx="12192000" cy="6858000"/>
          </a:xfrm>
          <a:prstGeom prst="rect">
            <a:avLst/>
          </a:prstGeom>
        </p:spPr>
      </p:pic>
      <p:sp>
        <p:nvSpPr>
          <p:cNvPr id="9" name="Rectangle 8">
            <a:extLst>
              <a:ext uri="{FF2B5EF4-FFF2-40B4-BE49-F238E27FC236}">
                <a16:creationId xmlns:a16="http://schemas.microsoft.com/office/drawing/2014/main" id="{1FAE75BB-1AD1-46D5-8E07-38E7D1FB92CC}"/>
              </a:ext>
            </a:extLst>
          </p:cNvPr>
          <p:cNvSpPr/>
          <p:nvPr userDrawn="1"/>
        </p:nvSpPr>
        <p:spPr>
          <a:xfrm>
            <a:off x="0" y="0"/>
            <a:ext cx="12192000" cy="6858000"/>
          </a:xfrm>
          <a:prstGeom prst="rect">
            <a:avLst/>
          </a:prstGeom>
          <a:solidFill>
            <a:srgbClr val="004E59">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00">
                <a:latin typeface="Segoe UI" panose="020B0502040204020203" pitchFamily="34" charset="0"/>
              </a:rPr>
              <a:t>		</a:t>
            </a:r>
          </a:p>
        </p:txBody>
      </p:sp>
      <p:sp>
        <p:nvSpPr>
          <p:cNvPr id="3" name="Text Placeholder 2"/>
          <p:cNvSpPr>
            <a:spLocks noGrp="1"/>
          </p:cNvSpPr>
          <p:nvPr>
            <p:ph type="body" idx="1"/>
          </p:nvPr>
        </p:nvSpPr>
        <p:spPr>
          <a:xfrm>
            <a:off x="832171" y="4590160"/>
            <a:ext cx="10515210" cy="1498923"/>
          </a:xfrm>
        </p:spPr>
        <p:txBody>
          <a:bodyPr/>
          <a:lstStyle>
            <a:lvl1pPr marL="0" indent="0">
              <a:buNone/>
              <a:defRPr sz="2353">
                <a:solidFill>
                  <a:schemeClr val="bg1"/>
                </a:solidFill>
                <a:latin typeface="Segoe UI" panose="020B0502040204020203" pitchFamily="34" charset="0"/>
              </a:defRPr>
            </a:lvl1pPr>
            <a:lvl2pPr marL="448267" indent="0">
              <a:buNone/>
              <a:defRPr sz="1961">
                <a:solidFill>
                  <a:schemeClr val="tx1">
                    <a:tint val="75000"/>
                  </a:schemeClr>
                </a:solidFill>
              </a:defRPr>
            </a:lvl2pPr>
            <a:lvl3pPr marL="896533" indent="0">
              <a:buNone/>
              <a:defRPr sz="1765">
                <a:solidFill>
                  <a:schemeClr val="tx1">
                    <a:tint val="75000"/>
                  </a:schemeClr>
                </a:solidFill>
              </a:defRPr>
            </a:lvl3pPr>
            <a:lvl4pPr marL="1344800" indent="0">
              <a:buNone/>
              <a:defRPr sz="1569">
                <a:solidFill>
                  <a:schemeClr val="tx1">
                    <a:tint val="75000"/>
                  </a:schemeClr>
                </a:solidFill>
              </a:defRPr>
            </a:lvl4pPr>
            <a:lvl5pPr marL="1793067" indent="0">
              <a:buNone/>
              <a:defRPr sz="1569">
                <a:solidFill>
                  <a:schemeClr val="tx1">
                    <a:tint val="75000"/>
                  </a:schemeClr>
                </a:solidFill>
              </a:defRPr>
            </a:lvl5pPr>
            <a:lvl6pPr marL="2241334" indent="0">
              <a:buNone/>
              <a:defRPr sz="1569">
                <a:solidFill>
                  <a:schemeClr val="tx1">
                    <a:tint val="75000"/>
                  </a:schemeClr>
                </a:solidFill>
              </a:defRPr>
            </a:lvl6pPr>
            <a:lvl7pPr marL="2689600" indent="0">
              <a:buNone/>
              <a:defRPr sz="1569">
                <a:solidFill>
                  <a:schemeClr val="tx1">
                    <a:tint val="75000"/>
                  </a:schemeClr>
                </a:solidFill>
              </a:defRPr>
            </a:lvl7pPr>
            <a:lvl8pPr marL="3137867" indent="0">
              <a:buNone/>
              <a:defRPr sz="1569">
                <a:solidFill>
                  <a:schemeClr val="tx1">
                    <a:tint val="75000"/>
                  </a:schemeClr>
                </a:solidFill>
              </a:defRPr>
            </a:lvl8pPr>
            <a:lvl9pPr marL="3586133" indent="0">
              <a:buNone/>
              <a:defRPr sz="1569">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8074D95A-C65A-4160-95EC-CD2270B2DBD9}" type="datetime1">
              <a:rPr lang="en-US" smtClean="0"/>
              <a:t>5/21/2020</a:t>
            </a:fld>
            <a:endParaRPr lang="en-US"/>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sp>
        <p:nvSpPr>
          <p:cNvPr id="2" name="Title 1"/>
          <p:cNvSpPr>
            <a:spLocks noGrp="1"/>
          </p:cNvSpPr>
          <p:nvPr>
            <p:ph type="title"/>
          </p:nvPr>
        </p:nvSpPr>
        <p:spPr>
          <a:xfrm>
            <a:off x="832170" y="2331035"/>
            <a:ext cx="11205363" cy="896552"/>
          </a:xfrm>
        </p:spPr>
        <p:txBody>
          <a:bodyPr anchor="t" anchorCtr="0">
            <a:noAutofit/>
          </a:bodyPr>
          <a:lstStyle>
            <a:lvl1pPr algn="l">
              <a:defRPr sz="5295">
                <a:solidFill>
                  <a:schemeClr val="bg1"/>
                </a:solidFill>
                <a:latin typeface="+mj-lt"/>
                <a:cs typeface="Segoe UI Semilight" panose="020B0402040204020203" pitchFamily="34" charset="0"/>
              </a:defRPr>
            </a:lvl1pPr>
          </a:lstStyle>
          <a:p>
            <a:r>
              <a:rPr lang="en-US"/>
              <a:t>Click to edit Master title style</a:t>
            </a:r>
          </a:p>
        </p:txBody>
      </p:sp>
      <p:pic>
        <p:nvPicPr>
          <p:cNvPr id="11" name="Picture 10">
            <a:extLst>
              <a:ext uri="{FF2B5EF4-FFF2-40B4-BE49-F238E27FC236}">
                <a16:creationId xmlns:a16="http://schemas.microsoft.com/office/drawing/2014/main" id="{DAC7F00A-F86F-4137-BF70-C36BF607941A}"/>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11016007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AB7FDDA0-9A72-4EF9-A2D2-0E17F0F1CF83}"/>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10000"/>
          <a:stretch/>
        </p:blipFill>
        <p:spPr>
          <a:xfrm>
            <a:off x="0" y="0"/>
            <a:ext cx="12192000" cy="6858000"/>
          </a:xfrm>
          <a:prstGeom prst="rect">
            <a:avLst/>
          </a:prstGeom>
        </p:spPr>
      </p:pic>
      <p:sp>
        <p:nvSpPr>
          <p:cNvPr id="9" name="Rectangle 8">
            <a:extLst>
              <a:ext uri="{FF2B5EF4-FFF2-40B4-BE49-F238E27FC236}">
                <a16:creationId xmlns:a16="http://schemas.microsoft.com/office/drawing/2014/main" id="{BE89F687-D33C-4157-BC5C-7A3EB7EF9B39}"/>
              </a:ext>
            </a:extLst>
          </p:cNvPr>
          <p:cNvSpPr/>
          <p:nvPr userDrawn="1"/>
        </p:nvSpPr>
        <p:spPr>
          <a:xfrm>
            <a:off x="0" y="0"/>
            <a:ext cx="12192000" cy="6858000"/>
          </a:xfrm>
          <a:prstGeom prst="rect">
            <a:avLst/>
          </a:prstGeom>
          <a:solidFill>
            <a:srgbClr val="004E59">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00">
                <a:latin typeface="Segoe UI" panose="020B0502040204020203" pitchFamily="34" charset="0"/>
              </a:rPr>
              <a:t>		</a:t>
            </a:r>
          </a:p>
        </p:txBody>
      </p:sp>
      <p:sp>
        <p:nvSpPr>
          <p:cNvPr id="2" name="Title 1"/>
          <p:cNvSpPr>
            <a:spLocks noGrp="1"/>
          </p:cNvSpPr>
          <p:nvPr>
            <p:ph type="title"/>
          </p:nvPr>
        </p:nvSpPr>
        <p:spPr>
          <a:xfrm>
            <a:off x="266700" y="266700"/>
            <a:ext cx="10515211" cy="457200"/>
          </a:xfrm>
        </p:spPr>
        <p:txBody>
          <a:bodyPr/>
          <a:lstStyle>
            <a:lvl1pPr>
              <a:defRPr>
                <a:solidFill>
                  <a:schemeClr val="bg1"/>
                </a:solidFill>
                <a:latin typeface="Segoe UI" panose="020B0502040204020203" pitchFamily="34" charset="0"/>
              </a:defRPr>
            </a:lvl1pPr>
          </a:lstStyle>
          <a:p>
            <a:r>
              <a:rPr lang="en-US"/>
              <a:t>Click to edit Master title style</a:t>
            </a:r>
          </a:p>
        </p:txBody>
      </p:sp>
      <p:sp>
        <p:nvSpPr>
          <p:cNvPr id="3" name="Content Placeholder 2"/>
          <p:cNvSpPr>
            <a:spLocks noGrp="1"/>
          </p:cNvSpPr>
          <p:nvPr>
            <p:ph idx="1"/>
          </p:nvPr>
        </p:nvSpPr>
        <p:spPr>
          <a:xfrm>
            <a:off x="266700" y="1143000"/>
            <a:ext cx="10515211" cy="4350456"/>
          </a:xfrm>
        </p:spPr>
        <p:txBody>
          <a:bodyPr/>
          <a:lstStyle>
            <a:lvl1pPr>
              <a:defRPr>
                <a:solidFill>
                  <a:schemeClr val="bg1"/>
                </a:solidFill>
                <a:latin typeface="Segoe UI" panose="020B0502040204020203" pitchFamily="34" charset="0"/>
              </a:defRPr>
            </a:lvl1pPr>
            <a:lvl2pPr>
              <a:defRPr>
                <a:solidFill>
                  <a:schemeClr val="bg1"/>
                </a:solidFill>
                <a:latin typeface="Segoe UI" panose="020B0502040204020203" pitchFamily="34" charset="0"/>
              </a:defRPr>
            </a:lvl2pPr>
            <a:lvl3pPr>
              <a:defRPr>
                <a:solidFill>
                  <a:schemeClr val="bg1"/>
                </a:solidFill>
                <a:latin typeface="Segoe UI" panose="020B0502040204020203" pitchFamily="34" charset="0"/>
              </a:defRPr>
            </a:lvl3pPr>
            <a:lvl4pPr>
              <a:defRPr>
                <a:solidFill>
                  <a:schemeClr val="bg1"/>
                </a:solidFill>
                <a:latin typeface="Segoe UI" panose="020B0502040204020203" pitchFamily="34" charset="0"/>
              </a:defRPr>
            </a:lvl4pPr>
            <a:lvl5pPr>
              <a:defRPr>
                <a:solidFill>
                  <a:schemeClr val="bg1"/>
                </a:solidFill>
                <a:latin typeface="Segoe UI" panose="020B050204020402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6B4BE810-6913-4802-9684-3BFBAFD7673E}" type="datetime1">
              <a:rPr lang="en-US" smtClean="0"/>
              <a:t>5/21/2020</a:t>
            </a:fld>
            <a:endParaRPr lang="en-US"/>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pic>
        <p:nvPicPr>
          <p:cNvPr id="10" name="Picture 9">
            <a:extLst>
              <a:ext uri="{FF2B5EF4-FFF2-40B4-BE49-F238E27FC236}">
                <a16:creationId xmlns:a16="http://schemas.microsoft.com/office/drawing/2014/main" id="{20937B85-B95A-4743-A758-7FD5A4CDD66C}"/>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35568976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5_Section Header">
    <p:spTree>
      <p:nvGrpSpPr>
        <p:cNvPr id="1" name=""/>
        <p:cNvGrpSpPr/>
        <p:nvPr/>
      </p:nvGrpSpPr>
      <p:grpSpPr>
        <a:xfrm>
          <a:off x="0" y="0"/>
          <a:ext cx="0" cy="0"/>
          <a:chOff x="0" y="0"/>
          <a:chExt cx="0" cy="0"/>
        </a:xfrm>
      </p:grpSpPr>
      <p:pic>
        <p:nvPicPr>
          <p:cNvPr id="10" name="Picture 2" descr="https://s-media-cache-ak0.pinimg.com/originals/56/3f/a2/563fa26398dc80e6c5b03695b4b05951.jpg">
            <a:extLst>
              <a:ext uri="{FF2B5EF4-FFF2-40B4-BE49-F238E27FC236}">
                <a16:creationId xmlns:a16="http://schemas.microsoft.com/office/drawing/2014/main" id="{2E825CFE-0636-45FA-8A13-E6196B14C820}"/>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1143000"/>
            <a:ext cx="12192000" cy="9404125"/>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8">
            <a:extLst>
              <a:ext uri="{FF2B5EF4-FFF2-40B4-BE49-F238E27FC236}">
                <a16:creationId xmlns:a16="http://schemas.microsoft.com/office/drawing/2014/main" id="{1FAE75BB-1AD1-46D5-8E07-38E7D1FB92CC}"/>
              </a:ext>
            </a:extLst>
          </p:cNvPr>
          <p:cNvSpPr/>
          <p:nvPr userDrawn="1"/>
        </p:nvSpPr>
        <p:spPr>
          <a:xfrm>
            <a:off x="0" y="0"/>
            <a:ext cx="12192000" cy="6858000"/>
          </a:xfrm>
          <a:prstGeom prst="rect">
            <a:avLst/>
          </a:prstGeom>
          <a:solidFill>
            <a:srgbClr val="004E59">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00">
                <a:latin typeface="Segoe UI" panose="020B0502040204020203" pitchFamily="34" charset="0"/>
              </a:rPr>
              <a:t>		</a:t>
            </a:r>
          </a:p>
        </p:txBody>
      </p:sp>
      <p:sp>
        <p:nvSpPr>
          <p:cNvPr id="3" name="Text Placeholder 2"/>
          <p:cNvSpPr>
            <a:spLocks noGrp="1"/>
          </p:cNvSpPr>
          <p:nvPr>
            <p:ph type="body" idx="1"/>
          </p:nvPr>
        </p:nvSpPr>
        <p:spPr>
          <a:xfrm>
            <a:off x="832171" y="4590160"/>
            <a:ext cx="10515210" cy="1498923"/>
          </a:xfrm>
        </p:spPr>
        <p:txBody>
          <a:bodyPr/>
          <a:lstStyle>
            <a:lvl1pPr marL="0" indent="0">
              <a:buNone/>
              <a:defRPr sz="2353">
                <a:solidFill>
                  <a:schemeClr val="bg1"/>
                </a:solidFill>
                <a:latin typeface="Segoe UI" panose="020B0502040204020203" pitchFamily="34" charset="0"/>
              </a:defRPr>
            </a:lvl1pPr>
            <a:lvl2pPr marL="448267" indent="0">
              <a:buNone/>
              <a:defRPr sz="1961">
                <a:solidFill>
                  <a:schemeClr val="tx1">
                    <a:tint val="75000"/>
                  </a:schemeClr>
                </a:solidFill>
              </a:defRPr>
            </a:lvl2pPr>
            <a:lvl3pPr marL="896533" indent="0">
              <a:buNone/>
              <a:defRPr sz="1765">
                <a:solidFill>
                  <a:schemeClr val="tx1">
                    <a:tint val="75000"/>
                  </a:schemeClr>
                </a:solidFill>
              </a:defRPr>
            </a:lvl3pPr>
            <a:lvl4pPr marL="1344800" indent="0">
              <a:buNone/>
              <a:defRPr sz="1569">
                <a:solidFill>
                  <a:schemeClr val="tx1">
                    <a:tint val="75000"/>
                  </a:schemeClr>
                </a:solidFill>
              </a:defRPr>
            </a:lvl4pPr>
            <a:lvl5pPr marL="1793067" indent="0">
              <a:buNone/>
              <a:defRPr sz="1569">
                <a:solidFill>
                  <a:schemeClr val="tx1">
                    <a:tint val="75000"/>
                  </a:schemeClr>
                </a:solidFill>
              </a:defRPr>
            </a:lvl5pPr>
            <a:lvl6pPr marL="2241334" indent="0">
              <a:buNone/>
              <a:defRPr sz="1569">
                <a:solidFill>
                  <a:schemeClr val="tx1">
                    <a:tint val="75000"/>
                  </a:schemeClr>
                </a:solidFill>
              </a:defRPr>
            </a:lvl6pPr>
            <a:lvl7pPr marL="2689600" indent="0">
              <a:buNone/>
              <a:defRPr sz="1569">
                <a:solidFill>
                  <a:schemeClr val="tx1">
                    <a:tint val="75000"/>
                  </a:schemeClr>
                </a:solidFill>
              </a:defRPr>
            </a:lvl7pPr>
            <a:lvl8pPr marL="3137867" indent="0">
              <a:buNone/>
              <a:defRPr sz="1569">
                <a:solidFill>
                  <a:schemeClr val="tx1">
                    <a:tint val="75000"/>
                  </a:schemeClr>
                </a:solidFill>
              </a:defRPr>
            </a:lvl8pPr>
            <a:lvl9pPr marL="3586133" indent="0">
              <a:buNone/>
              <a:defRPr sz="1569">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4DA1D46C-A45C-4D1D-9F99-31DF21006346}" type="datetime1">
              <a:rPr lang="en-US" smtClean="0"/>
              <a:t>5/21/2020</a:t>
            </a:fld>
            <a:endParaRPr lang="en-US"/>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sp>
        <p:nvSpPr>
          <p:cNvPr id="2" name="Title 1"/>
          <p:cNvSpPr>
            <a:spLocks noGrp="1"/>
          </p:cNvSpPr>
          <p:nvPr>
            <p:ph type="title"/>
          </p:nvPr>
        </p:nvSpPr>
        <p:spPr>
          <a:xfrm>
            <a:off x="832170" y="2331035"/>
            <a:ext cx="11205363" cy="896552"/>
          </a:xfrm>
        </p:spPr>
        <p:txBody>
          <a:bodyPr anchor="t" anchorCtr="0">
            <a:noAutofit/>
          </a:bodyPr>
          <a:lstStyle>
            <a:lvl1pPr algn="l">
              <a:defRPr sz="5295">
                <a:solidFill>
                  <a:schemeClr val="bg1"/>
                </a:solidFill>
                <a:latin typeface="+mj-lt"/>
                <a:cs typeface="Segoe UI Semilight" panose="020B0402040204020203" pitchFamily="34" charset="0"/>
              </a:defRPr>
            </a:lvl1pPr>
          </a:lstStyle>
          <a:p>
            <a:r>
              <a:rPr lang="en-US"/>
              <a:t>Click to edit Master title style</a:t>
            </a:r>
          </a:p>
        </p:txBody>
      </p:sp>
      <p:pic>
        <p:nvPicPr>
          <p:cNvPr id="11" name="Picture 10">
            <a:extLst>
              <a:ext uri="{FF2B5EF4-FFF2-40B4-BE49-F238E27FC236}">
                <a16:creationId xmlns:a16="http://schemas.microsoft.com/office/drawing/2014/main" id="{F4AEF935-9427-4AC1-8E61-AE96D9F34870}"/>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16304004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2_Section Header">
    <p:bg>
      <p:bgPr>
        <a:solidFill>
          <a:srgbClr val="0096A9"/>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8198E95B-5C91-4D5C-A2D1-6735F6079072}"/>
              </a:ext>
            </a:extLst>
          </p:cNvPr>
          <p:cNvPicPr>
            <a:picLocks noChangeAspect="1"/>
          </p:cNvPicPr>
          <p:nvPr userDrawn="1"/>
        </p:nvPicPr>
        <p:blipFill rotWithShape="1">
          <a:blip r:embed="rId2"/>
          <a:srcRect t="20949" b="7428"/>
          <a:stretch/>
        </p:blipFill>
        <p:spPr>
          <a:xfrm>
            <a:off x="0" y="0"/>
            <a:ext cx="12192000" cy="6858000"/>
          </a:xfrm>
          <a:prstGeom prst="rect">
            <a:avLst/>
          </a:prstGeom>
        </p:spPr>
      </p:pic>
      <p:sp>
        <p:nvSpPr>
          <p:cNvPr id="9" name="Rectangle 8">
            <a:extLst>
              <a:ext uri="{FF2B5EF4-FFF2-40B4-BE49-F238E27FC236}">
                <a16:creationId xmlns:a16="http://schemas.microsoft.com/office/drawing/2014/main" id="{A369CD0C-8BF2-4E3E-8C85-09B075B0434B}"/>
              </a:ext>
            </a:extLst>
          </p:cNvPr>
          <p:cNvSpPr/>
          <p:nvPr userDrawn="1"/>
        </p:nvSpPr>
        <p:spPr>
          <a:xfrm>
            <a:off x="0" y="0"/>
            <a:ext cx="12192000" cy="6858000"/>
          </a:xfrm>
          <a:prstGeom prst="rect">
            <a:avLst/>
          </a:prstGeom>
          <a:solidFill>
            <a:srgbClr val="004E59">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00">
                <a:latin typeface="Segoe UI" panose="020B0502040204020203" pitchFamily="34" charset="0"/>
              </a:rPr>
              <a:t>		</a:t>
            </a:r>
          </a:p>
        </p:txBody>
      </p:sp>
      <p:sp>
        <p:nvSpPr>
          <p:cNvPr id="3" name="Text Placeholder 2"/>
          <p:cNvSpPr>
            <a:spLocks noGrp="1"/>
          </p:cNvSpPr>
          <p:nvPr>
            <p:ph type="body" idx="1"/>
          </p:nvPr>
        </p:nvSpPr>
        <p:spPr>
          <a:xfrm>
            <a:off x="762000" y="4724400"/>
            <a:ext cx="10515210" cy="1524000"/>
          </a:xfrm>
        </p:spPr>
        <p:txBody>
          <a:bodyPr/>
          <a:lstStyle>
            <a:lvl1pPr marL="0" indent="0">
              <a:buNone/>
              <a:defRPr sz="2353">
                <a:solidFill>
                  <a:schemeClr val="bg1"/>
                </a:solidFill>
                <a:latin typeface="Segoe UI" panose="020B0502040204020203" pitchFamily="34" charset="0"/>
              </a:defRPr>
            </a:lvl1pPr>
            <a:lvl2pPr marL="448267" indent="0">
              <a:buNone/>
              <a:defRPr sz="1961">
                <a:solidFill>
                  <a:schemeClr val="tx1">
                    <a:tint val="75000"/>
                  </a:schemeClr>
                </a:solidFill>
              </a:defRPr>
            </a:lvl2pPr>
            <a:lvl3pPr marL="896533" indent="0">
              <a:buNone/>
              <a:defRPr sz="1765">
                <a:solidFill>
                  <a:schemeClr val="tx1">
                    <a:tint val="75000"/>
                  </a:schemeClr>
                </a:solidFill>
              </a:defRPr>
            </a:lvl3pPr>
            <a:lvl4pPr marL="1344800" indent="0">
              <a:buNone/>
              <a:defRPr sz="1569">
                <a:solidFill>
                  <a:schemeClr val="tx1">
                    <a:tint val="75000"/>
                  </a:schemeClr>
                </a:solidFill>
              </a:defRPr>
            </a:lvl4pPr>
            <a:lvl5pPr marL="1793067" indent="0">
              <a:buNone/>
              <a:defRPr sz="1569">
                <a:solidFill>
                  <a:schemeClr val="tx1">
                    <a:tint val="75000"/>
                  </a:schemeClr>
                </a:solidFill>
              </a:defRPr>
            </a:lvl5pPr>
            <a:lvl6pPr marL="2241334" indent="0">
              <a:buNone/>
              <a:defRPr sz="1569">
                <a:solidFill>
                  <a:schemeClr val="tx1">
                    <a:tint val="75000"/>
                  </a:schemeClr>
                </a:solidFill>
              </a:defRPr>
            </a:lvl6pPr>
            <a:lvl7pPr marL="2689600" indent="0">
              <a:buNone/>
              <a:defRPr sz="1569">
                <a:solidFill>
                  <a:schemeClr val="tx1">
                    <a:tint val="75000"/>
                  </a:schemeClr>
                </a:solidFill>
              </a:defRPr>
            </a:lvl7pPr>
            <a:lvl8pPr marL="3137867" indent="0">
              <a:buNone/>
              <a:defRPr sz="1569">
                <a:solidFill>
                  <a:schemeClr val="tx1">
                    <a:tint val="75000"/>
                  </a:schemeClr>
                </a:solidFill>
              </a:defRPr>
            </a:lvl8pPr>
            <a:lvl9pPr marL="3586133" indent="0">
              <a:buNone/>
              <a:defRPr sz="1569">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AEC3714E-B28E-45D7-8CEC-FC5A61C8729C}" type="datetime1">
              <a:rPr lang="en-US" smtClean="0"/>
              <a:t>5/21/2020</a:t>
            </a:fld>
            <a:endParaRPr lang="en-US"/>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sp>
        <p:nvSpPr>
          <p:cNvPr id="2" name="Title 1"/>
          <p:cNvSpPr>
            <a:spLocks noGrp="1"/>
          </p:cNvSpPr>
          <p:nvPr>
            <p:ph type="title"/>
          </p:nvPr>
        </p:nvSpPr>
        <p:spPr>
          <a:xfrm>
            <a:off x="762000" y="3657600"/>
            <a:ext cx="10668000" cy="914400"/>
          </a:xfrm>
        </p:spPr>
        <p:txBody>
          <a:bodyPr tIns="91440" bIns="91440" anchor="t" anchorCtr="0">
            <a:noAutofit/>
          </a:bodyPr>
          <a:lstStyle>
            <a:lvl1pPr algn="l">
              <a:defRPr sz="5295">
                <a:solidFill>
                  <a:schemeClr val="bg1"/>
                </a:solidFill>
                <a:latin typeface="+mj-lt"/>
                <a:cs typeface="Segoe UI Semilight" panose="020B0402040204020203" pitchFamily="34" charset="0"/>
              </a:defRPr>
            </a:lvl1pPr>
          </a:lstStyle>
          <a:p>
            <a:r>
              <a:rPr lang="en-US"/>
              <a:t>Click to edit Master title style</a:t>
            </a:r>
          </a:p>
        </p:txBody>
      </p:sp>
      <p:pic>
        <p:nvPicPr>
          <p:cNvPr id="11" name="Picture 10">
            <a:extLst>
              <a:ext uri="{FF2B5EF4-FFF2-40B4-BE49-F238E27FC236}">
                <a16:creationId xmlns:a16="http://schemas.microsoft.com/office/drawing/2014/main" id="{6D36EFAE-173A-431F-8B79-18B410985F96}"/>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26934231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secHead" preserve="1">
  <p:cSld name="1_Section Header">
    <p:spTree>
      <p:nvGrpSpPr>
        <p:cNvPr id="1" name=""/>
        <p:cNvGrpSpPr/>
        <p:nvPr/>
      </p:nvGrpSpPr>
      <p:grpSpPr>
        <a:xfrm>
          <a:off x="0" y="0"/>
          <a:ext cx="0" cy="0"/>
          <a:chOff x="0" y="0"/>
          <a:chExt cx="0" cy="0"/>
        </a:xfrm>
      </p:grpSpPr>
      <p:pic>
        <p:nvPicPr>
          <p:cNvPr id="2050" name="Picture 2" descr="Image result for coronado island&quot;">
            <a:extLst>
              <a:ext uri="{FF2B5EF4-FFF2-40B4-BE49-F238E27FC236}">
                <a16:creationId xmlns:a16="http://schemas.microsoft.com/office/drawing/2014/main" id="{6A852825-1964-4B45-919A-2E8056770E8E}"/>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25593" y="-14192"/>
            <a:ext cx="12238477" cy="6872192"/>
          </a:xfrm>
          <a:prstGeom prst="rect">
            <a:avLst/>
          </a:prstGeom>
          <a:noFill/>
          <a:extLst>
            <a:ext uri="{909E8E84-426E-40DD-AFC4-6F175D3DCCD1}">
              <a14:hiddenFill xmlns:a14="http://schemas.microsoft.com/office/drawing/2010/main">
                <a:solidFill>
                  <a:srgbClr val="FFFFFF"/>
                </a:solidFill>
              </a14:hiddenFill>
            </a:ext>
          </a:extLst>
        </p:spPr>
      </p:pic>
      <p:sp>
        <p:nvSpPr>
          <p:cNvPr id="3" name="Text Placeholder 2"/>
          <p:cNvSpPr>
            <a:spLocks noGrp="1"/>
          </p:cNvSpPr>
          <p:nvPr>
            <p:ph type="body" idx="1"/>
          </p:nvPr>
        </p:nvSpPr>
        <p:spPr>
          <a:xfrm>
            <a:off x="832171" y="4590160"/>
            <a:ext cx="10515210" cy="1498923"/>
          </a:xfrm>
        </p:spPr>
        <p:txBody>
          <a:bodyPr/>
          <a:lstStyle>
            <a:lvl1pPr marL="0" indent="0">
              <a:buNone/>
              <a:defRPr sz="2353">
                <a:solidFill>
                  <a:schemeClr val="tx1">
                    <a:tint val="75000"/>
                  </a:schemeClr>
                </a:solidFill>
                <a:latin typeface="Segoe UI" panose="020B0502040204020203" pitchFamily="34" charset="0"/>
              </a:defRPr>
            </a:lvl1pPr>
            <a:lvl2pPr marL="448267" indent="0">
              <a:buNone/>
              <a:defRPr sz="1961">
                <a:solidFill>
                  <a:schemeClr val="tx1">
                    <a:tint val="75000"/>
                  </a:schemeClr>
                </a:solidFill>
              </a:defRPr>
            </a:lvl2pPr>
            <a:lvl3pPr marL="896533" indent="0">
              <a:buNone/>
              <a:defRPr sz="1765">
                <a:solidFill>
                  <a:schemeClr val="tx1">
                    <a:tint val="75000"/>
                  </a:schemeClr>
                </a:solidFill>
              </a:defRPr>
            </a:lvl3pPr>
            <a:lvl4pPr marL="1344800" indent="0">
              <a:buNone/>
              <a:defRPr sz="1569">
                <a:solidFill>
                  <a:schemeClr val="tx1">
                    <a:tint val="75000"/>
                  </a:schemeClr>
                </a:solidFill>
              </a:defRPr>
            </a:lvl4pPr>
            <a:lvl5pPr marL="1793067" indent="0">
              <a:buNone/>
              <a:defRPr sz="1569">
                <a:solidFill>
                  <a:schemeClr val="tx1">
                    <a:tint val="75000"/>
                  </a:schemeClr>
                </a:solidFill>
              </a:defRPr>
            </a:lvl5pPr>
            <a:lvl6pPr marL="2241334" indent="0">
              <a:buNone/>
              <a:defRPr sz="1569">
                <a:solidFill>
                  <a:schemeClr val="tx1">
                    <a:tint val="75000"/>
                  </a:schemeClr>
                </a:solidFill>
              </a:defRPr>
            </a:lvl6pPr>
            <a:lvl7pPr marL="2689600" indent="0">
              <a:buNone/>
              <a:defRPr sz="1569">
                <a:solidFill>
                  <a:schemeClr val="tx1">
                    <a:tint val="75000"/>
                  </a:schemeClr>
                </a:solidFill>
              </a:defRPr>
            </a:lvl7pPr>
            <a:lvl8pPr marL="3137867" indent="0">
              <a:buNone/>
              <a:defRPr sz="1569">
                <a:solidFill>
                  <a:schemeClr val="tx1">
                    <a:tint val="75000"/>
                  </a:schemeClr>
                </a:solidFill>
              </a:defRPr>
            </a:lvl8pPr>
            <a:lvl9pPr marL="3586133" indent="0">
              <a:buNone/>
              <a:defRPr sz="1569">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200E1596-3717-4532-821D-BFBB9F4206AB}" type="datetime1">
              <a:rPr lang="en-US" smtClean="0"/>
              <a:t>5/21/2020</a:t>
            </a:fld>
            <a:endParaRPr lang="en-US"/>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sp>
        <p:nvSpPr>
          <p:cNvPr id="2" name="Title 1"/>
          <p:cNvSpPr>
            <a:spLocks noGrp="1"/>
          </p:cNvSpPr>
          <p:nvPr>
            <p:ph type="title"/>
          </p:nvPr>
        </p:nvSpPr>
        <p:spPr>
          <a:xfrm>
            <a:off x="1828929" y="2532447"/>
            <a:ext cx="11205363" cy="896552"/>
          </a:xfrm>
        </p:spPr>
        <p:txBody>
          <a:bodyPr anchor="t" anchorCtr="0">
            <a:noAutofit/>
          </a:bodyPr>
          <a:lstStyle>
            <a:lvl1pPr algn="l">
              <a:defRPr sz="5295">
                <a:solidFill>
                  <a:srgbClr val="004E59"/>
                </a:solidFill>
                <a:latin typeface="+mj-lt"/>
                <a:cs typeface="Segoe UI Semilight" panose="020B0402040204020203" pitchFamily="34" charset="0"/>
              </a:defRPr>
            </a:lvl1pPr>
          </a:lstStyle>
          <a:p>
            <a:r>
              <a:rPr lang="en-US"/>
              <a:t>Click to edit Master title style</a:t>
            </a:r>
          </a:p>
        </p:txBody>
      </p:sp>
      <p:pic>
        <p:nvPicPr>
          <p:cNvPr id="8" name="Picture 7">
            <a:extLst>
              <a:ext uri="{FF2B5EF4-FFF2-40B4-BE49-F238E27FC236}">
                <a16:creationId xmlns:a16="http://schemas.microsoft.com/office/drawing/2014/main" id="{2714EBA0-C440-4D49-AAB8-E1ECDF6B67EB}"/>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
        <p:nvSpPr>
          <p:cNvPr id="11" name="Rectangle 10">
            <a:extLst>
              <a:ext uri="{FF2B5EF4-FFF2-40B4-BE49-F238E27FC236}">
                <a16:creationId xmlns:a16="http://schemas.microsoft.com/office/drawing/2014/main" id="{CD4D9476-FB4A-49DC-9ECA-F76016464E91}"/>
              </a:ext>
            </a:extLst>
          </p:cNvPr>
          <p:cNvSpPr/>
          <p:nvPr userDrawn="1"/>
        </p:nvSpPr>
        <p:spPr>
          <a:xfrm>
            <a:off x="0" y="0"/>
            <a:ext cx="12192000" cy="6858000"/>
          </a:xfrm>
          <a:prstGeom prst="rect">
            <a:avLst/>
          </a:prstGeom>
          <a:solidFill>
            <a:srgbClr val="004E59">
              <a:alpha val="4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00">
                <a:latin typeface="Segoe UI" panose="020B0502040204020203" pitchFamily="34" charset="0"/>
              </a:rPr>
              <a:t>		</a:t>
            </a:r>
          </a:p>
        </p:txBody>
      </p:sp>
    </p:spTree>
    <p:extLst>
      <p:ext uri="{BB962C8B-B14F-4D97-AF65-F5344CB8AC3E}">
        <p14:creationId xmlns:p14="http://schemas.microsoft.com/office/powerpoint/2010/main" val="15086987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secHead" preserve="1">
  <p:cSld name="3_Section Header">
    <p:bg>
      <p:bgPr>
        <a:solidFill>
          <a:srgbClr val="004E59"/>
        </a:solidFill>
        <a:effectLst/>
      </p:bgPr>
    </p:bg>
    <p:spTree>
      <p:nvGrpSpPr>
        <p:cNvPr id="1" name=""/>
        <p:cNvGrpSpPr/>
        <p:nvPr/>
      </p:nvGrpSpPr>
      <p:grpSpPr>
        <a:xfrm>
          <a:off x="0" y="0"/>
          <a:ext cx="0" cy="0"/>
          <a:chOff x="0" y="0"/>
          <a:chExt cx="0" cy="0"/>
        </a:xfrm>
      </p:grpSpPr>
      <p:sp>
        <p:nvSpPr>
          <p:cNvPr id="9" name="Rectangle 8"/>
          <p:cNvSpPr/>
          <p:nvPr/>
        </p:nvSpPr>
        <p:spPr>
          <a:xfrm>
            <a:off x="-1" y="3"/>
            <a:ext cx="12192000" cy="6858000"/>
          </a:xfrm>
          <a:prstGeom prst="rect">
            <a:avLst/>
          </a:prstGeom>
          <a:solidFill>
            <a:srgbClr val="004E5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65">
              <a:solidFill>
                <a:schemeClr val="bg1"/>
              </a:solidFill>
              <a:latin typeface="Segoe UI" panose="020B0502040204020203" pitchFamily="34" charset="0"/>
            </a:endParaRPr>
          </a:p>
        </p:txBody>
      </p:sp>
      <p:sp>
        <p:nvSpPr>
          <p:cNvPr id="3" name="Text Placeholder 2"/>
          <p:cNvSpPr>
            <a:spLocks noGrp="1"/>
          </p:cNvSpPr>
          <p:nvPr>
            <p:ph type="body" idx="1"/>
          </p:nvPr>
        </p:nvSpPr>
        <p:spPr>
          <a:xfrm>
            <a:off x="832171" y="4590160"/>
            <a:ext cx="10515210" cy="1498923"/>
          </a:xfrm>
        </p:spPr>
        <p:txBody>
          <a:bodyPr/>
          <a:lstStyle>
            <a:lvl1pPr marL="0" indent="0">
              <a:buNone/>
              <a:defRPr sz="2353">
                <a:solidFill>
                  <a:schemeClr val="tx1">
                    <a:tint val="75000"/>
                  </a:schemeClr>
                </a:solidFill>
                <a:latin typeface="Segoe UI" panose="020B0502040204020203" pitchFamily="34" charset="0"/>
              </a:defRPr>
            </a:lvl1pPr>
            <a:lvl2pPr marL="448267" indent="0">
              <a:buNone/>
              <a:defRPr sz="1961">
                <a:solidFill>
                  <a:schemeClr val="tx1">
                    <a:tint val="75000"/>
                  </a:schemeClr>
                </a:solidFill>
              </a:defRPr>
            </a:lvl2pPr>
            <a:lvl3pPr marL="896533" indent="0">
              <a:buNone/>
              <a:defRPr sz="1765">
                <a:solidFill>
                  <a:schemeClr val="tx1">
                    <a:tint val="75000"/>
                  </a:schemeClr>
                </a:solidFill>
              </a:defRPr>
            </a:lvl3pPr>
            <a:lvl4pPr marL="1344800" indent="0">
              <a:buNone/>
              <a:defRPr sz="1569">
                <a:solidFill>
                  <a:schemeClr val="tx1">
                    <a:tint val="75000"/>
                  </a:schemeClr>
                </a:solidFill>
              </a:defRPr>
            </a:lvl4pPr>
            <a:lvl5pPr marL="1793067" indent="0">
              <a:buNone/>
              <a:defRPr sz="1569">
                <a:solidFill>
                  <a:schemeClr val="tx1">
                    <a:tint val="75000"/>
                  </a:schemeClr>
                </a:solidFill>
              </a:defRPr>
            </a:lvl5pPr>
            <a:lvl6pPr marL="2241334" indent="0">
              <a:buNone/>
              <a:defRPr sz="1569">
                <a:solidFill>
                  <a:schemeClr val="tx1">
                    <a:tint val="75000"/>
                  </a:schemeClr>
                </a:solidFill>
              </a:defRPr>
            </a:lvl6pPr>
            <a:lvl7pPr marL="2689600" indent="0">
              <a:buNone/>
              <a:defRPr sz="1569">
                <a:solidFill>
                  <a:schemeClr val="tx1">
                    <a:tint val="75000"/>
                  </a:schemeClr>
                </a:solidFill>
              </a:defRPr>
            </a:lvl7pPr>
            <a:lvl8pPr marL="3137867" indent="0">
              <a:buNone/>
              <a:defRPr sz="1569">
                <a:solidFill>
                  <a:schemeClr val="tx1">
                    <a:tint val="75000"/>
                  </a:schemeClr>
                </a:solidFill>
              </a:defRPr>
            </a:lvl8pPr>
            <a:lvl9pPr marL="3586133" indent="0">
              <a:buNone/>
              <a:defRPr sz="1569">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a:xfrm>
            <a:off x="8076941" y="6370233"/>
            <a:ext cx="2743459" cy="304800"/>
          </a:xfrm>
        </p:spPr>
        <p:txBody>
          <a:bodyPr/>
          <a:lstStyle>
            <a:lvl1pPr>
              <a:defRPr>
                <a:latin typeface="Segoe UI" panose="020B0502040204020203" pitchFamily="34" charset="0"/>
              </a:defRPr>
            </a:lvl1pPr>
          </a:lstStyle>
          <a:p>
            <a:fld id="{751B2337-F148-45E0-B0CA-F3F4494339C3}" type="datetime1">
              <a:rPr lang="en-US" smtClean="0"/>
              <a:t>5/21/2020</a:t>
            </a:fld>
            <a:endParaRPr lang="en-US"/>
          </a:p>
        </p:txBody>
      </p:sp>
      <p:sp>
        <p:nvSpPr>
          <p:cNvPr id="5" name="Footer Placeholder 4"/>
          <p:cNvSpPr>
            <a:spLocks noGrp="1"/>
          </p:cNvSpPr>
          <p:nvPr>
            <p:ph type="ftr" sz="quarter" idx="11"/>
          </p:nvPr>
        </p:nvSpPr>
        <p:spPr>
          <a:xfrm>
            <a:off x="3734060" y="6370233"/>
            <a:ext cx="4115189" cy="364224"/>
          </a:xfrm>
        </p:spPr>
        <p:txBody>
          <a:bodyPr/>
          <a:lstStyle>
            <a:lvl1pPr>
              <a:defRPr>
                <a:latin typeface="Segoe UI" panose="020B0502040204020203" pitchFamily="34" charset="0"/>
              </a:defRPr>
            </a:lvl1pPr>
          </a:lstStyle>
          <a:p>
            <a:endParaRPr lang="en-US"/>
          </a:p>
        </p:txBody>
      </p:sp>
      <p:sp>
        <p:nvSpPr>
          <p:cNvPr id="6" name="Slide Number Placeholder 5"/>
          <p:cNvSpPr>
            <a:spLocks noGrp="1"/>
          </p:cNvSpPr>
          <p:nvPr>
            <p:ph type="sldNum" sz="quarter" idx="12"/>
          </p:nvPr>
        </p:nvSpPr>
        <p:spPr>
          <a:xfrm>
            <a:off x="832170" y="6318284"/>
            <a:ext cx="533400" cy="304800"/>
          </a:xfrm>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sp>
        <p:nvSpPr>
          <p:cNvPr id="2" name="Title 1"/>
          <p:cNvSpPr>
            <a:spLocks noGrp="1"/>
          </p:cNvSpPr>
          <p:nvPr>
            <p:ph type="title"/>
          </p:nvPr>
        </p:nvSpPr>
        <p:spPr>
          <a:xfrm>
            <a:off x="832170" y="2980723"/>
            <a:ext cx="11205363" cy="896552"/>
          </a:xfrm>
        </p:spPr>
        <p:txBody>
          <a:bodyPr anchor="t" anchorCtr="0">
            <a:noAutofit/>
          </a:bodyPr>
          <a:lstStyle>
            <a:lvl1pPr algn="l">
              <a:defRPr sz="5295">
                <a:solidFill>
                  <a:schemeClr val="bg1"/>
                </a:solidFill>
                <a:latin typeface="+mj-lt"/>
                <a:cs typeface="Segoe UI Semilight" panose="020B0402040204020203" pitchFamily="34" charset="0"/>
              </a:defRPr>
            </a:lvl1pPr>
          </a:lstStyle>
          <a:p>
            <a:r>
              <a:rPr lang="en-US"/>
              <a:t>Click to edit Master title style</a:t>
            </a:r>
          </a:p>
        </p:txBody>
      </p:sp>
      <p:pic>
        <p:nvPicPr>
          <p:cNvPr id="10" name="Picture 9">
            <a:extLst>
              <a:ext uri="{FF2B5EF4-FFF2-40B4-BE49-F238E27FC236}">
                <a16:creationId xmlns:a16="http://schemas.microsoft.com/office/drawing/2014/main" id="{E4EC61EA-4242-4C46-82F7-F70F2018C81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40478892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lvl1pPr>
              <a:defRPr>
                <a:latin typeface="Segoe UI" panose="020B0502040204020203" pitchFamily="34" charset="0"/>
              </a:defRPr>
            </a:lvl1pPr>
          </a:lstStyle>
          <a:p>
            <a:fld id="{3DF0DDB4-2B92-4524-BA50-4E6236147471}" type="datetime1">
              <a:rPr lang="en-US" smtClean="0"/>
              <a:t>5/21/2020</a:t>
            </a:fld>
            <a:endParaRPr lang="en-US"/>
          </a:p>
        </p:txBody>
      </p:sp>
      <p:sp>
        <p:nvSpPr>
          <p:cNvPr id="4" name="Footer Placeholder 3"/>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5" name="Slide Number Placeholder 4"/>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pic>
        <p:nvPicPr>
          <p:cNvPr id="7" name="Picture 6"/>
          <p:cNvPicPr>
            <a:picLocks noChangeAspect="1"/>
          </p:cNvPicPr>
          <p:nvPr/>
        </p:nvPicPr>
        <p:blipFill>
          <a:blip r:embed="rId2"/>
          <a:stretch>
            <a:fillRect/>
          </a:stretch>
        </p:blipFill>
        <p:spPr>
          <a:xfrm>
            <a:off x="3" y="4"/>
            <a:ext cx="9980838" cy="818148"/>
          </a:xfrm>
          <a:prstGeom prst="rect">
            <a:avLst/>
          </a:prstGeom>
        </p:spPr>
      </p:pic>
      <p:sp>
        <p:nvSpPr>
          <p:cNvPr id="12" name="Rectangle 11"/>
          <p:cNvSpPr/>
          <p:nvPr/>
        </p:nvSpPr>
        <p:spPr>
          <a:xfrm>
            <a:off x="2" y="0"/>
            <a:ext cx="12192000" cy="990600"/>
          </a:xfrm>
          <a:prstGeom prst="rect">
            <a:avLst/>
          </a:prstGeom>
          <a:solidFill>
            <a:srgbClr val="004E59"/>
          </a:solidFill>
          <a:ln>
            <a:solidFill>
              <a:srgbClr val="026373"/>
            </a:solidFill>
          </a:ln>
        </p:spPr>
        <p:style>
          <a:lnRef idx="2">
            <a:schemeClr val="accent1">
              <a:shade val="50000"/>
            </a:schemeClr>
          </a:lnRef>
          <a:fillRef idx="1">
            <a:schemeClr val="accent1"/>
          </a:fillRef>
          <a:effectRef idx="0">
            <a:schemeClr val="accent1"/>
          </a:effectRef>
          <a:fontRef idx="minor">
            <a:schemeClr val="lt1"/>
          </a:fontRef>
        </p:style>
        <p:txBody>
          <a:bodyPr lIns="76200" rIns="76200" rtlCol="0" anchor="ctr"/>
          <a:lstStyle/>
          <a:p>
            <a:pPr algn="ctr"/>
            <a:endParaRPr lang="en-US" sz="1765">
              <a:solidFill>
                <a:schemeClr val="bg1"/>
              </a:solidFill>
              <a:latin typeface="Segoe UI" panose="020B0502040204020203" pitchFamily="34" charset="0"/>
            </a:endParaRPr>
          </a:p>
        </p:txBody>
      </p:sp>
      <p:sp>
        <p:nvSpPr>
          <p:cNvPr id="2" name="Title 1"/>
          <p:cNvSpPr>
            <a:spLocks noGrp="1"/>
          </p:cNvSpPr>
          <p:nvPr>
            <p:ph type="title"/>
          </p:nvPr>
        </p:nvSpPr>
        <p:spPr>
          <a:xfrm>
            <a:off x="381000" y="228600"/>
            <a:ext cx="11430000" cy="533400"/>
          </a:xfrm>
          <a:noFill/>
        </p:spPr>
        <p:txBody>
          <a:bodyPr>
            <a:noAutofit/>
          </a:bodyPr>
          <a:lstStyle>
            <a:lvl1pPr>
              <a:defRPr>
                <a:solidFill>
                  <a:schemeClr val="bg1"/>
                </a:solidFill>
                <a:latin typeface="+mj-lt"/>
              </a:defRPr>
            </a:lvl1pPr>
          </a:lstStyle>
          <a:p>
            <a:r>
              <a:rPr lang="en-US"/>
              <a:t>Click to edit Master title style</a:t>
            </a:r>
          </a:p>
        </p:txBody>
      </p:sp>
      <p:pic>
        <p:nvPicPr>
          <p:cNvPr id="9" name="Picture 8">
            <a:extLst>
              <a:ext uri="{FF2B5EF4-FFF2-40B4-BE49-F238E27FC236}">
                <a16:creationId xmlns:a16="http://schemas.microsoft.com/office/drawing/2014/main" id="{D16555EA-DF61-4D1D-A390-A2A781A275ED}"/>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Tree>
    <p:extLst>
      <p:ext uri="{BB962C8B-B14F-4D97-AF65-F5344CB8AC3E}">
        <p14:creationId xmlns:p14="http://schemas.microsoft.com/office/powerpoint/2010/main" val="35838946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reserve="1">
  <p:cSld name="1_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lvl1pPr>
              <a:defRPr>
                <a:latin typeface="Segoe UI" panose="020B0502040204020203" pitchFamily="34" charset="0"/>
              </a:defRPr>
            </a:lvl1pPr>
          </a:lstStyle>
          <a:p>
            <a:fld id="{6356EE55-C5B8-415F-AED0-4CCD7E6E5F67}" type="datetime1">
              <a:rPr lang="en-US" smtClean="0"/>
              <a:t>5/21/2020</a:t>
            </a:fld>
            <a:endParaRPr lang="en-US"/>
          </a:p>
        </p:txBody>
      </p:sp>
      <p:sp>
        <p:nvSpPr>
          <p:cNvPr id="4" name="Footer Placeholder 3"/>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5" name="Slide Number Placeholder 4"/>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pic>
        <p:nvPicPr>
          <p:cNvPr id="7" name="Picture 6"/>
          <p:cNvPicPr>
            <a:picLocks noChangeAspect="1"/>
          </p:cNvPicPr>
          <p:nvPr/>
        </p:nvPicPr>
        <p:blipFill>
          <a:blip r:embed="rId2"/>
          <a:stretch>
            <a:fillRect/>
          </a:stretch>
        </p:blipFill>
        <p:spPr>
          <a:xfrm>
            <a:off x="3" y="4"/>
            <a:ext cx="9980838" cy="818148"/>
          </a:xfrm>
          <a:prstGeom prst="rect">
            <a:avLst/>
          </a:prstGeom>
        </p:spPr>
      </p:pic>
      <p:sp>
        <p:nvSpPr>
          <p:cNvPr id="12" name="Rectangle 11"/>
          <p:cNvSpPr/>
          <p:nvPr/>
        </p:nvSpPr>
        <p:spPr>
          <a:xfrm>
            <a:off x="2" y="0"/>
            <a:ext cx="12192000" cy="990600"/>
          </a:xfrm>
          <a:prstGeom prst="rect">
            <a:avLst/>
          </a:prstGeom>
          <a:solidFill>
            <a:srgbClr val="006580"/>
          </a:solidFill>
          <a:ln>
            <a:solidFill>
              <a:srgbClr val="026373"/>
            </a:solidFill>
          </a:ln>
        </p:spPr>
        <p:style>
          <a:lnRef idx="2">
            <a:schemeClr val="accent1">
              <a:shade val="50000"/>
            </a:schemeClr>
          </a:lnRef>
          <a:fillRef idx="1">
            <a:schemeClr val="accent1"/>
          </a:fillRef>
          <a:effectRef idx="0">
            <a:schemeClr val="accent1"/>
          </a:effectRef>
          <a:fontRef idx="minor">
            <a:schemeClr val="lt1"/>
          </a:fontRef>
        </p:style>
        <p:txBody>
          <a:bodyPr lIns="76200" rIns="76200" rtlCol="0" anchor="ctr"/>
          <a:lstStyle/>
          <a:p>
            <a:pPr algn="ctr"/>
            <a:endParaRPr lang="en-US" sz="1765">
              <a:solidFill>
                <a:schemeClr val="bg1"/>
              </a:solidFill>
              <a:latin typeface="Segoe UI" panose="020B0502040204020203" pitchFamily="34" charset="0"/>
            </a:endParaRPr>
          </a:p>
        </p:txBody>
      </p:sp>
      <p:sp>
        <p:nvSpPr>
          <p:cNvPr id="2" name="Title 1"/>
          <p:cNvSpPr>
            <a:spLocks noGrp="1"/>
          </p:cNvSpPr>
          <p:nvPr>
            <p:ph type="title"/>
          </p:nvPr>
        </p:nvSpPr>
        <p:spPr>
          <a:xfrm>
            <a:off x="381000" y="228600"/>
            <a:ext cx="11430000" cy="533400"/>
          </a:xfrm>
          <a:noFill/>
        </p:spPr>
        <p:txBody>
          <a:bodyPr>
            <a:noAutofit/>
          </a:bodyPr>
          <a:lstStyle>
            <a:lvl1pPr>
              <a:defRPr>
                <a:solidFill>
                  <a:schemeClr val="bg1"/>
                </a:solidFill>
                <a:latin typeface="+mj-lt"/>
              </a:defRPr>
            </a:lvl1pPr>
          </a:lstStyle>
          <a:p>
            <a:r>
              <a:rPr lang="en-US"/>
              <a:t>Click to edit Master title style</a:t>
            </a:r>
          </a:p>
        </p:txBody>
      </p:sp>
      <p:pic>
        <p:nvPicPr>
          <p:cNvPr id="9" name="Picture 8">
            <a:extLst>
              <a:ext uri="{FF2B5EF4-FFF2-40B4-BE49-F238E27FC236}">
                <a16:creationId xmlns:a16="http://schemas.microsoft.com/office/drawing/2014/main" id="{D16555EA-DF61-4D1D-A390-A2A781A275ED}"/>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Tree>
    <p:extLst>
      <p:ext uri="{BB962C8B-B14F-4D97-AF65-F5344CB8AC3E}">
        <p14:creationId xmlns:p14="http://schemas.microsoft.com/office/powerpoint/2010/main" val="33637754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8F97E55-68B0-4E78-8819-96463181F0E0}"/>
              </a:ext>
            </a:extLst>
          </p:cNvPr>
          <p:cNvSpPr/>
          <p:nvPr userDrawn="1"/>
        </p:nvSpPr>
        <p:spPr>
          <a:xfrm>
            <a:off x="2" y="0"/>
            <a:ext cx="12192000" cy="990600"/>
          </a:xfrm>
          <a:prstGeom prst="rect">
            <a:avLst/>
          </a:prstGeom>
          <a:solidFill>
            <a:srgbClr val="004E59"/>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765">
              <a:solidFill>
                <a:schemeClr val="bg1"/>
              </a:solidFill>
              <a:latin typeface="Segoe UI" panose="020B0502040204020203" pitchFamily="34" charset="0"/>
            </a:endParaRPr>
          </a:p>
        </p:txBody>
      </p:sp>
      <p:sp>
        <p:nvSpPr>
          <p:cNvPr id="2" name="Title 1"/>
          <p:cNvSpPr>
            <a:spLocks noGrp="1"/>
          </p:cNvSpPr>
          <p:nvPr>
            <p:ph type="title"/>
          </p:nvPr>
        </p:nvSpPr>
        <p:spPr>
          <a:xfrm>
            <a:off x="381000" y="228600"/>
            <a:ext cx="11430000" cy="533400"/>
          </a:xfrm>
        </p:spPr>
        <p:txBody>
          <a:bodyPr/>
          <a:lstStyle>
            <a:lvl1pPr>
              <a:defRPr>
                <a:solidFill>
                  <a:schemeClr val="bg1"/>
                </a:solidFill>
                <a:latin typeface="+mj-lt"/>
              </a:defRPr>
            </a:lvl1pPr>
          </a:lstStyle>
          <a:p>
            <a:r>
              <a:rPr lang="en-US"/>
              <a:t>Click to edit Master title style</a:t>
            </a:r>
          </a:p>
        </p:txBody>
      </p:sp>
      <p:sp>
        <p:nvSpPr>
          <p:cNvPr id="3" name="Content Placeholder 2"/>
          <p:cNvSpPr>
            <a:spLocks noGrp="1"/>
          </p:cNvSpPr>
          <p:nvPr>
            <p:ph idx="1"/>
          </p:nvPr>
        </p:nvSpPr>
        <p:spPr>
          <a:xfrm>
            <a:off x="381000" y="1219200"/>
            <a:ext cx="11430000" cy="4350456"/>
          </a:xfrm>
        </p:spPr>
        <p:txBody>
          <a:bodyPr tIns="91440" bIns="91440">
            <a:noAutofit/>
          </a:bodyPr>
          <a:lstStyle>
            <a:lvl1pPr marL="0" indent="0">
              <a:lnSpc>
                <a:spcPct val="120000"/>
              </a:lnSpc>
              <a:spcBef>
                <a:spcPts val="1000"/>
              </a:spcBef>
              <a:buNone/>
              <a:defRPr sz="1167">
                <a:latin typeface="Segoe UI" panose="020B0502040204020203" pitchFamily="34" charset="0"/>
              </a:defRPr>
            </a:lvl1pPr>
            <a:lvl2pPr marL="448266" indent="0">
              <a:lnSpc>
                <a:spcPct val="120000"/>
              </a:lnSpc>
              <a:spcBef>
                <a:spcPts val="1000"/>
              </a:spcBef>
              <a:buNone/>
              <a:defRPr sz="1167">
                <a:latin typeface="Segoe UI" panose="020B0502040204020203" pitchFamily="34" charset="0"/>
              </a:defRPr>
            </a:lvl2pPr>
            <a:lvl3pPr marL="896533" indent="0">
              <a:lnSpc>
                <a:spcPct val="120000"/>
              </a:lnSpc>
              <a:spcBef>
                <a:spcPts val="1000"/>
              </a:spcBef>
              <a:buNone/>
              <a:defRPr sz="1167">
                <a:latin typeface="Segoe UI" panose="020B0502040204020203" pitchFamily="34" charset="0"/>
              </a:defRPr>
            </a:lvl3pPr>
            <a:lvl4pPr marL="1344800" indent="0">
              <a:lnSpc>
                <a:spcPct val="120000"/>
              </a:lnSpc>
              <a:spcBef>
                <a:spcPts val="1000"/>
              </a:spcBef>
              <a:buNone/>
              <a:defRPr sz="1167">
                <a:latin typeface="Segoe UI" panose="020B0502040204020203" pitchFamily="34" charset="0"/>
              </a:defRPr>
            </a:lvl4pPr>
            <a:lvl5pPr marL="1793067" indent="0">
              <a:lnSpc>
                <a:spcPct val="120000"/>
              </a:lnSpc>
              <a:spcBef>
                <a:spcPts val="1000"/>
              </a:spcBef>
              <a:buNone/>
              <a:defRPr sz="1167">
                <a:latin typeface="Segoe UI" panose="020B050204020402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A8E8C19F-F981-42C8-8CAF-FE385730F0B8}" type="datetime1">
              <a:rPr lang="en-US" smtClean="0"/>
              <a:t>5/21/2020</a:t>
            </a:fld>
            <a:endParaRPr lang="en-US"/>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pic>
        <p:nvPicPr>
          <p:cNvPr id="8" name="Picture 7">
            <a:extLst>
              <a:ext uri="{FF2B5EF4-FFF2-40B4-BE49-F238E27FC236}">
                <a16:creationId xmlns:a16="http://schemas.microsoft.com/office/drawing/2014/main" id="{FA8DF217-1EAD-4B4A-A2F2-041F388DEC88}"/>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Tree>
    <p:extLst>
      <p:ext uri="{BB962C8B-B14F-4D97-AF65-F5344CB8AC3E}">
        <p14:creationId xmlns:p14="http://schemas.microsoft.com/office/powerpoint/2010/main" val="265909819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8F97E55-68B0-4E78-8819-96463181F0E0}"/>
              </a:ext>
            </a:extLst>
          </p:cNvPr>
          <p:cNvSpPr/>
          <p:nvPr userDrawn="1"/>
        </p:nvSpPr>
        <p:spPr>
          <a:xfrm>
            <a:off x="2" y="0"/>
            <a:ext cx="12192000" cy="990600"/>
          </a:xfrm>
          <a:prstGeom prst="rect">
            <a:avLst/>
          </a:prstGeom>
          <a:solidFill>
            <a:srgbClr val="004E59"/>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765">
              <a:solidFill>
                <a:schemeClr val="bg1"/>
              </a:solidFill>
              <a:latin typeface="Segoe UI" panose="020B0502040204020203" pitchFamily="34" charset="0"/>
            </a:endParaRPr>
          </a:p>
        </p:txBody>
      </p:sp>
      <p:sp>
        <p:nvSpPr>
          <p:cNvPr id="2" name="Title 1"/>
          <p:cNvSpPr>
            <a:spLocks noGrp="1"/>
          </p:cNvSpPr>
          <p:nvPr>
            <p:ph type="title"/>
          </p:nvPr>
        </p:nvSpPr>
        <p:spPr>
          <a:xfrm>
            <a:off x="381000" y="228600"/>
            <a:ext cx="11430000" cy="533400"/>
          </a:xfrm>
        </p:spPr>
        <p:txBody>
          <a:bodyPr tIns="91440" bIns="91440"/>
          <a:lstStyle>
            <a:lvl1pPr>
              <a:defRPr>
                <a:solidFill>
                  <a:schemeClr val="bg1"/>
                </a:solidFill>
                <a:latin typeface="+mj-lt"/>
              </a:defRPr>
            </a:lvl1pPr>
          </a:lstStyle>
          <a:p>
            <a:r>
              <a:rPr lang="en-US"/>
              <a:t>Click to edit Master title style</a:t>
            </a:r>
          </a:p>
        </p:txBody>
      </p:sp>
      <p:sp>
        <p:nvSpPr>
          <p:cNvPr id="3" name="Content Placeholder 2"/>
          <p:cNvSpPr>
            <a:spLocks noGrp="1"/>
          </p:cNvSpPr>
          <p:nvPr>
            <p:ph idx="1"/>
          </p:nvPr>
        </p:nvSpPr>
        <p:spPr>
          <a:xfrm>
            <a:off x="381000" y="1676400"/>
            <a:ext cx="5334000" cy="4419600"/>
          </a:xfrm>
        </p:spPr>
        <p:txBody>
          <a:bodyPr tIns="91440" bIns="91440">
            <a:noAutofit/>
          </a:bodyPr>
          <a:lstStyle>
            <a:lvl1pPr marL="0" indent="0">
              <a:lnSpc>
                <a:spcPct val="120000"/>
              </a:lnSpc>
              <a:spcBef>
                <a:spcPts val="1000"/>
              </a:spcBef>
              <a:buNone/>
              <a:defRPr sz="1167">
                <a:latin typeface="Segoe UI" panose="020B0502040204020203" pitchFamily="34" charset="0"/>
              </a:defRPr>
            </a:lvl1pPr>
            <a:lvl2pPr marL="448266" indent="0">
              <a:lnSpc>
                <a:spcPct val="120000"/>
              </a:lnSpc>
              <a:spcBef>
                <a:spcPts val="1000"/>
              </a:spcBef>
              <a:buNone/>
              <a:defRPr sz="1167">
                <a:latin typeface="Segoe UI" panose="020B0502040204020203" pitchFamily="34" charset="0"/>
              </a:defRPr>
            </a:lvl2pPr>
            <a:lvl3pPr marL="896533" indent="0">
              <a:lnSpc>
                <a:spcPct val="120000"/>
              </a:lnSpc>
              <a:spcBef>
                <a:spcPts val="1000"/>
              </a:spcBef>
              <a:buNone/>
              <a:defRPr sz="1167">
                <a:latin typeface="Segoe UI" panose="020B0502040204020203" pitchFamily="34" charset="0"/>
              </a:defRPr>
            </a:lvl3pPr>
            <a:lvl4pPr marL="1344800" indent="0">
              <a:lnSpc>
                <a:spcPct val="120000"/>
              </a:lnSpc>
              <a:spcBef>
                <a:spcPts val="1000"/>
              </a:spcBef>
              <a:buNone/>
              <a:defRPr sz="1167">
                <a:latin typeface="Segoe UI" panose="020B0502040204020203" pitchFamily="34" charset="0"/>
              </a:defRPr>
            </a:lvl4pPr>
            <a:lvl5pPr marL="1793067" indent="0">
              <a:lnSpc>
                <a:spcPct val="120000"/>
              </a:lnSpc>
              <a:spcBef>
                <a:spcPts val="1000"/>
              </a:spcBef>
              <a:buNone/>
              <a:defRPr sz="1167">
                <a:latin typeface="Segoe UI" panose="020B050204020402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7DA36E03-16AB-4F46-A96E-D96355FE203D}" type="datetime1">
              <a:rPr lang="en-US" smtClean="0"/>
              <a:t>5/21/2020</a:t>
            </a:fld>
            <a:endParaRPr lang="en-US"/>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sp>
        <p:nvSpPr>
          <p:cNvPr id="11" name="Text Placeholder 10">
            <a:extLst>
              <a:ext uri="{FF2B5EF4-FFF2-40B4-BE49-F238E27FC236}">
                <a16:creationId xmlns:a16="http://schemas.microsoft.com/office/drawing/2014/main" id="{E1026E56-FB1E-43F7-9EDA-3E69635CD04E}"/>
              </a:ext>
            </a:extLst>
          </p:cNvPr>
          <p:cNvSpPr>
            <a:spLocks noGrp="1"/>
          </p:cNvSpPr>
          <p:nvPr>
            <p:ph type="body" sz="quarter" idx="13"/>
          </p:nvPr>
        </p:nvSpPr>
        <p:spPr>
          <a:xfrm>
            <a:off x="381000" y="1219200"/>
            <a:ext cx="5334000" cy="322792"/>
          </a:xfrm>
        </p:spPr>
        <p:txBody>
          <a:bodyPr tIns="91440" bIns="91440">
            <a:noAutofit/>
          </a:bodyPr>
          <a:lstStyle>
            <a:lvl1pPr marL="0" indent="0">
              <a:buNone/>
              <a:defRPr sz="2000">
                <a:latin typeface="+mj-lt"/>
              </a:defRPr>
            </a:lvl1pPr>
            <a:lvl2pPr marL="448266" indent="0">
              <a:buNone/>
              <a:defRPr sz="2000">
                <a:latin typeface="+mj-lt"/>
              </a:defRPr>
            </a:lvl2pPr>
            <a:lvl3pPr marL="896533" indent="0">
              <a:buNone/>
              <a:defRPr sz="2000">
                <a:latin typeface="+mj-lt"/>
              </a:defRPr>
            </a:lvl3pPr>
            <a:lvl4pPr marL="1344800" indent="0">
              <a:buNone/>
              <a:defRPr sz="2000">
                <a:latin typeface="+mj-lt"/>
              </a:defRPr>
            </a:lvl4pPr>
            <a:lvl5pPr marL="1793067" indent="0">
              <a:buNone/>
              <a:defRPr sz="2000">
                <a:latin typeface="+mj-lt"/>
              </a:defRPr>
            </a:lvl5pPr>
          </a:lstStyle>
          <a:p>
            <a:pPr lvl="0"/>
            <a:r>
              <a:rPr lang="en-US"/>
              <a:t>Edit Master text styles</a:t>
            </a:r>
          </a:p>
        </p:txBody>
      </p:sp>
      <p:pic>
        <p:nvPicPr>
          <p:cNvPr id="12" name="Picture 11">
            <a:extLst>
              <a:ext uri="{FF2B5EF4-FFF2-40B4-BE49-F238E27FC236}">
                <a16:creationId xmlns:a16="http://schemas.microsoft.com/office/drawing/2014/main" id="{34414025-9975-41E8-9FC5-0DF320B94284}"/>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Tree>
    <p:extLst>
      <p:ext uri="{BB962C8B-B14F-4D97-AF65-F5344CB8AC3E}">
        <p14:creationId xmlns:p14="http://schemas.microsoft.com/office/powerpoint/2010/main" val="102056943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8F97E55-68B0-4E78-8819-96463181F0E0}"/>
              </a:ext>
            </a:extLst>
          </p:cNvPr>
          <p:cNvSpPr/>
          <p:nvPr userDrawn="1"/>
        </p:nvSpPr>
        <p:spPr>
          <a:xfrm>
            <a:off x="2" y="0"/>
            <a:ext cx="12192000" cy="990600"/>
          </a:xfrm>
          <a:prstGeom prst="rect">
            <a:avLst/>
          </a:prstGeom>
          <a:solidFill>
            <a:srgbClr val="004E59"/>
          </a:solidFill>
        </p:spPr>
        <p:style>
          <a:lnRef idx="2">
            <a:schemeClr val="accent1">
              <a:shade val="50000"/>
            </a:schemeClr>
          </a:lnRef>
          <a:fillRef idx="1">
            <a:schemeClr val="accent1"/>
          </a:fillRef>
          <a:effectRef idx="0">
            <a:schemeClr val="accent1"/>
          </a:effectRef>
          <a:fontRef idx="minor">
            <a:schemeClr val="lt1"/>
          </a:fontRef>
        </p:style>
        <p:txBody>
          <a:bodyPr lIns="76200" tIns="76200" rIns="76200" bIns="76200" rtlCol="0" anchor="ctr"/>
          <a:lstStyle/>
          <a:p>
            <a:pPr algn="ctr"/>
            <a:endParaRPr lang="en-US" sz="1765">
              <a:solidFill>
                <a:schemeClr val="bg1"/>
              </a:solidFill>
              <a:latin typeface="Segoe UI" panose="020B0502040204020203" pitchFamily="34" charset="0"/>
            </a:endParaRPr>
          </a:p>
        </p:txBody>
      </p:sp>
      <p:sp>
        <p:nvSpPr>
          <p:cNvPr id="2" name="Title 1"/>
          <p:cNvSpPr>
            <a:spLocks noGrp="1"/>
          </p:cNvSpPr>
          <p:nvPr>
            <p:ph type="title"/>
          </p:nvPr>
        </p:nvSpPr>
        <p:spPr>
          <a:xfrm>
            <a:off x="381000" y="228600"/>
            <a:ext cx="11430000" cy="533400"/>
          </a:xfrm>
        </p:spPr>
        <p:txBody>
          <a:bodyPr tIns="91440" bIns="91440"/>
          <a:lstStyle>
            <a:lvl1pPr>
              <a:defRPr>
                <a:solidFill>
                  <a:schemeClr val="bg1"/>
                </a:solidFill>
                <a:latin typeface="+mj-lt"/>
              </a:defRPr>
            </a:lvl1pPr>
          </a:lstStyle>
          <a:p>
            <a:r>
              <a:rPr lang="en-US"/>
              <a:t>Click to edit Master title style</a:t>
            </a:r>
          </a:p>
        </p:txBody>
      </p:sp>
      <p:sp>
        <p:nvSpPr>
          <p:cNvPr id="3" name="Content Placeholder 2"/>
          <p:cNvSpPr>
            <a:spLocks noGrp="1"/>
          </p:cNvSpPr>
          <p:nvPr>
            <p:ph idx="1"/>
          </p:nvPr>
        </p:nvSpPr>
        <p:spPr>
          <a:xfrm>
            <a:off x="2209800" y="1676400"/>
            <a:ext cx="9601200" cy="762000"/>
          </a:xfrm>
        </p:spPr>
        <p:txBody>
          <a:bodyPr tIns="91440" bIns="91440">
            <a:noAutofit/>
          </a:bodyPr>
          <a:lstStyle>
            <a:lvl1pPr marL="0" indent="0">
              <a:lnSpc>
                <a:spcPct val="120000"/>
              </a:lnSpc>
              <a:spcBef>
                <a:spcPts val="1000"/>
              </a:spcBef>
              <a:buNone/>
              <a:defRPr sz="1167">
                <a:latin typeface="Segoe UI" panose="020B0502040204020203" pitchFamily="34" charset="0"/>
              </a:defRPr>
            </a:lvl1pPr>
            <a:lvl2pPr marL="448266" indent="0">
              <a:buNone/>
              <a:defRPr sz="1167">
                <a:latin typeface="+mn-lt"/>
              </a:defRPr>
            </a:lvl2pPr>
            <a:lvl3pPr marL="896533" indent="0">
              <a:buNone/>
              <a:defRPr sz="1167">
                <a:latin typeface="+mn-lt"/>
              </a:defRPr>
            </a:lvl3pPr>
            <a:lvl4pPr marL="1344800" indent="0">
              <a:buNone/>
              <a:defRPr sz="1167">
                <a:latin typeface="+mn-lt"/>
              </a:defRPr>
            </a:lvl4pPr>
            <a:lvl5pPr marL="1793067" indent="0">
              <a:buNone/>
              <a:defRPr sz="1167">
                <a:latin typeface="+mn-lt"/>
              </a:defRPr>
            </a:lvl5pPr>
          </a:lstStyle>
          <a:p>
            <a:pPr lvl="0"/>
            <a:r>
              <a:rPr lang="en-US"/>
              <a:t>Edit Master text styles</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3488D10D-2E8B-41BD-93A0-19A0853B7C21}" type="datetime1">
              <a:rPr lang="en-US" smtClean="0"/>
              <a:t>5/21/2020</a:t>
            </a:fld>
            <a:endParaRPr lang="en-US"/>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sp>
        <p:nvSpPr>
          <p:cNvPr id="11" name="Text Placeholder 10">
            <a:extLst>
              <a:ext uri="{FF2B5EF4-FFF2-40B4-BE49-F238E27FC236}">
                <a16:creationId xmlns:a16="http://schemas.microsoft.com/office/drawing/2014/main" id="{E1026E56-FB1E-43F7-9EDA-3E69635CD04E}"/>
              </a:ext>
            </a:extLst>
          </p:cNvPr>
          <p:cNvSpPr>
            <a:spLocks noGrp="1"/>
          </p:cNvSpPr>
          <p:nvPr>
            <p:ph type="body" sz="quarter" idx="13"/>
          </p:nvPr>
        </p:nvSpPr>
        <p:spPr>
          <a:xfrm>
            <a:off x="2209800" y="1219200"/>
            <a:ext cx="9715499" cy="381000"/>
          </a:xfrm>
        </p:spPr>
        <p:txBody>
          <a:bodyPr tIns="91440" bIns="91440">
            <a:noAutofit/>
          </a:bodyPr>
          <a:lstStyle>
            <a:lvl1pPr marL="0" indent="0">
              <a:buNone/>
              <a:defRPr sz="2000">
                <a:latin typeface="+mj-lt"/>
              </a:defRPr>
            </a:lvl1pPr>
            <a:lvl2pPr marL="448266" indent="0">
              <a:buNone/>
              <a:defRPr sz="2000">
                <a:latin typeface="+mj-lt"/>
              </a:defRPr>
            </a:lvl2pPr>
            <a:lvl3pPr marL="896533" indent="0">
              <a:buNone/>
              <a:defRPr sz="2000">
                <a:latin typeface="+mj-lt"/>
              </a:defRPr>
            </a:lvl3pPr>
            <a:lvl4pPr marL="1344800" indent="0">
              <a:buNone/>
              <a:defRPr sz="2000">
                <a:latin typeface="+mj-lt"/>
              </a:defRPr>
            </a:lvl4pPr>
            <a:lvl5pPr marL="1793067" indent="0">
              <a:buNone/>
              <a:defRPr sz="2000">
                <a:latin typeface="+mj-lt"/>
              </a:defRPr>
            </a:lvl5pPr>
          </a:lstStyle>
          <a:p>
            <a:pPr lvl="0"/>
            <a:r>
              <a:rPr lang="en-US"/>
              <a:t>Edit Master text styles</a:t>
            </a:r>
          </a:p>
        </p:txBody>
      </p:sp>
      <p:sp>
        <p:nvSpPr>
          <p:cNvPr id="13" name="Content Placeholder 2">
            <a:extLst>
              <a:ext uri="{FF2B5EF4-FFF2-40B4-BE49-F238E27FC236}">
                <a16:creationId xmlns:a16="http://schemas.microsoft.com/office/drawing/2014/main" id="{F563948A-318B-4390-8E4D-036A81F512A6}"/>
              </a:ext>
            </a:extLst>
          </p:cNvPr>
          <p:cNvSpPr>
            <a:spLocks noGrp="1"/>
          </p:cNvSpPr>
          <p:nvPr>
            <p:ph idx="14"/>
          </p:nvPr>
        </p:nvSpPr>
        <p:spPr>
          <a:xfrm>
            <a:off x="2209800" y="2819400"/>
            <a:ext cx="9639298" cy="636793"/>
          </a:xfrm>
        </p:spPr>
        <p:txBody>
          <a:bodyPr tIns="91440" bIns="91440">
            <a:noAutofit/>
          </a:bodyPr>
          <a:lstStyle>
            <a:lvl1pPr marL="0" indent="0">
              <a:lnSpc>
                <a:spcPct val="120000"/>
              </a:lnSpc>
              <a:spcBef>
                <a:spcPts val="1000"/>
              </a:spcBef>
              <a:buNone/>
              <a:defRPr sz="1000">
                <a:latin typeface="Segoe UI" panose="020B0502040204020203" pitchFamily="34" charset="0"/>
              </a:defRPr>
            </a:lvl1pPr>
            <a:lvl2pPr marL="448266" indent="0">
              <a:buNone/>
              <a:defRPr sz="1167">
                <a:latin typeface="+mn-lt"/>
              </a:defRPr>
            </a:lvl2pPr>
            <a:lvl3pPr marL="896533" indent="0">
              <a:buNone/>
              <a:defRPr sz="1167">
                <a:latin typeface="+mn-lt"/>
              </a:defRPr>
            </a:lvl3pPr>
            <a:lvl4pPr marL="1344800" indent="0">
              <a:buNone/>
              <a:defRPr sz="1167">
                <a:latin typeface="+mn-lt"/>
              </a:defRPr>
            </a:lvl4pPr>
            <a:lvl5pPr marL="1793067" indent="0">
              <a:buNone/>
              <a:defRPr sz="1167">
                <a:latin typeface="+mn-lt"/>
              </a:defRPr>
            </a:lvl5pPr>
          </a:lstStyle>
          <a:p>
            <a:pPr lvl="0"/>
            <a:r>
              <a:rPr lang="en-US"/>
              <a:t>Edit Master text styles</a:t>
            </a:r>
          </a:p>
        </p:txBody>
      </p:sp>
      <p:sp>
        <p:nvSpPr>
          <p:cNvPr id="14" name="Text Placeholder 10">
            <a:extLst>
              <a:ext uri="{FF2B5EF4-FFF2-40B4-BE49-F238E27FC236}">
                <a16:creationId xmlns:a16="http://schemas.microsoft.com/office/drawing/2014/main" id="{2AD0E7F6-4B25-41E6-A3A0-23177BB06301}"/>
              </a:ext>
            </a:extLst>
          </p:cNvPr>
          <p:cNvSpPr>
            <a:spLocks noGrp="1"/>
          </p:cNvSpPr>
          <p:nvPr>
            <p:ph type="body" sz="quarter" idx="15"/>
          </p:nvPr>
        </p:nvSpPr>
        <p:spPr>
          <a:xfrm>
            <a:off x="2209800" y="2514600"/>
            <a:ext cx="1752408" cy="228600"/>
          </a:xfrm>
        </p:spPr>
        <p:txBody>
          <a:bodyPr tIns="91440" bIns="91440">
            <a:noAutofit/>
          </a:bodyPr>
          <a:lstStyle>
            <a:lvl1pPr marL="0" indent="0">
              <a:buNone/>
              <a:defRPr sz="1167">
                <a:latin typeface="+mj-lt"/>
              </a:defRPr>
            </a:lvl1pPr>
            <a:lvl2pPr marL="448266" indent="0">
              <a:buNone/>
              <a:defRPr sz="2000">
                <a:latin typeface="+mj-lt"/>
              </a:defRPr>
            </a:lvl2pPr>
            <a:lvl3pPr marL="896533" indent="0">
              <a:buNone/>
              <a:defRPr sz="2000">
                <a:latin typeface="+mj-lt"/>
              </a:defRPr>
            </a:lvl3pPr>
            <a:lvl4pPr marL="1344800" indent="0">
              <a:buNone/>
              <a:defRPr sz="2000">
                <a:latin typeface="+mj-lt"/>
              </a:defRPr>
            </a:lvl4pPr>
            <a:lvl5pPr marL="1793067" indent="0">
              <a:buNone/>
              <a:defRPr sz="2000">
                <a:latin typeface="+mj-lt"/>
              </a:defRPr>
            </a:lvl5pPr>
          </a:lstStyle>
          <a:p>
            <a:pPr lvl="0"/>
            <a:r>
              <a:rPr lang="en-US"/>
              <a:t>Edit Master text styles</a:t>
            </a:r>
          </a:p>
        </p:txBody>
      </p:sp>
      <p:sp>
        <p:nvSpPr>
          <p:cNvPr id="15" name="Picture Placeholder 14">
            <a:extLst>
              <a:ext uri="{FF2B5EF4-FFF2-40B4-BE49-F238E27FC236}">
                <a16:creationId xmlns:a16="http://schemas.microsoft.com/office/drawing/2014/main" id="{A4AA2593-D531-4835-B3BF-CF108C3D1C1E}"/>
              </a:ext>
            </a:extLst>
          </p:cNvPr>
          <p:cNvSpPr>
            <a:spLocks noGrp="1"/>
          </p:cNvSpPr>
          <p:nvPr>
            <p:ph type="pic" sz="quarter" idx="16"/>
          </p:nvPr>
        </p:nvSpPr>
        <p:spPr>
          <a:xfrm>
            <a:off x="381000" y="1219200"/>
            <a:ext cx="1524000" cy="1524000"/>
          </a:xfrm>
        </p:spPr>
        <p:txBody>
          <a:bodyPr tIns="91440" bIns="91440"/>
          <a:lstStyle>
            <a:lvl1pPr>
              <a:defRPr>
                <a:latin typeface="Segoe UI" panose="020B0502040204020203" pitchFamily="34" charset="0"/>
              </a:defRPr>
            </a:lvl1pPr>
          </a:lstStyle>
          <a:p>
            <a:endParaRPr lang="en-US"/>
          </a:p>
        </p:txBody>
      </p:sp>
      <p:sp>
        <p:nvSpPr>
          <p:cNvPr id="16" name="Content Placeholder 2">
            <a:extLst>
              <a:ext uri="{FF2B5EF4-FFF2-40B4-BE49-F238E27FC236}">
                <a16:creationId xmlns:a16="http://schemas.microsoft.com/office/drawing/2014/main" id="{C8B1E0DD-9C3B-4861-B9C7-658DE1B3A2CA}"/>
              </a:ext>
            </a:extLst>
          </p:cNvPr>
          <p:cNvSpPr>
            <a:spLocks noGrp="1"/>
          </p:cNvSpPr>
          <p:nvPr>
            <p:ph idx="17"/>
          </p:nvPr>
        </p:nvSpPr>
        <p:spPr>
          <a:xfrm>
            <a:off x="2220383" y="4267200"/>
            <a:ext cx="9601200" cy="609600"/>
          </a:xfrm>
        </p:spPr>
        <p:txBody>
          <a:bodyPr tIns="91440" bIns="91440">
            <a:noAutofit/>
          </a:bodyPr>
          <a:lstStyle>
            <a:lvl1pPr marL="0" indent="0">
              <a:lnSpc>
                <a:spcPct val="120000"/>
              </a:lnSpc>
              <a:spcBef>
                <a:spcPts val="1000"/>
              </a:spcBef>
              <a:buNone/>
              <a:defRPr sz="1167">
                <a:latin typeface="Segoe UI" panose="020B0502040204020203" pitchFamily="34" charset="0"/>
              </a:defRPr>
            </a:lvl1pPr>
            <a:lvl2pPr marL="448266" indent="0">
              <a:buNone/>
              <a:defRPr sz="1167">
                <a:latin typeface="+mn-lt"/>
              </a:defRPr>
            </a:lvl2pPr>
            <a:lvl3pPr marL="896533" indent="0">
              <a:buNone/>
              <a:defRPr sz="1167">
                <a:latin typeface="+mn-lt"/>
              </a:defRPr>
            </a:lvl3pPr>
            <a:lvl4pPr marL="1344800" indent="0">
              <a:buNone/>
              <a:defRPr sz="1167">
                <a:latin typeface="+mn-lt"/>
              </a:defRPr>
            </a:lvl4pPr>
            <a:lvl5pPr marL="1793067" indent="0">
              <a:buNone/>
              <a:defRPr sz="1167">
                <a:latin typeface="+mn-lt"/>
              </a:defRPr>
            </a:lvl5pPr>
          </a:lstStyle>
          <a:p>
            <a:pPr lvl="0"/>
            <a:r>
              <a:rPr lang="en-US"/>
              <a:t>Edit Master text styles</a:t>
            </a:r>
          </a:p>
        </p:txBody>
      </p:sp>
      <p:sp>
        <p:nvSpPr>
          <p:cNvPr id="17" name="Text Placeholder 10">
            <a:extLst>
              <a:ext uri="{FF2B5EF4-FFF2-40B4-BE49-F238E27FC236}">
                <a16:creationId xmlns:a16="http://schemas.microsoft.com/office/drawing/2014/main" id="{3A6FE795-7232-4C2C-8253-3E63F346E6F1}"/>
              </a:ext>
            </a:extLst>
          </p:cNvPr>
          <p:cNvSpPr>
            <a:spLocks noGrp="1"/>
          </p:cNvSpPr>
          <p:nvPr>
            <p:ph type="body" sz="quarter" idx="18"/>
          </p:nvPr>
        </p:nvSpPr>
        <p:spPr>
          <a:xfrm>
            <a:off x="2220383" y="3810000"/>
            <a:ext cx="9715499" cy="381000"/>
          </a:xfrm>
        </p:spPr>
        <p:txBody>
          <a:bodyPr tIns="91440" bIns="91440">
            <a:noAutofit/>
          </a:bodyPr>
          <a:lstStyle>
            <a:lvl1pPr marL="0" indent="0">
              <a:buNone/>
              <a:defRPr sz="2000">
                <a:latin typeface="+mj-lt"/>
              </a:defRPr>
            </a:lvl1pPr>
            <a:lvl2pPr marL="448266" indent="0">
              <a:buNone/>
              <a:defRPr sz="2000">
                <a:latin typeface="+mj-lt"/>
              </a:defRPr>
            </a:lvl2pPr>
            <a:lvl3pPr marL="896533" indent="0">
              <a:buNone/>
              <a:defRPr sz="2000">
                <a:latin typeface="+mj-lt"/>
              </a:defRPr>
            </a:lvl3pPr>
            <a:lvl4pPr marL="1344800" indent="0">
              <a:buNone/>
              <a:defRPr sz="2000">
                <a:latin typeface="+mj-lt"/>
              </a:defRPr>
            </a:lvl4pPr>
            <a:lvl5pPr marL="1793067" indent="0">
              <a:buNone/>
              <a:defRPr sz="2000">
                <a:latin typeface="+mj-lt"/>
              </a:defRPr>
            </a:lvl5pPr>
          </a:lstStyle>
          <a:p>
            <a:pPr lvl="0"/>
            <a:r>
              <a:rPr lang="en-US"/>
              <a:t>Edit Master text styles</a:t>
            </a:r>
          </a:p>
        </p:txBody>
      </p:sp>
      <p:sp>
        <p:nvSpPr>
          <p:cNvPr id="18" name="Content Placeholder 2">
            <a:extLst>
              <a:ext uri="{FF2B5EF4-FFF2-40B4-BE49-F238E27FC236}">
                <a16:creationId xmlns:a16="http://schemas.microsoft.com/office/drawing/2014/main" id="{BA996FAC-27FD-4D72-8742-3B3D6FBFA472}"/>
              </a:ext>
            </a:extLst>
          </p:cNvPr>
          <p:cNvSpPr>
            <a:spLocks noGrp="1"/>
          </p:cNvSpPr>
          <p:nvPr>
            <p:ph idx="19"/>
          </p:nvPr>
        </p:nvSpPr>
        <p:spPr>
          <a:xfrm>
            <a:off x="2220384" y="5410200"/>
            <a:ext cx="9639298" cy="636793"/>
          </a:xfrm>
        </p:spPr>
        <p:txBody>
          <a:bodyPr tIns="91440" bIns="91440">
            <a:noAutofit/>
          </a:bodyPr>
          <a:lstStyle>
            <a:lvl1pPr marL="0" indent="0">
              <a:lnSpc>
                <a:spcPct val="120000"/>
              </a:lnSpc>
              <a:spcBef>
                <a:spcPts val="1000"/>
              </a:spcBef>
              <a:buNone/>
              <a:defRPr sz="1000">
                <a:latin typeface="Segoe UI" panose="020B0502040204020203" pitchFamily="34" charset="0"/>
              </a:defRPr>
            </a:lvl1pPr>
            <a:lvl2pPr marL="448266" indent="0">
              <a:buNone/>
              <a:defRPr sz="1167">
                <a:latin typeface="+mn-lt"/>
              </a:defRPr>
            </a:lvl2pPr>
            <a:lvl3pPr marL="896533" indent="0">
              <a:buNone/>
              <a:defRPr sz="1167">
                <a:latin typeface="+mn-lt"/>
              </a:defRPr>
            </a:lvl3pPr>
            <a:lvl4pPr marL="1344800" indent="0">
              <a:buNone/>
              <a:defRPr sz="1167">
                <a:latin typeface="+mn-lt"/>
              </a:defRPr>
            </a:lvl4pPr>
            <a:lvl5pPr marL="1793067" indent="0">
              <a:buNone/>
              <a:defRPr sz="1167">
                <a:latin typeface="+mn-lt"/>
              </a:defRPr>
            </a:lvl5pPr>
          </a:lstStyle>
          <a:p>
            <a:pPr lvl="0"/>
            <a:r>
              <a:rPr lang="en-US"/>
              <a:t>Edit Master text styles</a:t>
            </a:r>
          </a:p>
        </p:txBody>
      </p:sp>
      <p:sp>
        <p:nvSpPr>
          <p:cNvPr id="19" name="Text Placeholder 10">
            <a:extLst>
              <a:ext uri="{FF2B5EF4-FFF2-40B4-BE49-F238E27FC236}">
                <a16:creationId xmlns:a16="http://schemas.microsoft.com/office/drawing/2014/main" id="{FA9DA342-ABBC-4773-9620-733BFF8A707A}"/>
              </a:ext>
            </a:extLst>
          </p:cNvPr>
          <p:cNvSpPr>
            <a:spLocks noGrp="1"/>
          </p:cNvSpPr>
          <p:nvPr>
            <p:ph type="body" sz="quarter" idx="20"/>
          </p:nvPr>
        </p:nvSpPr>
        <p:spPr>
          <a:xfrm>
            <a:off x="2220384" y="5105400"/>
            <a:ext cx="1752408" cy="228600"/>
          </a:xfrm>
        </p:spPr>
        <p:txBody>
          <a:bodyPr tIns="91440" bIns="91440">
            <a:noAutofit/>
          </a:bodyPr>
          <a:lstStyle>
            <a:lvl1pPr marL="0" indent="0">
              <a:buNone/>
              <a:defRPr sz="1167">
                <a:latin typeface="+mj-lt"/>
              </a:defRPr>
            </a:lvl1pPr>
            <a:lvl2pPr marL="448266" indent="0">
              <a:buNone/>
              <a:defRPr sz="2000">
                <a:latin typeface="+mj-lt"/>
              </a:defRPr>
            </a:lvl2pPr>
            <a:lvl3pPr marL="896533" indent="0">
              <a:buNone/>
              <a:defRPr sz="2000">
                <a:latin typeface="+mj-lt"/>
              </a:defRPr>
            </a:lvl3pPr>
            <a:lvl4pPr marL="1344800" indent="0">
              <a:buNone/>
              <a:defRPr sz="2000">
                <a:latin typeface="+mj-lt"/>
              </a:defRPr>
            </a:lvl4pPr>
            <a:lvl5pPr marL="1793067" indent="0">
              <a:buNone/>
              <a:defRPr sz="2000">
                <a:latin typeface="+mj-lt"/>
              </a:defRPr>
            </a:lvl5pPr>
          </a:lstStyle>
          <a:p>
            <a:pPr lvl="0"/>
            <a:r>
              <a:rPr lang="en-US"/>
              <a:t>Edit Master text styles</a:t>
            </a:r>
          </a:p>
        </p:txBody>
      </p:sp>
      <p:sp>
        <p:nvSpPr>
          <p:cNvPr id="20" name="Picture Placeholder 14">
            <a:extLst>
              <a:ext uri="{FF2B5EF4-FFF2-40B4-BE49-F238E27FC236}">
                <a16:creationId xmlns:a16="http://schemas.microsoft.com/office/drawing/2014/main" id="{2AF7EB96-A3DC-4327-A2E2-7EB91E2FCB14}"/>
              </a:ext>
            </a:extLst>
          </p:cNvPr>
          <p:cNvSpPr>
            <a:spLocks noGrp="1"/>
          </p:cNvSpPr>
          <p:nvPr>
            <p:ph type="pic" sz="quarter" idx="21"/>
          </p:nvPr>
        </p:nvSpPr>
        <p:spPr>
          <a:xfrm>
            <a:off x="228600" y="3810000"/>
            <a:ext cx="1524000" cy="1524000"/>
          </a:xfrm>
        </p:spPr>
        <p:txBody>
          <a:bodyPr/>
          <a:lstStyle>
            <a:lvl1pPr>
              <a:defRPr>
                <a:latin typeface="Segoe UI" panose="020B0502040204020203" pitchFamily="34" charset="0"/>
              </a:defRPr>
            </a:lvl1pPr>
          </a:lstStyle>
          <a:p>
            <a:endParaRPr lang="en-US"/>
          </a:p>
        </p:txBody>
      </p:sp>
      <p:cxnSp>
        <p:nvCxnSpPr>
          <p:cNvPr id="21" name="Straight Connector 20">
            <a:extLst>
              <a:ext uri="{FF2B5EF4-FFF2-40B4-BE49-F238E27FC236}">
                <a16:creationId xmlns:a16="http://schemas.microsoft.com/office/drawing/2014/main" id="{61F3262B-E782-4905-B1B0-ADB41E7F3494}"/>
              </a:ext>
            </a:extLst>
          </p:cNvPr>
          <p:cNvCxnSpPr/>
          <p:nvPr userDrawn="1"/>
        </p:nvCxnSpPr>
        <p:spPr>
          <a:xfrm flipV="1">
            <a:off x="2159689" y="3581401"/>
            <a:ext cx="7872622" cy="665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22" name="Picture 21">
            <a:extLst>
              <a:ext uri="{FF2B5EF4-FFF2-40B4-BE49-F238E27FC236}">
                <a16:creationId xmlns:a16="http://schemas.microsoft.com/office/drawing/2014/main" id="{305D7476-B275-42B6-8D7C-A4A0C2F78EAC}"/>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Tree>
    <p:extLst>
      <p:ext uri="{BB962C8B-B14F-4D97-AF65-F5344CB8AC3E}">
        <p14:creationId xmlns:p14="http://schemas.microsoft.com/office/powerpoint/2010/main" val="21814317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4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8F97E55-68B0-4E78-8819-96463181F0E0}"/>
              </a:ext>
            </a:extLst>
          </p:cNvPr>
          <p:cNvSpPr/>
          <p:nvPr userDrawn="1"/>
        </p:nvSpPr>
        <p:spPr>
          <a:xfrm>
            <a:off x="2" y="0"/>
            <a:ext cx="12192000" cy="990600"/>
          </a:xfrm>
          <a:prstGeom prst="rect">
            <a:avLst/>
          </a:prstGeom>
          <a:solidFill>
            <a:srgbClr val="004E59"/>
          </a:solidFill>
        </p:spPr>
        <p:style>
          <a:lnRef idx="2">
            <a:schemeClr val="accent1">
              <a:shade val="50000"/>
            </a:schemeClr>
          </a:lnRef>
          <a:fillRef idx="1">
            <a:schemeClr val="accent1"/>
          </a:fillRef>
          <a:effectRef idx="0">
            <a:schemeClr val="accent1"/>
          </a:effectRef>
          <a:fontRef idx="minor">
            <a:schemeClr val="lt1"/>
          </a:fontRef>
        </p:style>
        <p:txBody>
          <a:bodyPr lIns="76200" tIns="76200" rIns="76200" bIns="76200" rtlCol="0" anchor="ctr"/>
          <a:lstStyle/>
          <a:p>
            <a:pPr algn="ctr"/>
            <a:endParaRPr lang="en-US" sz="1765">
              <a:solidFill>
                <a:schemeClr val="bg1"/>
              </a:solidFill>
              <a:latin typeface="Segoe UI" panose="020B0502040204020203" pitchFamily="34" charset="0"/>
            </a:endParaRPr>
          </a:p>
        </p:txBody>
      </p:sp>
      <p:sp>
        <p:nvSpPr>
          <p:cNvPr id="2" name="Title 1"/>
          <p:cNvSpPr>
            <a:spLocks noGrp="1"/>
          </p:cNvSpPr>
          <p:nvPr>
            <p:ph type="title"/>
          </p:nvPr>
        </p:nvSpPr>
        <p:spPr>
          <a:xfrm>
            <a:off x="381000" y="228600"/>
            <a:ext cx="11430000" cy="533400"/>
          </a:xfrm>
        </p:spPr>
        <p:txBody>
          <a:bodyPr tIns="91440" bIns="91440"/>
          <a:lstStyle>
            <a:lvl1pPr>
              <a:defRPr>
                <a:solidFill>
                  <a:schemeClr val="bg1"/>
                </a:solidFill>
                <a:latin typeface="+mj-lt"/>
              </a:defRPr>
            </a:lvl1pPr>
          </a:lstStyle>
          <a:p>
            <a:r>
              <a:rPr lang="en-US"/>
              <a:t>Click to edit Master title style</a:t>
            </a:r>
          </a:p>
        </p:txBody>
      </p:sp>
      <p:sp>
        <p:nvSpPr>
          <p:cNvPr id="3" name="Content Placeholder 2"/>
          <p:cNvSpPr>
            <a:spLocks noGrp="1"/>
          </p:cNvSpPr>
          <p:nvPr>
            <p:ph idx="1"/>
          </p:nvPr>
        </p:nvSpPr>
        <p:spPr>
          <a:xfrm>
            <a:off x="2209800" y="1676400"/>
            <a:ext cx="9601200" cy="4648200"/>
          </a:xfrm>
        </p:spPr>
        <p:txBody>
          <a:bodyPr tIns="91440" bIns="91440">
            <a:noAutofit/>
          </a:bodyPr>
          <a:lstStyle>
            <a:lvl1pPr marL="0" indent="0">
              <a:lnSpc>
                <a:spcPct val="120000"/>
              </a:lnSpc>
              <a:spcBef>
                <a:spcPts val="1000"/>
              </a:spcBef>
              <a:buNone/>
              <a:defRPr sz="1167">
                <a:latin typeface="Segoe UI" panose="020B0502040204020203" pitchFamily="34" charset="0"/>
              </a:defRPr>
            </a:lvl1pPr>
            <a:lvl2pPr marL="448266" indent="0">
              <a:buNone/>
              <a:defRPr sz="1167">
                <a:latin typeface="+mn-lt"/>
              </a:defRPr>
            </a:lvl2pPr>
            <a:lvl3pPr marL="896533" indent="0">
              <a:buNone/>
              <a:defRPr sz="1167">
                <a:latin typeface="+mn-lt"/>
              </a:defRPr>
            </a:lvl3pPr>
            <a:lvl4pPr marL="1344800" indent="0">
              <a:buNone/>
              <a:defRPr sz="1167">
                <a:latin typeface="+mn-lt"/>
              </a:defRPr>
            </a:lvl4pPr>
            <a:lvl5pPr marL="1793067" indent="0">
              <a:buNone/>
              <a:defRPr sz="1167">
                <a:latin typeface="+mn-lt"/>
              </a:defRPr>
            </a:lvl5pPr>
          </a:lstStyle>
          <a:p>
            <a:pPr lvl="0"/>
            <a:r>
              <a:rPr lang="en-US"/>
              <a:t>Edit Master text styles</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0C9A6AEB-A2B7-440C-80D5-A8B29DCF13A7}" type="datetime1">
              <a:rPr lang="en-US" smtClean="0"/>
              <a:t>5/21/2020</a:t>
            </a:fld>
            <a:endParaRPr lang="en-US"/>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sp>
        <p:nvSpPr>
          <p:cNvPr id="11" name="Text Placeholder 10">
            <a:extLst>
              <a:ext uri="{FF2B5EF4-FFF2-40B4-BE49-F238E27FC236}">
                <a16:creationId xmlns:a16="http://schemas.microsoft.com/office/drawing/2014/main" id="{E1026E56-FB1E-43F7-9EDA-3E69635CD04E}"/>
              </a:ext>
            </a:extLst>
          </p:cNvPr>
          <p:cNvSpPr>
            <a:spLocks noGrp="1"/>
          </p:cNvSpPr>
          <p:nvPr>
            <p:ph type="body" sz="quarter" idx="13"/>
          </p:nvPr>
        </p:nvSpPr>
        <p:spPr>
          <a:xfrm>
            <a:off x="2209800" y="1219200"/>
            <a:ext cx="9715499" cy="381000"/>
          </a:xfrm>
        </p:spPr>
        <p:txBody>
          <a:bodyPr tIns="91440" bIns="91440">
            <a:noAutofit/>
          </a:bodyPr>
          <a:lstStyle>
            <a:lvl1pPr marL="0" indent="0">
              <a:buNone/>
              <a:defRPr sz="2000">
                <a:latin typeface="+mj-lt"/>
              </a:defRPr>
            </a:lvl1pPr>
            <a:lvl2pPr marL="448266" indent="0">
              <a:buNone/>
              <a:defRPr sz="2000">
                <a:latin typeface="+mj-lt"/>
              </a:defRPr>
            </a:lvl2pPr>
            <a:lvl3pPr marL="896533" indent="0">
              <a:buNone/>
              <a:defRPr sz="2000">
                <a:latin typeface="+mj-lt"/>
              </a:defRPr>
            </a:lvl3pPr>
            <a:lvl4pPr marL="1344800" indent="0">
              <a:buNone/>
              <a:defRPr sz="2000">
                <a:latin typeface="+mj-lt"/>
              </a:defRPr>
            </a:lvl4pPr>
            <a:lvl5pPr marL="1793067" indent="0">
              <a:buNone/>
              <a:defRPr sz="2000">
                <a:latin typeface="+mj-lt"/>
              </a:defRPr>
            </a:lvl5pPr>
          </a:lstStyle>
          <a:p>
            <a:pPr lvl="0"/>
            <a:r>
              <a:rPr lang="en-US"/>
              <a:t>Edit Master text styles</a:t>
            </a:r>
          </a:p>
        </p:txBody>
      </p:sp>
      <p:sp>
        <p:nvSpPr>
          <p:cNvPr id="15" name="Picture Placeholder 14">
            <a:extLst>
              <a:ext uri="{FF2B5EF4-FFF2-40B4-BE49-F238E27FC236}">
                <a16:creationId xmlns:a16="http://schemas.microsoft.com/office/drawing/2014/main" id="{A4AA2593-D531-4835-B3BF-CF108C3D1C1E}"/>
              </a:ext>
            </a:extLst>
          </p:cNvPr>
          <p:cNvSpPr>
            <a:spLocks noGrp="1"/>
          </p:cNvSpPr>
          <p:nvPr>
            <p:ph type="pic" sz="quarter" idx="16"/>
          </p:nvPr>
        </p:nvSpPr>
        <p:spPr>
          <a:xfrm>
            <a:off x="381000" y="1219200"/>
            <a:ext cx="1524000" cy="1524000"/>
          </a:xfrm>
        </p:spPr>
        <p:txBody>
          <a:bodyPr tIns="91440" bIns="91440"/>
          <a:lstStyle>
            <a:lvl1pPr>
              <a:defRPr>
                <a:latin typeface="Segoe UI" panose="020B0502040204020203" pitchFamily="34" charset="0"/>
              </a:defRPr>
            </a:lvl1pPr>
          </a:lstStyle>
          <a:p>
            <a:endParaRPr lang="en-US"/>
          </a:p>
        </p:txBody>
      </p:sp>
      <p:pic>
        <p:nvPicPr>
          <p:cNvPr id="22" name="Picture 21">
            <a:extLst>
              <a:ext uri="{FF2B5EF4-FFF2-40B4-BE49-F238E27FC236}">
                <a16:creationId xmlns:a16="http://schemas.microsoft.com/office/drawing/2014/main" id="{305D7476-B275-42B6-8D7C-A4A0C2F78EAC}"/>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Tree>
    <p:extLst>
      <p:ext uri="{BB962C8B-B14F-4D97-AF65-F5344CB8AC3E}">
        <p14:creationId xmlns:p14="http://schemas.microsoft.com/office/powerpoint/2010/main" val="237168224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3_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lvl1pPr>
              <a:defRPr>
                <a:latin typeface="Segoe UI" panose="020B0502040204020203" pitchFamily="34" charset="0"/>
              </a:defRPr>
            </a:lvl1pPr>
          </a:lstStyle>
          <a:p>
            <a:fld id="{BEE4EB6F-F42F-4CEE-84DC-F80EB454DB00}" type="datetime1">
              <a:rPr lang="en-US" smtClean="0"/>
              <a:t>5/21/2020</a:t>
            </a:fld>
            <a:endParaRPr lang="en-US"/>
          </a:p>
        </p:txBody>
      </p:sp>
      <p:sp>
        <p:nvSpPr>
          <p:cNvPr id="4" name="Footer Placeholder 3"/>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5" name="Slide Number Placeholder 4"/>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pic>
        <p:nvPicPr>
          <p:cNvPr id="7" name="Picture 6"/>
          <p:cNvPicPr>
            <a:picLocks noChangeAspect="1"/>
          </p:cNvPicPr>
          <p:nvPr/>
        </p:nvPicPr>
        <p:blipFill>
          <a:blip r:embed="rId2"/>
          <a:stretch>
            <a:fillRect/>
          </a:stretch>
        </p:blipFill>
        <p:spPr>
          <a:xfrm>
            <a:off x="3" y="4"/>
            <a:ext cx="9980838" cy="818148"/>
          </a:xfrm>
          <a:prstGeom prst="rect">
            <a:avLst/>
          </a:prstGeom>
        </p:spPr>
      </p:pic>
      <p:sp>
        <p:nvSpPr>
          <p:cNvPr id="12" name="Rectangle 11"/>
          <p:cNvSpPr/>
          <p:nvPr/>
        </p:nvSpPr>
        <p:spPr>
          <a:xfrm>
            <a:off x="2" y="0"/>
            <a:ext cx="12192000" cy="990600"/>
          </a:xfrm>
          <a:prstGeom prst="rect">
            <a:avLst/>
          </a:prstGeom>
          <a:solidFill>
            <a:srgbClr val="004E59"/>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765">
              <a:solidFill>
                <a:schemeClr val="bg1"/>
              </a:solidFill>
              <a:latin typeface="Segoe UI" panose="020B0502040204020203" pitchFamily="34" charset="0"/>
            </a:endParaRPr>
          </a:p>
        </p:txBody>
      </p:sp>
      <p:sp>
        <p:nvSpPr>
          <p:cNvPr id="2" name="Title 1"/>
          <p:cNvSpPr>
            <a:spLocks noGrp="1"/>
          </p:cNvSpPr>
          <p:nvPr>
            <p:ph type="title"/>
          </p:nvPr>
        </p:nvSpPr>
        <p:spPr>
          <a:xfrm>
            <a:off x="381000" y="228600"/>
            <a:ext cx="10997080" cy="533400"/>
          </a:xfrm>
        </p:spPr>
        <p:txBody>
          <a:bodyPr tIns="91440" bIns="91440">
            <a:noAutofit/>
          </a:bodyPr>
          <a:lstStyle>
            <a:lvl1pPr>
              <a:defRPr>
                <a:solidFill>
                  <a:schemeClr val="bg1"/>
                </a:solidFill>
                <a:latin typeface="+mj-lt"/>
              </a:defRPr>
            </a:lvl1pPr>
          </a:lstStyle>
          <a:p>
            <a:r>
              <a:rPr lang="en-US"/>
              <a:t>Click to edit Master title style</a:t>
            </a:r>
          </a:p>
        </p:txBody>
      </p:sp>
      <p:cxnSp>
        <p:nvCxnSpPr>
          <p:cNvPr id="9" name="Straight Connector 8"/>
          <p:cNvCxnSpPr/>
          <p:nvPr/>
        </p:nvCxnSpPr>
        <p:spPr>
          <a:xfrm>
            <a:off x="6095999" y="1219200"/>
            <a:ext cx="0" cy="4953000"/>
          </a:xfrm>
          <a:prstGeom prst="line">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flipV="1">
            <a:off x="914400" y="3578424"/>
            <a:ext cx="10668000" cy="0"/>
          </a:xfrm>
          <a:prstGeom prst="line">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8" name="Text Placeholder 7"/>
          <p:cNvSpPr>
            <a:spLocks noGrp="1"/>
          </p:cNvSpPr>
          <p:nvPr>
            <p:ph type="body" sz="quarter" idx="13"/>
          </p:nvPr>
        </p:nvSpPr>
        <p:spPr>
          <a:xfrm>
            <a:off x="380999" y="1219201"/>
            <a:ext cx="5334000" cy="2016474"/>
          </a:xfrm>
        </p:spPr>
        <p:txBody>
          <a:bodyPr>
            <a:noAutofit/>
          </a:bodyPr>
          <a:lstStyle>
            <a:lvl1pPr marL="0" indent="0">
              <a:lnSpc>
                <a:spcPct val="120000"/>
              </a:lnSpc>
              <a:spcBef>
                <a:spcPts val="1000"/>
              </a:spcBef>
              <a:buNone/>
              <a:defRPr sz="1167" u="none">
                <a:latin typeface="Segoe UI" panose="020B0502040204020203" pitchFamily="34" charset="0"/>
              </a:defRPr>
            </a:lvl1pPr>
            <a:lvl2pPr marL="448267" indent="0">
              <a:lnSpc>
                <a:spcPct val="120000"/>
              </a:lnSpc>
              <a:spcBef>
                <a:spcPts val="1000"/>
              </a:spcBef>
              <a:buNone/>
              <a:defRPr sz="1167" u="none">
                <a:latin typeface="Segoe UI" panose="020B0502040204020203" pitchFamily="34" charset="0"/>
              </a:defRPr>
            </a:lvl2pPr>
            <a:lvl3pPr marL="896533" indent="0">
              <a:lnSpc>
                <a:spcPct val="120000"/>
              </a:lnSpc>
              <a:spcBef>
                <a:spcPts val="1000"/>
              </a:spcBef>
              <a:buNone/>
              <a:defRPr sz="1167" u="none">
                <a:latin typeface="Segoe UI" panose="020B0502040204020203" pitchFamily="34" charset="0"/>
              </a:defRPr>
            </a:lvl3pPr>
            <a:lvl4pPr marL="1344800" indent="0">
              <a:lnSpc>
                <a:spcPct val="120000"/>
              </a:lnSpc>
              <a:spcBef>
                <a:spcPts val="1000"/>
              </a:spcBef>
              <a:buNone/>
              <a:defRPr sz="1167" u="none">
                <a:latin typeface="Segoe UI" panose="020B0502040204020203" pitchFamily="34" charset="0"/>
              </a:defRPr>
            </a:lvl4pPr>
            <a:lvl5pPr marL="1793067" indent="0">
              <a:lnSpc>
                <a:spcPct val="120000"/>
              </a:lnSpc>
              <a:spcBef>
                <a:spcPts val="1000"/>
              </a:spcBef>
              <a:buNone/>
              <a:defRPr sz="1167" u="none">
                <a:latin typeface="Segoe UI" panose="020B050204020402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pic>
        <p:nvPicPr>
          <p:cNvPr id="22" name="Picture 21">
            <a:extLst>
              <a:ext uri="{FF2B5EF4-FFF2-40B4-BE49-F238E27FC236}">
                <a16:creationId xmlns:a16="http://schemas.microsoft.com/office/drawing/2014/main" id="{AC2313EE-4E04-435C-9E05-266AC0400A12}"/>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
        <p:nvSpPr>
          <p:cNvPr id="23" name="Text Placeholder 7">
            <a:extLst>
              <a:ext uri="{FF2B5EF4-FFF2-40B4-BE49-F238E27FC236}">
                <a16:creationId xmlns:a16="http://schemas.microsoft.com/office/drawing/2014/main" id="{3AE54BA5-9B86-4728-A69D-A321E9398458}"/>
              </a:ext>
            </a:extLst>
          </p:cNvPr>
          <p:cNvSpPr>
            <a:spLocks noGrp="1"/>
          </p:cNvSpPr>
          <p:nvPr>
            <p:ph type="body" sz="quarter" idx="14"/>
          </p:nvPr>
        </p:nvSpPr>
        <p:spPr>
          <a:xfrm>
            <a:off x="6477000" y="1219201"/>
            <a:ext cx="5334000" cy="2016474"/>
          </a:xfrm>
        </p:spPr>
        <p:txBody>
          <a:bodyPr>
            <a:noAutofit/>
          </a:bodyPr>
          <a:lstStyle>
            <a:lvl1pPr marL="0" indent="0">
              <a:lnSpc>
                <a:spcPct val="120000"/>
              </a:lnSpc>
              <a:spcBef>
                <a:spcPts val="1000"/>
              </a:spcBef>
              <a:buNone/>
              <a:defRPr sz="1167" u="none">
                <a:latin typeface="Segoe UI" panose="020B0502040204020203" pitchFamily="34" charset="0"/>
              </a:defRPr>
            </a:lvl1pPr>
            <a:lvl2pPr marL="448267" indent="0">
              <a:lnSpc>
                <a:spcPct val="120000"/>
              </a:lnSpc>
              <a:spcBef>
                <a:spcPts val="1000"/>
              </a:spcBef>
              <a:buNone/>
              <a:defRPr sz="1167" u="none">
                <a:latin typeface="Segoe UI" panose="020B0502040204020203" pitchFamily="34" charset="0"/>
              </a:defRPr>
            </a:lvl2pPr>
            <a:lvl3pPr marL="896533" indent="0">
              <a:lnSpc>
                <a:spcPct val="120000"/>
              </a:lnSpc>
              <a:spcBef>
                <a:spcPts val="1000"/>
              </a:spcBef>
              <a:buNone/>
              <a:defRPr sz="1167" u="none">
                <a:latin typeface="Segoe UI" panose="020B0502040204020203" pitchFamily="34" charset="0"/>
              </a:defRPr>
            </a:lvl3pPr>
            <a:lvl4pPr marL="1344800" indent="0">
              <a:lnSpc>
                <a:spcPct val="120000"/>
              </a:lnSpc>
              <a:spcBef>
                <a:spcPts val="1000"/>
              </a:spcBef>
              <a:buNone/>
              <a:defRPr sz="1167" u="none">
                <a:latin typeface="Segoe UI" panose="020B0502040204020203" pitchFamily="34" charset="0"/>
              </a:defRPr>
            </a:lvl4pPr>
            <a:lvl5pPr marL="1793067" indent="0">
              <a:lnSpc>
                <a:spcPct val="120000"/>
              </a:lnSpc>
              <a:spcBef>
                <a:spcPts val="1000"/>
              </a:spcBef>
              <a:buNone/>
              <a:defRPr sz="1167" u="none">
                <a:latin typeface="Segoe UI" panose="020B050204020402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7">
            <a:extLst>
              <a:ext uri="{FF2B5EF4-FFF2-40B4-BE49-F238E27FC236}">
                <a16:creationId xmlns:a16="http://schemas.microsoft.com/office/drawing/2014/main" id="{920F2E92-1F2E-4441-B0DE-CFEB5FE92A2F}"/>
              </a:ext>
            </a:extLst>
          </p:cNvPr>
          <p:cNvSpPr>
            <a:spLocks noGrp="1"/>
          </p:cNvSpPr>
          <p:nvPr>
            <p:ph type="body" sz="quarter" idx="15"/>
          </p:nvPr>
        </p:nvSpPr>
        <p:spPr>
          <a:xfrm>
            <a:off x="391583" y="3810001"/>
            <a:ext cx="5334000" cy="2016474"/>
          </a:xfrm>
        </p:spPr>
        <p:txBody>
          <a:bodyPr>
            <a:noAutofit/>
          </a:bodyPr>
          <a:lstStyle>
            <a:lvl1pPr marL="0" indent="0">
              <a:lnSpc>
                <a:spcPct val="120000"/>
              </a:lnSpc>
              <a:spcBef>
                <a:spcPts val="1000"/>
              </a:spcBef>
              <a:buNone/>
              <a:defRPr sz="1167" u="none">
                <a:latin typeface="Segoe UI" panose="020B0502040204020203" pitchFamily="34" charset="0"/>
              </a:defRPr>
            </a:lvl1pPr>
            <a:lvl2pPr marL="448267" indent="0">
              <a:lnSpc>
                <a:spcPct val="120000"/>
              </a:lnSpc>
              <a:spcBef>
                <a:spcPts val="1000"/>
              </a:spcBef>
              <a:buNone/>
              <a:defRPr sz="1167" u="none">
                <a:latin typeface="Segoe UI" panose="020B0502040204020203" pitchFamily="34" charset="0"/>
              </a:defRPr>
            </a:lvl2pPr>
            <a:lvl3pPr marL="896533" indent="0">
              <a:lnSpc>
                <a:spcPct val="120000"/>
              </a:lnSpc>
              <a:spcBef>
                <a:spcPts val="1000"/>
              </a:spcBef>
              <a:buNone/>
              <a:defRPr sz="1167" u="none">
                <a:latin typeface="Segoe UI" panose="020B0502040204020203" pitchFamily="34" charset="0"/>
              </a:defRPr>
            </a:lvl3pPr>
            <a:lvl4pPr marL="1344800" indent="0">
              <a:lnSpc>
                <a:spcPct val="120000"/>
              </a:lnSpc>
              <a:spcBef>
                <a:spcPts val="1000"/>
              </a:spcBef>
              <a:buNone/>
              <a:defRPr sz="1167" u="none">
                <a:latin typeface="Segoe UI" panose="020B0502040204020203" pitchFamily="34" charset="0"/>
              </a:defRPr>
            </a:lvl4pPr>
            <a:lvl5pPr marL="1793067" indent="0">
              <a:lnSpc>
                <a:spcPct val="120000"/>
              </a:lnSpc>
              <a:spcBef>
                <a:spcPts val="1000"/>
              </a:spcBef>
              <a:buNone/>
              <a:defRPr sz="1167" u="none">
                <a:latin typeface="Segoe UI" panose="020B050204020402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25" name="Text Placeholder 7">
            <a:extLst>
              <a:ext uri="{FF2B5EF4-FFF2-40B4-BE49-F238E27FC236}">
                <a16:creationId xmlns:a16="http://schemas.microsoft.com/office/drawing/2014/main" id="{72231F7B-8ACB-4A68-883B-D5361B594F34}"/>
              </a:ext>
            </a:extLst>
          </p:cNvPr>
          <p:cNvSpPr>
            <a:spLocks noGrp="1"/>
          </p:cNvSpPr>
          <p:nvPr>
            <p:ph type="body" sz="quarter" idx="16"/>
          </p:nvPr>
        </p:nvSpPr>
        <p:spPr>
          <a:xfrm>
            <a:off x="6487583" y="3810001"/>
            <a:ext cx="5334000" cy="2016474"/>
          </a:xfrm>
        </p:spPr>
        <p:txBody>
          <a:bodyPr>
            <a:noAutofit/>
          </a:bodyPr>
          <a:lstStyle>
            <a:lvl1pPr marL="0" indent="0">
              <a:lnSpc>
                <a:spcPct val="120000"/>
              </a:lnSpc>
              <a:spcBef>
                <a:spcPts val="1000"/>
              </a:spcBef>
              <a:buNone/>
              <a:defRPr sz="1167" u="none">
                <a:latin typeface="Segoe UI" panose="020B0502040204020203" pitchFamily="34" charset="0"/>
              </a:defRPr>
            </a:lvl1pPr>
            <a:lvl2pPr marL="448267" indent="0">
              <a:lnSpc>
                <a:spcPct val="120000"/>
              </a:lnSpc>
              <a:spcBef>
                <a:spcPts val="1000"/>
              </a:spcBef>
              <a:buNone/>
              <a:defRPr sz="1167" u="none">
                <a:latin typeface="Segoe UI" panose="020B0502040204020203" pitchFamily="34" charset="0"/>
              </a:defRPr>
            </a:lvl2pPr>
            <a:lvl3pPr marL="896533" indent="0">
              <a:lnSpc>
                <a:spcPct val="120000"/>
              </a:lnSpc>
              <a:spcBef>
                <a:spcPts val="1000"/>
              </a:spcBef>
              <a:buNone/>
              <a:defRPr sz="1167" u="none">
                <a:latin typeface="Segoe UI" panose="020B0502040204020203" pitchFamily="34" charset="0"/>
              </a:defRPr>
            </a:lvl3pPr>
            <a:lvl4pPr marL="1344800" indent="0">
              <a:lnSpc>
                <a:spcPct val="120000"/>
              </a:lnSpc>
              <a:spcBef>
                <a:spcPts val="1000"/>
              </a:spcBef>
              <a:buNone/>
              <a:defRPr sz="1167" u="none">
                <a:latin typeface="Segoe UI" panose="020B0502040204020203" pitchFamily="34" charset="0"/>
              </a:defRPr>
            </a:lvl4pPr>
            <a:lvl5pPr marL="1793067" indent="0">
              <a:lnSpc>
                <a:spcPct val="120000"/>
              </a:lnSpc>
              <a:spcBef>
                <a:spcPts val="1000"/>
              </a:spcBef>
              <a:buNone/>
              <a:defRPr sz="1167" u="none">
                <a:latin typeface="Segoe UI" panose="020B050204020402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58231832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6C933DAD-64FD-4C29-9D9B-272B0C756FD1}"/>
              </a:ext>
            </a:extLst>
          </p:cNvPr>
          <p:cNvSpPr/>
          <p:nvPr userDrawn="1"/>
        </p:nvSpPr>
        <p:spPr>
          <a:xfrm>
            <a:off x="2" y="0"/>
            <a:ext cx="12192000" cy="990600"/>
          </a:xfrm>
          <a:prstGeom prst="rect">
            <a:avLst/>
          </a:prstGeom>
          <a:solidFill>
            <a:srgbClr val="004E59"/>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765">
              <a:solidFill>
                <a:schemeClr val="bg1"/>
              </a:solidFill>
              <a:latin typeface="Segoe UI" panose="020B0502040204020203" pitchFamily="34" charset="0"/>
            </a:endParaRPr>
          </a:p>
        </p:txBody>
      </p:sp>
      <p:sp>
        <p:nvSpPr>
          <p:cNvPr id="2" name="Title 1"/>
          <p:cNvSpPr>
            <a:spLocks noGrp="1"/>
          </p:cNvSpPr>
          <p:nvPr>
            <p:ph type="title"/>
          </p:nvPr>
        </p:nvSpPr>
        <p:spPr>
          <a:xfrm>
            <a:off x="381000" y="228600"/>
            <a:ext cx="11430000" cy="533400"/>
          </a:xfrm>
        </p:spPr>
        <p:txBody>
          <a:bodyPr lIns="91440" tIns="91440" rIns="91440" bIns="91440"/>
          <a:lstStyle>
            <a:lvl1pPr>
              <a:defRPr>
                <a:solidFill>
                  <a:schemeClr val="bg1"/>
                </a:solidFill>
                <a:latin typeface="+mj-lt"/>
              </a:defRPr>
            </a:lvl1pPr>
          </a:lstStyle>
          <a:p>
            <a:r>
              <a:rPr lang="en-US"/>
              <a:t>Click to edit Master title style</a:t>
            </a:r>
          </a:p>
        </p:txBody>
      </p:sp>
      <p:sp>
        <p:nvSpPr>
          <p:cNvPr id="3" name="Content Placeholder 2"/>
          <p:cNvSpPr>
            <a:spLocks noGrp="1"/>
          </p:cNvSpPr>
          <p:nvPr>
            <p:ph sz="half" idx="1"/>
          </p:nvPr>
        </p:nvSpPr>
        <p:spPr>
          <a:xfrm>
            <a:off x="381000" y="1219199"/>
            <a:ext cx="5334000" cy="4953000"/>
          </a:xfrm>
        </p:spPr>
        <p:txBody>
          <a:bodyPr tIns="91440" bIns="91440">
            <a:noAutofit/>
          </a:bodyPr>
          <a:lstStyle>
            <a:lvl1pPr marL="0" indent="0">
              <a:lnSpc>
                <a:spcPct val="120000"/>
              </a:lnSpc>
              <a:spcBef>
                <a:spcPts val="1000"/>
              </a:spcBef>
              <a:buNone/>
              <a:defRPr sz="1167">
                <a:latin typeface="Segoe UI" panose="020B0502040204020203" pitchFamily="34" charset="0"/>
              </a:defRPr>
            </a:lvl1pPr>
            <a:lvl2pPr marL="448266" indent="0">
              <a:lnSpc>
                <a:spcPct val="120000"/>
              </a:lnSpc>
              <a:spcBef>
                <a:spcPts val="1000"/>
              </a:spcBef>
              <a:buNone/>
              <a:defRPr sz="1167">
                <a:latin typeface="Segoe UI" panose="020B0502040204020203" pitchFamily="34" charset="0"/>
              </a:defRPr>
            </a:lvl2pPr>
            <a:lvl3pPr marL="896533" indent="0">
              <a:lnSpc>
                <a:spcPct val="120000"/>
              </a:lnSpc>
              <a:spcBef>
                <a:spcPts val="1000"/>
              </a:spcBef>
              <a:buNone/>
              <a:defRPr sz="1167">
                <a:latin typeface="Segoe UI" panose="020B0502040204020203" pitchFamily="34" charset="0"/>
              </a:defRPr>
            </a:lvl3pPr>
            <a:lvl4pPr marL="1344800" indent="0">
              <a:lnSpc>
                <a:spcPct val="120000"/>
              </a:lnSpc>
              <a:spcBef>
                <a:spcPts val="1000"/>
              </a:spcBef>
              <a:buNone/>
              <a:defRPr sz="1167">
                <a:latin typeface="Segoe UI" panose="020B0502040204020203" pitchFamily="34" charset="0"/>
              </a:defRPr>
            </a:lvl4pPr>
            <a:lvl5pPr marL="1793067" indent="0">
              <a:lnSpc>
                <a:spcPct val="120000"/>
              </a:lnSpc>
              <a:spcBef>
                <a:spcPts val="1000"/>
              </a:spcBef>
              <a:buNone/>
              <a:defRPr sz="1167">
                <a:latin typeface="Segoe UI" panose="020B050204020402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477000" y="1219199"/>
            <a:ext cx="5334000" cy="4953000"/>
          </a:xfrm>
        </p:spPr>
        <p:txBody>
          <a:bodyPr tIns="91440" bIns="91440">
            <a:noAutofit/>
          </a:bodyPr>
          <a:lstStyle>
            <a:lvl1pPr marL="0" indent="0">
              <a:lnSpc>
                <a:spcPct val="120000"/>
              </a:lnSpc>
              <a:spcBef>
                <a:spcPts val="1000"/>
              </a:spcBef>
              <a:buNone/>
              <a:defRPr sz="1167">
                <a:latin typeface="Segoe UI" panose="020B0502040204020203" pitchFamily="34" charset="0"/>
              </a:defRPr>
            </a:lvl1pPr>
            <a:lvl2pPr marL="448266" indent="0">
              <a:lnSpc>
                <a:spcPct val="120000"/>
              </a:lnSpc>
              <a:spcBef>
                <a:spcPts val="1000"/>
              </a:spcBef>
              <a:buNone/>
              <a:defRPr sz="1167">
                <a:latin typeface="Segoe UI" panose="020B0502040204020203" pitchFamily="34" charset="0"/>
              </a:defRPr>
            </a:lvl2pPr>
            <a:lvl3pPr marL="896533" indent="0">
              <a:lnSpc>
                <a:spcPct val="120000"/>
              </a:lnSpc>
              <a:spcBef>
                <a:spcPts val="1000"/>
              </a:spcBef>
              <a:buNone/>
              <a:defRPr sz="1167">
                <a:latin typeface="Segoe UI" panose="020B0502040204020203" pitchFamily="34" charset="0"/>
              </a:defRPr>
            </a:lvl3pPr>
            <a:lvl4pPr marL="1344800" indent="0">
              <a:lnSpc>
                <a:spcPct val="120000"/>
              </a:lnSpc>
              <a:spcBef>
                <a:spcPts val="1000"/>
              </a:spcBef>
              <a:buNone/>
              <a:defRPr sz="1167">
                <a:latin typeface="Segoe UI" panose="020B0502040204020203" pitchFamily="34" charset="0"/>
              </a:defRPr>
            </a:lvl4pPr>
            <a:lvl5pPr marL="1793067" indent="0">
              <a:lnSpc>
                <a:spcPct val="120000"/>
              </a:lnSpc>
              <a:spcBef>
                <a:spcPts val="1000"/>
              </a:spcBef>
              <a:buNone/>
              <a:defRPr sz="1167">
                <a:latin typeface="Segoe UI" panose="020B050204020402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atin typeface="Segoe UI" panose="020B0502040204020203" pitchFamily="34" charset="0"/>
              </a:defRPr>
            </a:lvl1pPr>
          </a:lstStyle>
          <a:p>
            <a:fld id="{9058536A-DDAB-451E-9DB0-7736590DA9D0}" type="datetime1">
              <a:rPr lang="en-US" smtClean="0"/>
              <a:t>5/21/2020</a:t>
            </a:fld>
            <a:endParaRPr lang="en-US"/>
          </a:p>
        </p:txBody>
      </p:sp>
      <p:sp>
        <p:nvSpPr>
          <p:cNvPr id="6" name="Footer Placeholder 5"/>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7" name="Slide Number Placeholder 6"/>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pic>
        <p:nvPicPr>
          <p:cNvPr id="9" name="Picture 8">
            <a:extLst>
              <a:ext uri="{FF2B5EF4-FFF2-40B4-BE49-F238E27FC236}">
                <a16:creationId xmlns:a16="http://schemas.microsoft.com/office/drawing/2014/main" id="{18F32470-D5C9-4EB9-BF19-627B706D9959}"/>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Tree>
    <p:extLst>
      <p:ext uri="{BB962C8B-B14F-4D97-AF65-F5344CB8AC3E}">
        <p14:creationId xmlns:p14="http://schemas.microsoft.com/office/powerpoint/2010/main" val="100303408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B01256AD-643F-4750-86FB-FD02C1741CFB}"/>
              </a:ext>
            </a:extLst>
          </p:cNvPr>
          <p:cNvSpPr/>
          <p:nvPr userDrawn="1"/>
        </p:nvSpPr>
        <p:spPr>
          <a:xfrm>
            <a:off x="0" y="0"/>
            <a:ext cx="12192000" cy="990600"/>
          </a:xfrm>
          <a:prstGeom prst="rect">
            <a:avLst/>
          </a:prstGeom>
          <a:solidFill>
            <a:srgbClr val="004E59"/>
          </a:solidFill>
          <a:ln>
            <a:solidFill>
              <a:srgbClr val="004E59"/>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765">
              <a:solidFill>
                <a:schemeClr val="bg1"/>
              </a:solidFill>
              <a:latin typeface="Segoe UI" panose="020B0502040204020203" pitchFamily="34" charset="0"/>
            </a:endParaRPr>
          </a:p>
        </p:txBody>
      </p:sp>
      <p:sp>
        <p:nvSpPr>
          <p:cNvPr id="2" name="Title 1"/>
          <p:cNvSpPr>
            <a:spLocks noGrp="1"/>
          </p:cNvSpPr>
          <p:nvPr>
            <p:ph type="title"/>
          </p:nvPr>
        </p:nvSpPr>
        <p:spPr>
          <a:xfrm>
            <a:off x="381000" y="228600"/>
            <a:ext cx="11430000" cy="533400"/>
          </a:xfrm>
        </p:spPr>
        <p:txBody>
          <a:bodyPr tIns="91440" bIns="91440"/>
          <a:lstStyle>
            <a:lvl1pPr>
              <a:defRPr>
                <a:solidFill>
                  <a:schemeClr val="bg1"/>
                </a:solidFill>
                <a:latin typeface="+mj-lt"/>
              </a:defRPr>
            </a:lvl1pPr>
          </a:lstStyle>
          <a:p>
            <a:r>
              <a:rPr lang="en-US"/>
              <a:t>Click to edit Master title style</a:t>
            </a:r>
          </a:p>
        </p:txBody>
      </p:sp>
      <p:sp>
        <p:nvSpPr>
          <p:cNvPr id="3" name="Text Placeholder 2"/>
          <p:cNvSpPr>
            <a:spLocks noGrp="1"/>
          </p:cNvSpPr>
          <p:nvPr>
            <p:ph type="body" idx="1"/>
          </p:nvPr>
        </p:nvSpPr>
        <p:spPr>
          <a:xfrm>
            <a:off x="380999" y="1681035"/>
            <a:ext cx="5334000" cy="823397"/>
          </a:xfrm>
        </p:spPr>
        <p:txBody>
          <a:bodyPr anchor="b"/>
          <a:lstStyle>
            <a:lvl1pPr marL="0" indent="0">
              <a:buNone/>
              <a:defRPr sz="2353" b="1">
                <a:latin typeface="+mj-lt"/>
              </a:defRPr>
            </a:lvl1pPr>
            <a:lvl2pPr marL="448267" indent="0">
              <a:buNone/>
              <a:defRPr sz="1961" b="1"/>
            </a:lvl2pPr>
            <a:lvl3pPr marL="896533" indent="0">
              <a:buNone/>
              <a:defRPr sz="1765" b="1"/>
            </a:lvl3pPr>
            <a:lvl4pPr marL="1344800" indent="0">
              <a:buNone/>
              <a:defRPr sz="1569" b="1"/>
            </a:lvl4pPr>
            <a:lvl5pPr marL="1793067" indent="0">
              <a:buNone/>
              <a:defRPr sz="1569" b="1"/>
            </a:lvl5pPr>
            <a:lvl6pPr marL="2241334" indent="0">
              <a:buNone/>
              <a:defRPr sz="1569" b="1"/>
            </a:lvl6pPr>
            <a:lvl7pPr marL="2689600" indent="0">
              <a:buNone/>
              <a:defRPr sz="1569" b="1"/>
            </a:lvl7pPr>
            <a:lvl8pPr marL="3137867" indent="0">
              <a:buNone/>
              <a:defRPr sz="1569" b="1"/>
            </a:lvl8pPr>
            <a:lvl9pPr marL="3586133" indent="0">
              <a:buNone/>
              <a:defRPr sz="1569" b="1"/>
            </a:lvl9pPr>
          </a:lstStyle>
          <a:p>
            <a:pPr lvl="0"/>
            <a:r>
              <a:rPr lang="en-US"/>
              <a:t>Edit Master text styles</a:t>
            </a:r>
          </a:p>
        </p:txBody>
      </p:sp>
      <p:sp>
        <p:nvSpPr>
          <p:cNvPr id="4" name="Content Placeholder 3"/>
          <p:cNvSpPr>
            <a:spLocks noGrp="1"/>
          </p:cNvSpPr>
          <p:nvPr>
            <p:ph sz="half" idx="2"/>
          </p:nvPr>
        </p:nvSpPr>
        <p:spPr>
          <a:xfrm>
            <a:off x="380999" y="2504431"/>
            <a:ext cx="5334000" cy="3685825"/>
          </a:xfrm>
        </p:spPr>
        <p:txBody>
          <a:bodyPr>
            <a:noAutofit/>
          </a:bodyPr>
          <a:lstStyle>
            <a:lvl1pPr marL="0" indent="0">
              <a:buNone/>
              <a:defRPr>
                <a:latin typeface="Segoe UI" panose="020B0502040204020203" pitchFamily="34" charset="0"/>
              </a:defRPr>
            </a:lvl1pPr>
            <a:lvl2pPr marL="448266" indent="0">
              <a:buNone/>
              <a:defRPr>
                <a:latin typeface="Segoe UI" panose="020B0502040204020203" pitchFamily="34" charset="0"/>
              </a:defRPr>
            </a:lvl2pPr>
            <a:lvl3pPr marL="896533" indent="0">
              <a:buNone/>
              <a:defRPr>
                <a:latin typeface="Segoe UI" panose="020B0502040204020203" pitchFamily="34" charset="0"/>
              </a:defRPr>
            </a:lvl3pPr>
            <a:lvl4pPr marL="1344800" indent="0">
              <a:buNone/>
              <a:defRPr>
                <a:latin typeface="Segoe UI" panose="020B0502040204020203" pitchFamily="34" charset="0"/>
              </a:defRPr>
            </a:lvl4pPr>
            <a:lvl5pPr marL="1793067" indent="0">
              <a:buNone/>
              <a:defRPr>
                <a:latin typeface="Segoe UI" panose="020B050204020402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477000" y="1681035"/>
            <a:ext cx="5334000" cy="823397"/>
          </a:xfrm>
        </p:spPr>
        <p:txBody>
          <a:bodyPr anchor="b"/>
          <a:lstStyle>
            <a:lvl1pPr marL="0" indent="0">
              <a:buNone/>
              <a:defRPr sz="2353" b="1">
                <a:latin typeface="+mj-lt"/>
              </a:defRPr>
            </a:lvl1pPr>
            <a:lvl2pPr marL="448267" indent="0">
              <a:buNone/>
              <a:defRPr sz="1961" b="1"/>
            </a:lvl2pPr>
            <a:lvl3pPr marL="896533" indent="0">
              <a:buNone/>
              <a:defRPr sz="1765" b="1"/>
            </a:lvl3pPr>
            <a:lvl4pPr marL="1344800" indent="0">
              <a:buNone/>
              <a:defRPr sz="1569" b="1"/>
            </a:lvl4pPr>
            <a:lvl5pPr marL="1793067" indent="0">
              <a:buNone/>
              <a:defRPr sz="1569" b="1"/>
            </a:lvl5pPr>
            <a:lvl6pPr marL="2241334" indent="0">
              <a:buNone/>
              <a:defRPr sz="1569" b="1"/>
            </a:lvl6pPr>
            <a:lvl7pPr marL="2689600" indent="0">
              <a:buNone/>
              <a:defRPr sz="1569" b="1"/>
            </a:lvl7pPr>
            <a:lvl8pPr marL="3137867" indent="0">
              <a:buNone/>
              <a:defRPr sz="1569" b="1"/>
            </a:lvl8pPr>
            <a:lvl9pPr marL="3586133" indent="0">
              <a:buNone/>
              <a:defRPr sz="1569" b="1"/>
            </a:lvl9pPr>
          </a:lstStyle>
          <a:p>
            <a:pPr lvl="0"/>
            <a:r>
              <a:rPr lang="en-US"/>
              <a:t>Edit Master text styles</a:t>
            </a:r>
          </a:p>
        </p:txBody>
      </p:sp>
      <p:sp>
        <p:nvSpPr>
          <p:cNvPr id="6" name="Content Placeholder 5"/>
          <p:cNvSpPr>
            <a:spLocks noGrp="1"/>
          </p:cNvSpPr>
          <p:nvPr>
            <p:ph sz="quarter" idx="4"/>
          </p:nvPr>
        </p:nvSpPr>
        <p:spPr>
          <a:xfrm>
            <a:off x="6477000" y="2504431"/>
            <a:ext cx="5334000" cy="3685825"/>
          </a:xfrm>
        </p:spPr>
        <p:txBody>
          <a:bodyPr>
            <a:noAutofit/>
          </a:bodyPr>
          <a:lstStyle>
            <a:lvl1pPr marL="0" indent="0">
              <a:buNone/>
              <a:defRPr>
                <a:latin typeface="Segoe UI" panose="020B0502040204020203" pitchFamily="34" charset="0"/>
              </a:defRPr>
            </a:lvl1pPr>
            <a:lvl2pPr marL="448266" indent="0">
              <a:buNone/>
              <a:defRPr>
                <a:latin typeface="Segoe UI" panose="020B0502040204020203" pitchFamily="34" charset="0"/>
              </a:defRPr>
            </a:lvl2pPr>
            <a:lvl3pPr marL="896533" indent="0">
              <a:buNone/>
              <a:defRPr>
                <a:latin typeface="Segoe UI" panose="020B0502040204020203" pitchFamily="34" charset="0"/>
              </a:defRPr>
            </a:lvl3pPr>
            <a:lvl4pPr marL="1344800" indent="0">
              <a:buNone/>
              <a:defRPr>
                <a:latin typeface="Segoe UI" panose="020B0502040204020203" pitchFamily="34" charset="0"/>
              </a:defRPr>
            </a:lvl4pPr>
            <a:lvl5pPr marL="1793067" indent="0">
              <a:buNone/>
              <a:defRPr>
                <a:latin typeface="Segoe UI" panose="020B050204020402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a:defRPr>
                <a:latin typeface="Segoe UI" panose="020B0502040204020203" pitchFamily="34" charset="0"/>
              </a:defRPr>
            </a:lvl1pPr>
          </a:lstStyle>
          <a:p>
            <a:fld id="{9A2EEAEE-229C-4E83-9848-A8ED40BC5DF9}" type="datetime1">
              <a:rPr lang="en-US" smtClean="0"/>
              <a:t>5/21/2020</a:t>
            </a:fld>
            <a:endParaRPr lang="en-US"/>
          </a:p>
        </p:txBody>
      </p:sp>
      <p:sp>
        <p:nvSpPr>
          <p:cNvPr id="8" name="Footer Placeholder 7"/>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9" name="Slide Number Placeholder 8"/>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pic>
        <p:nvPicPr>
          <p:cNvPr id="11" name="Picture 10">
            <a:extLst>
              <a:ext uri="{FF2B5EF4-FFF2-40B4-BE49-F238E27FC236}">
                <a16:creationId xmlns:a16="http://schemas.microsoft.com/office/drawing/2014/main" id="{C4C4B624-09C9-4734-9996-D8363B05C62A}"/>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Tree>
    <p:extLst>
      <p:ext uri="{BB962C8B-B14F-4D97-AF65-F5344CB8AC3E}">
        <p14:creationId xmlns:p14="http://schemas.microsoft.com/office/powerpoint/2010/main" val="18309247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atin typeface="Segoe UI" panose="020B0502040204020203" pitchFamily="34" charset="0"/>
              </a:defRPr>
            </a:lvl1pPr>
          </a:lstStyle>
          <a:p>
            <a:fld id="{44215A03-07BC-475D-B798-77539CEE363A}" type="datetime1">
              <a:rPr lang="en-US" smtClean="0"/>
              <a:t>5/21/2020</a:t>
            </a:fld>
            <a:endParaRPr lang="en-US"/>
          </a:p>
        </p:txBody>
      </p:sp>
      <p:sp>
        <p:nvSpPr>
          <p:cNvPr id="3" name="Footer Placeholder 2"/>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4" name="Slide Number Placeholder 3"/>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pic>
        <p:nvPicPr>
          <p:cNvPr id="7" name="Picture 6">
            <a:extLst>
              <a:ext uri="{FF2B5EF4-FFF2-40B4-BE49-F238E27FC236}">
                <a16:creationId xmlns:a16="http://schemas.microsoft.com/office/drawing/2014/main" id="{27699787-C03F-45A9-825C-0DE0DCF4B9EE}"/>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Tree>
    <p:extLst>
      <p:ext uri="{BB962C8B-B14F-4D97-AF65-F5344CB8AC3E}">
        <p14:creationId xmlns:p14="http://schemas.microsoft.com/office/powerpoint/2010/main" val="59741340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414273" y="2689656"/>
            <a:ext cx="3259815" cy="537931"/>
          </a:xfrm>
        </p:spPr>
        <p:txBody>
          <a:bodyPr wrap="none" anchor="t" anchorCtr="0">
            <a:noAutofit/>
          </a:bodyPr>
          <a:lstStyle>
            <a:lvl1pPr algn="r">
              <a:defRPr sz="3530">
                <a:solidFill>
                  <a:srgbClr val="E45A1E"/>
                </a:solidFill>
              </a:defRPr>
            </a:lvl1pPr>
          </a:lstStyle>
          <a:p>
            <a:r>
              <a:rPr lang="en-US"/>
              <a:t>Click to edit Master title style</a:t>
            </a:r>
          </a:p>
        </p:txBody>
      </p:sp>
      <p:sp>
        <p:nvSpPr>
          <p:cNvPr id="3" name="Subtitle 2"/>
          <p:cNvSpPr>
            <a:spLocks noGrp="1"/>
          </p:cNvSpPr>
          <p:nvPr>
            <p:ph type="subTitle" idx="1"/>
          </p:nvPr>
        </p:nvSpPr>
        <p:spPr>
          <a:xfrm>
            <a:off x="1414273" y="3317243"/>
            <a:ext cx="3259815" cy="1656131"/>
          </a:xfrm>
        </p:spPr>
        <p:txBody>
          <a:bodyPr>
            <a:normAutofit/>
          </a:bodyPr>
          <a:lstStyle>
            <a:lvl1pPr marL="0" indent="0" algn="r">
              <a:buNone/>
              <a:defRPr sz="1765">
                <a:solidFill>
                  <a:srgbClr val="E45A1E"/>
                </a:solidFill>
                <a:latin typeface="Segoe UI Semilight" panose="020B0402040204020203" pitchFamily="34" charset="0"/>
                <a:cs typeface="Segoe UI Semilight" panose="020B0402040204020203" pitchFamily="34" charset="0"/>
              </a:defRPr>
            </a:lvl1pPr>
            <a:lvl2pPr marL="448267" indent="0" algn="ctr">
              <a:buNone/>
              <a:defRPr sz="1961"/>
            </a:lvl2pPr>
            <a:lvl3pPr marL="896533" indent="0" algn="ctr">
              <a:buNone/>
              <a:defRPr sz="1765"/>
            </a:lvl3pPr>
            <a:lvl4pPr marL="1344800" indent="0" algn="ctr">
              <a:buNone/>
              <a:defRPr sz="1569"/>
            </a:lvl4pPr>
            <a:lvl5pPr marL="1793067" indent="0" algn="ctr">
              <a:buNone/>
              <a:defRPr sz="1569"/>
            </a:lvl5pPr>
            <a:lvl6pPr marL="2241334" indent="0" algn="ctr">
              <a:buNone/>
              <a:defRPr sz="1569"/>
            </a:lvl6pPr>
            <a:lvl7pPr marL="2689600" indent="0" algn="ctr">
              <a:buNone/>
              <a:defRPr sz="1569"/>
            </a:lvl7pPr>
            <a:lvl8pPr marL="3137867" indent="0" algn="ctr">
              <a:buNone/>
              <a:defRPr sz="1569"/>
            </a:lvl8pPr>
            <a:lvl9pPr marL="3586133" indent="0" algn="ctr">
              <a:buNone/>
              <a:defRPr sz="1569"/>
            </a:lvl9pPr>
          </a:lstStyle>
          <a:p>
            <a:r>
              <a:rPr lang="en-US"/>
              <a:t>Click to edit Master subtitle style</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ACE2615A-198E-4F2D-9959-C15334C0A40B}" type="datetime1">
              <a:rPr lang="en-US" smtClean="0"/>
              <a:t>5/21/2020</a:t>
            </a:fld>
            <a:endParaRPr lang="en-US"/>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sp>
        <p:nvSpPr>
          <p:cNvPr id="7" name="Rectangle 6"/>
          <p:cNvSpPr/>
          <p:nvPr/>
        </p:nvSpPr>
        <p:spPr>
          <a:xfrm>
            <a:off x="6096002" y="1"/>
            <a:ext cx="6095999" cy="6857999"/>
          </a:xfrm>
          <a:prstGeom prst="rect">
            <a:avLst/>
          </a:prstGeom>
          <a:solidFill>
            <a:srgbClr val="004E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92">
              <a:latin typeface="Segoe UI" panose="020B0502040204020203" pitchFamily="34" charset="0"/>
            </a:endParaRPr>
          </a:p>
        </p:txBody>
      </p:sp>
      <p:pic>
        <p:nvPicPr>
          <p:cNvPr id="8" name="Picture 7" descr="affirmastudioslogo.png"/>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7866624" y="2689656"/>
            <a:ext cx="2204778" cy="562410"/>
          </a:xfrm>
          <a:prstGeom prst="rect">
            <a:avLst/>
          </a:prstGeom>
        </p:spPr>
      </p:pic>
    </p:spTree>
    <p:extLst>
      <p:ext uri="{BB962C8B-B14F-4D97-AF65-F5344CB8AC3E}">
        <p14:creationId xmlns:p14="http://schemas.microsoft.com/office/powerpoint/2010/main" val="142967604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1_Blank">
    <p:bg>
      <p:bgPr>
        <a:solidFill>
          <a:srgbClr val="004E59"/>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atin typeface="Segoe UI" panose="020B0502040204020203" pitchFamily="34" charset="0"/>
              </a:defRPr>
            </a:lvl1pPr>
          </a:lstStyle>
          <a:p>
            <a:fld id="{FF916E09-BFDD-4B5E-8A63-1E34EFE1F718}" type="datetime1">
              <a:rPr lang="en-US" smtClean="0"/>
              <a:t>5/21/2020</a:t>
            </a:fld>
            <a:endParaRPr lang="en-US"/>
          </a:p>
        </p:txBody>
      </p:sp>
      <p:sp>
        <p:nvSpPr>
          <p:cNvPr id="3" name="Footer Placeholder 2"/>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4" name="Slide Number Placeholder 3"/>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pic>
        <p:nvPicPr>
          <p:cNvPr id="6" name="Picture 5">
            <a:extLst>
              <a:ext uri="{FF2B5EF4-FFF2-40B4-BE49-F238E27FC236}">
                <a16:creationId xmlns:a16="http://schemas.microsoft.com/office/drawing/2014/main" id="{171D8278-5719-41B5-BA0B-62F901BD5A88}"/>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2366947487"/>
      </p:ext>
    </p:extLst>
  </p:cSld>
  <p:clrMapOvr>
    <a:overrideClrMapping bg1="dk1" tx1="lt1" bg2="dk2" tx2="lt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3_Blank">
    <p:bg>
      <p:bgPr>
        <a:solidFill>
          <a:srgbClr val="E45A1E"/>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atin typeface="Segoe UI" panose="020B0502040204020203" pitchFamily="34" charset="0"/>
              </a:defRPr>
            </a:lvl1pPr>
          </a:lstStyle>
          <a:p>
            <a:fld id="{619E97B6-79C9-457C-A893-4344E5355225}" type="datetime1">
              <a:rPr lang="en-US" smtClean="0"/>
              <a:t>5/21/2020</a:t>
            </a:fld>
            <a:endParaRPr lang="en-US"/>
          </a:p>
        </p:txBody>
      </p:sp>
      <p:sp>
        <p:nvSpPr>
          <p:cNvPr id="3" name="Footer Placeholder 2"/>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4" name="Slide Number Placeholder 3"/>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pic>
        <p:nvPicPr>
          <p:cNvPr id="7" name="Picture 6">
            <a:extLst>
              <a:ext uri="{FF2B5EF4-FFF2-40B4-BE49-F238E27FC236}">
                <a16:creationId xmlns:a16="http://schemas.microsoft.com/office/drawing/2014/main" id="{2DDC3FBF-8EF6-411E-AA4F-268641FD25DE}"/>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415538607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2_Blank">
    <p:bg>
      <p:bgPr>
        <a:solidFill>
          <a:srgbClr val="333333"/>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atin typeface="Segoe UI" panose="020B0502040204020203" pitchFamily="34" charset="0"/>
              </a:defRPr>
            </a:lvl1pPr>
          </a:lstStyle>
          <a:p>
            <a:fld id="{3FCC4538-1558-47B5-8B18-297B083E933E}" type="datetime1">
              <a:rPr lang="en-US" smtClean="0"/>
              <a:t>5/21/2020</a:t>
            </a:fld>
            <a:endParaRPr lang="en-US"/>
          </a:p>
        </p:txBody>
      </p:sp>
      <p:sp>
        <p:nvSpPr>
          <p:cNvPr id="3" name="Footer Placeholder 2"/>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4" name="Slide Number Placeholder 3"/>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pic>
        <p:nvPicPr>
          <p:cNvPr id="6" name="Picture 5">
            <a:extLst>
              <a:ext uri="{FF2B5EF4-FFF2-40B4-BE49-F238E27FC236}">
                <a16:creationId xmlns:a16="http://schemas.microsoft.com/office/drawing/2014/main" id="{5982C415-13F0-4D24-97F3-4AB707C09847}"/>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21883713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470" y="457615"/>
            <a:ext cx="3932568" cy="1600096"/>
          </a:xfrm>
        </p:spPr>
        <p:txBody>
          <a:bodyPr anchor="b"/>
          <a:lstStyle>
            <a:lvl1pPr>
              <a:defRPr sz="3137"/>
            </a:lvl1pPr>
          </a:lstStyle>
          <a:p>
            <a:r>
              <a:rPr lang="en-US"/>
              <a:t>Click to edit Master title style</a:t>
            </a:r>
          </a:p>
        </p:txBody>
      </p:sp>
      <p:sp>
        <p:nvSpPr>
          <p:cNvPr id="3" name="Picture Placeholder 2"/>
          <p:cNvSpPr>
            <a:spLocks noGrp="1"/>
          </p:cNvSpPr>
          <p:nvPr>
            <p:ph type="pic" idx="1"/>
          </p:nvPr>
        </p:nvSpPr>
        <p:spPr>
          <a:xfrm>
            <a:off x="5183937" y="986833"/>
            <a:ext cx="6171746" cy="4873445"/>
          </a:xfrm>
        </p:spPr>
        <p:txBody>
          <a:bodyPr/>
          <a:lstStyle>
            <a:lvl1pPr marL="0" indent="0">
              <a:buNone/>
              <a:defRPr sz="3137">
                <a:latin typeface="Segoe UI" panose="020B0502040204020203" pitchFamily="34" charset="0"/>
              </a:defRPr>
            </a:lvl1pPr>
            <a:lvl2pPr marL="448267" indent="0">
              <a:buNone/>
              <a:defRPr sz="2745"/>
            </a:lvl2pPr>
            <a:lvl3pPr marL="896533" indent="0">
              <a:buNone/>
              <a:defRPr sz="2353"/>
            </a:lvl3pPr>
            <a:lvl4pPr marL="1344800" indent="0">
              <a:buNone/>
              <a:defRPr sz="1961"/>
            </a:lvl4pPr>
            <a:lvl5pPr marL="1793067" indent="0">
              <a:buNone/>
              <a:defRPr sz="1961"/>
            </a:lvl5pPr>
            <a:lvl6pPr marL="2241334" indent="0">
              <a:buNone/>
              <a:defRPr sz="1961"/>
            </a:lvl6pPr>
            <a:lvl7pPr marL="2689600" indent="0">
              <a:buNone/>
              <a:defRPr sz="1961"/>
            </a:lvl7pPr>
            <a:lvl8pPr marL="3137867" indent="0">
              <a:buNone/>
              <a:defRPr sz="1961"/>
            </a:lvl8pPr>
            <a:lvl9pPr marL="3586133" indent="0">
              <a:buNone/>
              <a:defRPr sz="1961"/>
            </a:lvl9pPr>
          </a:lstStyle>
          <a:p>
            <a:r>
              <a:rPr lang="en-US"/>
              <a:t>Click icon to add picture</a:t>
            </a:r>
          </a:p>
        </p:txBody>
      </p:sp>
      <p:sp>
        <p:nvSpPr>
          <p:cNvPr id="4" name="Text Placeholder 3"/>
          <p:cNvSpPr>
            <a:spLocks noGrp="1"/>
          </p:cNvSpPr>
          <p:nvPr>
            <p:ph type="body" sz="half" idx="2"/>
          </p:nvPr>
        </p:nvSpPr>
        <p:spPr>
          <a:xfrm>
            <a:off x="840470" y="2057712"/>
            <a:ext cx="3932568" cy="3811903"/>
          </a:xfrm>
        </p:spPr>
        <p:txBody>
          <a:bodyPr/>
          <a:lstStyle>
            <a:lvl1pPr marL="0" indent="0">
              <a:buNone/>
              <a:defRPr sz="1569">
                <a:latin typeface="Segoe UI" panose="020B0502040204020203" pitchFamily="34" charset="0"/>
              </a:defRPr>
            </a:lvl1pPr>
            <a:lvl2pPr marL="448267" indent="0">
              <a:buNone/>
              <a:defRPr sz="1372"/>
            </a:lvl2pPr>
            <a:lvl3pPr marL="896533" indent="0">
              <a:buNone/>
              <a:defRPr sz="1177"/>
            </a:lvl3pPr>
            <a:lvl4pPr marL="1344800" indent="0">
              <a:buNone/>
              <a:defRPr sz="981"/>
            </a:lvl4pPr>
            <a:lvl5pPr marL="1793067" indent="0">
              <a:buNone/>
              <a:defRPr sz="981"/>
            </a:lvl5pPr>
            <a:lvl6pPr marL="2241334" indent="0">
              <a:buNone/>
              <a:defRPr sz="981"/>
            </a:lvl6pPr>
            <a:lvl7pPr marL="2689600" indent="0">
              <a:buNone/>
              <a:defRPr sz="981"/>
            </a:lvl7pPr>
            <a:lvl8pPr marL="3137867" indent="0">
              <a:buNone/>
              <a:defRPr sz="981"/>
            </a:lvl8pPr>
            <a:lvl9pPr marL="3586133" indent="0">
              <a:buNone/>
              <a:defRPr sz="981"/>
            </a:lvl9pPr>
          </a:lstStyle>
          <a:p>
            <a:pPr lvl="0"/>
            <a:r>
              <a:rPr lang="en-US"/>
              <a:t>Edit Master text styles</a:t>
            </a:r>
          </a:p>
        </p:txBody>
      </p:sp>
      <p:sp>
        <p:nvSpPr>
          <p:cNvPr id="5" name="Date Placeholder 4"/>
          <p:cNvSpPr>
            <a:spLocks noGrp="1"/>
          </p:cNvSpPr>
          <p:nvPr>
            <p:ph type="dt" sz="half" idx="10"/>
          </p:nvPr>
        </p:nvSpPr>
        <p:spPr/>
        <p:txBody>
          <a:bodyPr/>
          <a:lstStyle>
            <a:lvl1pPr>
              <a:defRPr>
                <a:latin typeface="Segoe UI" panose="020B0502040204020203" pitchFamily="34" charset="0"/>
              </a:defRPr>
            </a:lvl1pPr>
          </a:lstStyle>
          <a:p>
            <a:fld id="{8B48C75B-7104-410E-AB95-80B2C5979DAD}" type="datetime1">
              <a:rPr lang="en-US" smtClean="0"/>
              <a:t>5/21/2020</a:t>
            </a:fld>
            <a:endParaRPr lang="en-US"/>
          </a:p>
        </p:txBody>
      </p:sp>
      <p:sp>
        <p:nvSpPr>
          <p:cNvPr id="6" name="Footer Placeholder 5"/>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7" name="Slide Number Placeholder 6"/>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spTree>
    <p:extLst>
      <p:ext uri="{BB962C8B-B14F-4D97-AF65-F5344CB8AC3E}">
        <p14:creationId xmlns:p14="http://schemas.microsoft.com/office/powerpoint/2010/main" val="296562037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Basic">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381000" y="1432830"/>
            <a:ext cx="11430000" cy="4350456"/>
          </a:xfrm>
        </p:spPr>
        <p:txBody>
          <a:bodyPr vert="horz" lIns="91440" tIns="91440" rIns="91440" bIns="91440" rtlCol="0">
            <a:noAutofit/>
          </a:bodyPr>
          <a:lstStyle>
            <a:lvl1pPr>
              <a:defRPr lang="en-US" dirty="0" smtClean="0">
                <a:latin typeface="Segoe UI" panose="020B0502040204020203" pitchFamily="34" charset="0"/>
              </a:defRPr>
            </a:lvl1pPr>
            <a:lvl2pPr>
              <a:defRPr lang="en-US" dirty="0" smtClean="0">
                <a:latin typeface="Segoe UI" panose="020B0502040204020203" pitchFamily="34" charset="0"/>
              </a:defRPr>
            </a:lvl2pPr>
            <a:lvl3pPr>
              <a:defRPr lang="en-US" dirty="0" smtClean="0">
                <a:latin typeface="Segoe UI" panose="020B0502040204020203" pitchFamily="34" charset="0"/>
              </a:defRPr>
            </a:lvl3pPr>
            <a:lvl4pPr>
              <a:defRPr lang="en-US" dirty="0" smtClean="0">
                <a:latin typeface="Segoe UI" panose="020B0502040204020203" pitchFamily="34" charset="0"/>
              </a:defRPr>
            </a:lvl4pPr>
            <a:lvl5pPr>
              <a:defRPr lang="en-US" dirty="0">
                <a:latin typeface="Segoe UI" panose="020B050204020402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Text Placeholder 3"/>
          <p:cNvSpPr>
            <a:spLocks noGrp="1"/>
          </p:cNvSpPr>
          <p:nvPr>
            <p:ph type="body" sz="quarter" idx="16"/>
          </p:nvPr>
        </p:nvSpPr>
        <p:spPr>
          <a:xfrm>
            <a:off x="381000" y="1021080"/>
            <a:ext cx="11487856" cy="228535"/>
          </a:xfrm>
        </p:spPr>
        <p:txBody>
          <a:bodyPr lIns="9144" tIns="0" rIns="0" bIns="0">
            <a:spAutoFit/>
          </a:bodyPr>
          <a:lstStyle>
            <a:lvl1pPr marL="0" indent="0">
              <a:buNone/>
              <a:defRPr sz="1650" spc="-14" baseline="0">
                <a:solidFill>
                  <a:schemeClr val="accent2"/>
                </a:solidFill>
                <a:latin typeface="Segoe UI" panose="020B0502040204020203" pitchFamily="34" charset="0"/>
              </a:defRPr>
            </a:lvl1pPr>
          </a:lstStyle>
          <a:p>
            <a:pPr lvl="0"/>
            <a:r>
              <a:rPr lang="en-US"/>
              <a:t>Click to edit Master text styles</a:t>
            </a:r>
          </a:p>
        </p:txBody>
      </p:sp>
      <p:sp>
        <p:nvSpPr>
          <p:cNvPr id="4" name="Title 3"/>
          <p:cNvSpPr>
            <a:spLocks noGrp="1"/>
          </p:cNvSpPr>
          <p:nvPr>
            <p:ph type="title"/>
          </p:nvPr>
        </p:nvSpPr>
        <p:spPr/>
        <p:txBody>
          <a:bodyPr/>
          <a:lstStyle/>
          <a:p>
            <a:r>
              <a:rPr lang="en-US"/>
              <a:t>Click to edit Master title style</a:t>
            </a:r>
          </a:p>
        </p:txBody>
      </p:sp>
      <p:sp>
        <p:nvSpPr>
          <p:cNvPr id="19" name="Footer Placeholder 3"/>
          <p:cNvSpPr>
            <a:spLocks noGrp="1"/>
          </p:cNvSpPr>
          <p:nvPr>
            <p:ph type="ftr" sz="quarter" idx="3"/>
          </p:nvPr>
        </p:nvSpPr>
        <p:spPr>
          <a:xfrm>
            <a:off x="333816" y="6270900"/>
            <a:ext cx="10739714" cy="428383"/>
          </a:xfrm>
          <a:prstGeom prst="rect">
            <a:avLst/>
          </a:prstGeom>
        </p:spPr>
        <p:txBody>
          <a:bodyPr vert="horz" lIns="91440" tIns="45720" rIns="91440" bIns="45720" rtlCol="0" anchor="ctr"/>
          <a:lstStyle>
            <a:lvl1pPr algn="l">
              <a:defRPr sz="687">
                <a:solidFill>
                  <a:schemeClr val="tx1">
                    <a:tint val="75000"/>
                  </a:schemeClr>
                </a:solidFill>
                <a:latin typeface="Segoe UI" panose="020B0502040204020203" pitchFamily="34" charset="0"/>
              </a:defRPr>
            </a:lvl1pPr>
          </a:lstStyle>
          <a:p>
            <a:endParaRPr lang="en-US"/>
          </a:p>
        </p:txBody>
      </p:sp>
    </p:spTree>
    <p:extLst>
      <p:ext uri="{BB962C8B-B14F-4D97-AF65-F5344CB8AC3E}">
        <p14:creationId xmlns:p14="http://schemas.microsoft.com/office/powerpoint/2010/main" val="6354768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81000" y="228600"/>
            <a:ext cx="11430000" cy="5334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380999" y="1143000"/>
            <a:ext cx="11430000" cy="4572000"/>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1" y="6356806"/>
            <a:ext cx="2743459" cy="304800"/>
          </a:xfrm>
          <a:prstGeom prst="rect">
            <a:avLst/>
          </a:prstGeom>
        </p:spPr>
        <p:txBody>
          <a:bodyPr vert="horz" lIns="91440" tIns="45720" rIns="91440" bIns="45720" rtlCol="0" anchor="ctr"/>
          <a:lstStyle>
            <a:lvl1pPr algn="l">
              <a:defRPr sz="1177">
                <a:solidFill>
                  <a:schemeClr val="tx1">
                    <a:tint val="75000"/>
                  </a:schemeClr>
                </a:solidFill>
                <a:latin typeface="Segoe UI" panose="020B0502040204020203" pitchFamily="34" charset="0"/>
              </a:defRPr>
            </a:lvl1pPr>
          </a:lstStyle>
          <a:p>
            <a:fld id="{168F65FC-7790-41D1-919C-95EE2292F7B3}" type="datetime1">
              <a:rPr lang="en-US" smtClean="0"/>
              <a:t>5/21/2020</a:t>
            </a:fld>
            <a:endParaRPr lang="en-US"/>
          </a:p>
        </p:txBody>
      </p:sp>
      <p:sp>
        <p:nvSpPr>
          <p:cNvPr id="5" name="Footer Placeholder 4"/>
          <p:cNvSpPr>
            <a:spLocks noGrp="1"/>
          </p:cNvSpPr>
          <p:nvPr>
            <p:ph type="ftr" sz="quarter" idx="3"/>
          </p:nvPr>
        </p:nvSpPr>
        <p:spPr>
          <a:xfrm>
            <a:off x="4038408" y="6356806"/>
            <a:ext cx="4115189" cy="364224"/>
          </a:xfrm>
          <a:prstGeom prst="rect">
            <a:avLst/>
          </a:prstGeom>
        </p:spPr>
        <p:txBody>
          <a:bodyPr vert="horz" lIns="91440" tIns="45720" rIns="91440" bIns="45720" rtlCol="0" anchor="ctr"/>
          <a:lstStyle>
            <a:lvl1pPr algn="ctr">
              <a:defRPr sz="1177">
                <a:solidFill>
                  <a:schemeClr val="tx1">
                    <a:tint val="75000"/>
                  </a:schemeClr>
                </a:solidFill>
                <a:latin typeface="Segoe UI" panose="020B0502040204020203" pitchFamily="34" charset="0"/>
              </a:defRPr>
            </a:lvl1pPr>
          </a:lstStyle>
          <a:p>
            <a:endParaRPr lang="en-US"/>
          </a:p>
        </p:txBody>
      </p:sp>
      <p:sp>
        <p:nvSpPr>
          <p:cNvPr id="6" name="Slide Number Placeholder 5"/>
          <p:cNvSpPr>
            <a:spLocks noGrp="1"/>
          </p:cNvSpPr>
          <p:nvPr>
            <p:ph type="sldNum" sz="quarter" idx="4"/>
          </p:nvPr>
        </p:nvSpPr>
        <p:spPr>
          <a:xfrm>
            <a:off x="11277600" y="6356805"/>
            <a:ext cx="533400" cy="304800"/>
          </a:xfrm>
          <a:prstGeom prst="rect">
            <a:avLst/>
          </a:prstGeom>
        </p:spPr>
        <p:txBody>
          <a:bodyPr vert="horz" lIns="91440" tIns="45720" rIns="91440" bIns="45720" rtlCol="0" anchor="ctr"/>
          <a:lstStyle>
            <a:lvl1pPr algn="r">
              <a:defRPr sz="1177">
                <a:solidFill>
                  <a:schemeClr val="tx1">
                    <a:tint val="75000"/>
                  </a:schemeClr>
                </a:solidFill>
                <a:latin typeface="Segoe UI" panose="020B0502040204020203" pitchFamily="34" charset="0"/>
              </a:defRPr>
            </a:lvl1pPr>
          </a:lstStyle>
          <a:p>
            <a:fld id="{49A40DB5-B054-4B52-B27D-446721D6CC27}" type="slidenum">
              <a:rPr lang="en-US" smtClean="0"/>
              <a:pPr/>
              <a:t>‹#›</a:t>
            </a:fld>
            <a:endParaRPr lang="en-US"/>
          </a:p>
        </p:txBody>
      </p:sp>
    </p:spTree>
    <p:extLst>
      <p:ext uri="{BB962C8B-B14F-4D97-AF65-F5344CB8AC3E}">
        <p14:creationId xmlns:p14="http://schemas.microsoft.com/office/powerpoint/2010/main" val="140556934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Lst>
  <p:hf hdr="0" ftr="0" dt="0"/>
  <p:txStyles>
    <p:titleStyle>
      <a:lvl1pPr algn="l" defTabSz="896533" rtl="0" eaLnBrk="1" latinLnBrk="0" hangingPunct="1">
        <a:lnSpc>
          <a:spcPct val="90000"/>
        </a:lnSpc>
        <a:spcBef>
          <a:spcPct val="0"/>
        </a:spcBef>
        <a:buNone/>
        <a:defRPr sz="3333" kern="1200">
          <a:solidFill>
            <a:schemeClr val="tx1"/>
          </a:solidFill>
          <a:latin typeface="+mj-lt"/>
          <a:ea typeface="+mj-ea"/>
          <a:cs typeface="+mj-cs"/>
        </a:defRPr>
      </a:lvl1pPr>
    </p:titleStyle>
    <p:bodyStyle>
      <a:lvl1pPr marL="224134" indent="-224134" algn="l" defTabSz="896533" rtl="0" eaLnBrk="1" latinLnBrk="0" hangingPunct="1">
        <a:lnSpc>
          <a:spcPct val="90000"/>
        </a:lnSpc>
        <a:spcBef>
          <a:spcPts val="981"/>
        </a:spcBef>
        <a:buFont typeface="Arial" panose="020B0604020202020204" pitchFamily="34" charset="0"/>
        <a:buChar char="•"/>
        <a:defRPr sz="1961" kern="1200">
          <a:solidFill>
            <a:schemeClr val="tx1"/>
          </a:solidFill>
          <a:latin typeface="Segoe UI" panose="020B0502040204020203" pitchFamily="34" charset="0"/>
          <a:ea typeface="+mn-ea"/>
          <a:cs typeface="+mn-cs"/>
        </a:defRPr>
      </a:lvl1pPr>
      <a:lvl2pPr marL="672400" indent="-224134" algn="l" defTabSz="896533" rtl="0" eaLnBrk="1" latinLnBrk="0" hangingPunct="1">
        <a:lnSpc>
          <a:spcPct val="90000"/>
        </a:lnSpc>
        <a:spcBef>
          <a:spcPts val="490"/>
        </a:spcBef>
        <a:buFont typeface="Arial" panose="020B0604020202020204" pitchFamily="34" charset="0"/>
        <a:buChar char="•"/>
        <a:defRPr sz="1765" kern="1200">
          <a:solidFill>
            <a:schemeClr val="tx1"/>
          </a:solidFill>
          <a:latin typeface="Segoe UI" panose="020B0502040204020203" pitchFamily="34" charset="0"/>
          <a:ea typeface="+mn-ea"/>
          <a:cs typeface="+mn-cs"/>
        </a:defRPr>
      </a:lvl2pPr>
      <a:lvl3pPr marL="1120667" indent="-224134" algn="l" defTabSz="896533" rtl="0" eaLnBrk="1" latinLnBrk="0" hangingPunct="1">
        <a:lnSpc>
          <a:spcPct val="90000"/>
        </a:lnSpc>
        <a:spcBef>
          <a:spcPts val="490"/>
        </a:spcBef>
        <a:buFont typeface="Arial" panose="020B0604020202020204" pitchFamily="34" charset="0"/>
        <a:buChar char="•"/>
        <a:defRPr sz="1569" kern="1200">
          <a:solidFill>
            <a:schemeClr val="tx1"/>
          </a:solidFill>
          <a:latin typeface="Segoe UI" panose="020B0502040204020203" pitchFamily="34" charset="0"/>
          <a:ea typeface="+mn-ea"/>
          <a:cs typeface="+mn-cs"/>
        </a:defRPr>
      </a:lvl3pPr>
      <a:lvl4pPr marL="1568933" indent="-224134" algn="l" defTabSz="896533" rtl="0" eaLnBrk="1" latinLnBrk="0" hangingPunct="1">
        <a:lnSpc>
          <a:spcPct val="90000"/>
        </a:lnSpc>
        <a:spcBef>
          <a:spcPts val="490"/>
        </a:spcBef>
        <a:buFont typeface="Arial" panose="020B0604020202020204" pitchFamily="34" charset="0"/>
        <a:buChar char="•"/>
        <a:defRPr sz="1372" kern="1200">
          <a:solidFill>
            <a:schemeClr val="tx1"/>
          </a:solidFill>
          <a:latin typeface="Segoe UI" panose="020B0502040204020203" pitchFamily="34" charset="0"/>
          <a:ea typeface="+mn-ea"/>
          <a:cs typeface="+mn-cs"/>
        </a:defRPr>
      </a:lvl4pPr>
      <a:lvl5pPr marL="2017200" indent="-224134" algn="l" defTabSz="896533" rtl="0" eaLnBrk="1" latinLnBrk="0" hangingPunct="1">
        <a:lnSpc>
          <a:spcPct val="90000"/>
        </a:lnSpc>
        <a:spcBef>
          <a:spcPts val="490"/>
        </a:spcBef>
        <a:buFont typeface="Arial" panose="020B0604020202020204" pitchFamily="34" charset="0"/>
        <a:buChar char="•"/>
        <a:defRPr sz="1372" kern="1200">
          <a:solidFill>
            <a:schemeClr val="tx1"/>
          </a:solidFill>
          <a:latin typeface="Segoe UI" panose="020B0502040204020203" pitchFamily="34" charset="0"/>
          <a:ea typeface="+mn-ea"/>
          <a:cs typeface="+mn-cs"/>
        </a:defRPr>
      </a:lvl5pPr>
      <a:lvl6pPr marL="2465466" indent="-224134" algn="l" defTabSz="896533" rtl="0" eaLnBrk="1" latinLnBrk="0" hangingPunct="1">
        <a:lnSpc>
          <a:spcPct val="90000"/>
        </a:lnSpc>
        <a:spcBef>
          <a:spcPts val="490"/>
        </a:spcBef>
        <a:buFont typeface="Arial" panose="020B0604020202020204" pitchFamily="34" charset="0"/>
        <a:buChar char="•"/>
        <a:defRPr sz="1765" kern="1200">
          <a:solidFill>
            <a:schemeClr val="tx1"/>
          </a:solidFill>
          <a:latin typeface="+mn-lt"/>
          <a:ea typeface="+mn-ea"/>
          <a:cs typeface="+mn-cs"/>
        </a:defRPr>
      </a:lvl6pPr>
      <a:lvl7pPr marL="2913733" indent="-224134" algn="l" defTabSz="896533" rtl="0" eaLnBrk="1" latinLnBrk="0" hangingPunct="1">
        <a:lnSpc>
          <a:spcPct val="90000"/>
        </a:lnSpc>
        <a:spcBef>
          <a:spcPts val="490"/>
        </a:spcBef>
        <a:buFont typeface="Arial" panose="020B0604020202020204" pitchFamily="34" charset="0"/>
        <a:buChar char="•"/>
        <a:defRPr sz="1765" kern="1200">
          <a:solidFill>
            <a:schemeClr val="tx1"/>
          </a:solidFill>
          <a:latin typeface="+mn-lt"/>
          <a:ea typeface="+mn-ea"/>
          <a:cs typeface="+mn-cs"/>
        </a:defRPr>
      </a:lvl7pPr>
      <a:lvl8pPr marL="3362000" indent="-224134" algn="l" defTabSz="896533" rtl="0" eaLnBrk="1" latinLnBrk="0" hangingPunct="1">
        <a:lnSpc>
          <a:spcPct val="90000"/>
        </a:lnSpc>
        <a:spcBef>
          <a:spcPts val="490"/>
        </a:spcBef>
        <a:buFont typeface="Arial" panose="020B0604020202020204" pitchFamily="34" charset="0"/>
        <a:buChar char="•"/>
        <a:defRPr sz="1765" kern="1200">
          <a:solidFill>
            <a:schemeClr val="tx1"/>
          </a:solidFill>
          <a:latin typeface="+mn-lt"/>
          <a:ea typeface="+mn-ea"/>
          <a:cs typeface="+mn-cs"/>
        </a:defRPr>
      </a:lvl8pPr>
      <a:lvl9pPr marL="3810267" indent="-224134" algn="l" defTabSz="896533" rtl="0" eaLnBrk="1" latinLnBrk="0" hangingPunct="1">
        <a:lnSpc>
          <a:spcPct val="90000"/>
        </a:lnSpc>
        <a:spcBef>
          <a:spcPts val="490"/>
        </a:spcBef>
        <a:buFont typeface="Arial" panose="020B0604020202020204" pitchFamily="34" charset="0"/>
        <a:buChar char="•"/>
        <a:defRPr sz="1765" kern="1200">
          <a:solidFill>
            <a:schemeClr val="tx1"/>
          </a:solidFill>
          <a:latin typeface="+mn-lt"/>
          <a:ea typeface="+mn-ea"/>
          <a:cs typeface="+mn-cs"/>
        </a:defRPr>
      </a:lvl9pPr>
    </p:bodyStyle>
    <p:otherStyle>
      <a:defPPr>
        <a:defRPr lang="en-US"/>
      </a:defPPr>
      <a:lvl1pPr marL="0" algn="l" defTabSz="896533" rtl="0" eaLnBrk="1" latinLnBrk="0" hangingPunct="1">
        <a:defRPr sz="1765" kern="1200">
          <a:solidFill>
            <a:schemeClr val="tx1"/>
          </a:solidFill>
          <a:latin typeface="+mn-lt"/>
          <a:ea typeface="+mn-ea"/>
          <a:cs typeface="+mn-cs"/>
        </a:defRPr>
      </a:lvl1pPr>
      <a:lvl2pPr marL="448267" algn="l" defTabSz="896533" rtl="0" eaLnBrk="1" latinLnBrk="0" hangingPunct="1">
        <a:defRPr sz="1765" kern="1200">
          <a:solidFill>
            <a:schemeClr val="tx1"/>
          </a:solidFill>
          <a:latin typeface="+mn-lt"/>
          <a:ea typeface="+mn-ea"/>
          <a:cs typeface="+mn-cs"/>
        </a:defRPr>
      </a:lvl2pPr>
      <a:lvl3pPr marL="896533" algn="l" defTabSz="896533" rtl="0" eaLnBrk="1" latinLnBrk="0" hangingPunct="1">
        <a:defRPr sz="1765" kern="1200">
          <a:solidFill>
            <a:schemeClr val="tx1"/>
          </a:solidFill>
          <a:latin typeface="+mn-lt"/>
          <a:ea typeface="+mn-ea"/>
          <a:cs typeface="+mn-cs"/>
        </a:defRPr>
      </a:lvl3pPr>
      <a:lvl4pPr marL="1344800" algn="l" defTabSz="896533" rtl="0" eaLnBrk="1" latinLnBrk="0" hangingPunct="1">
        <a:defRPr sz="1765" kern="1200">
          <a:solidFill>
            <a:schemeClr val="tx1"/>
          </a:solidFill>
          <a:latin typeface="+mn-lt"/>
          <a:ea typeface="+mn-ea"/>
          <a:cs typeface="+mn-cs"/>
        </a:defRPr>
      </a:lvl4pPr>
      <a:lvl5pPr marL="1793067" algn="l" defTabSz="896533" rtl="0" eaLnBrk="1" latinLnBrk="0" hangingPunct="1">
        <a:defRPr sz="1765" kern="1200">
          <a:solidFill>
            <a:schemeClr val="tx1"/>
          </a:solidFill>
          <a:latin typeface="+mn-lt"/>
          <a:ea typeface="+mn-ea"/>
          <a:cs typeface="+mn-cs"/>
        </a:defRPr>
      </a:lvl5pPr>
      <a:lvl6pPr marL="2241334" algn="l" defTabSz="896533" rtl="0" eaLnBrk="1" latinLnBrk="0" hangingPunct="1">
        <a:defRPr sz="1765" kern="1200">
          <a:solidFill>
            <a:schemeClr val="tx1"/>
          </a:solidFill>
          <a:latin typeface="+mn-lt"/>
          <a:ea typeface="+mn-ea"/>
          <a:cs typeface="+mn-cs"/>
        </a:defRPr>
      </a:lvl6pPr>
      <a:lvl7pPr marL="2689600" algn="l" defTabSz="896533" rtl="0" eaLnBrk="1" latinLnBrk="0" hangingPunct="1">
        <a:defRPr sz="1765" kern="1200">
          <a:solidFill>
            <a:schemeClr val="tx1"/>
          </a:solidFill>
          <a:latin typeface="+mn-lt"/>
          <a:ea typeface="+mn-ea"/>
          <a:cs typeface="+mn-cs"/>
        </a:defRPr>
      </a:lvl7pPr>
      <a:lvl8pPr marL="3137867" algn="l" defTabSz="896533" rtl="0" eaLnBrk="1" latinLnBrk="0" hangingPunct="1">
        <a:defRPr sz="1765" kern="1200">
          <a:solidFill>
            <a:schemeClr val="tx1"/>
          </a:solidFill>
          <a:latin typeface="+mn-lt"/>
          <a:ea typeface="+mn-ea"/>
          <a:cs typeface="+mn-cs"/>
        </a:defRPr>
      </a:lvl8pPr>
      <a:lvl9pPr marL="3586133" algn="l" defTabSz="896533" rtl="0" eaLnBrk="1" latinLnBrk="0" hangingPunct="1">
        <a:defRPr sz="1765"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592">
          <p15:clr>
            <a:srgbClr val="F26B43"/>
          </p15:clr>
        </p15:guide>
        <p15:guide id="2" pos="4608">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xml"/><Relationship Id="rId1" Type="http://schemas.openxmlformats.org/officeDocument/2006/relationships/slideLayout" Target="../slideLayouts/slideLayout9.xml"/><Relationship Id="rId5" Type="http://schemas.openxmlformats.org/officeDocument/2006/relationships/image" Target="../media/image12.png"/><Relationship Id="rId4"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088F94-B25D-4165-A05B-C919FE124538}"/>
              </a:ext>
            </a:extLst>
          </p:cNvPr>
          <p:cNvSpPr>
            <a:spLocks noGrp="1"/>
          </p:cNvSpPr>
          <p:nvPr>
            <p:ph type="title"/>
          </p:nvPr>
        </p:nvSpPr>
        <p:spPr/>
        <p:txBody>
          <a:bodyPr/>
          <a:lstStyle/>
          <a:p>
            <a:r>
              <a:rPr lang="en-US" dirty="0"/>
              <a:t>Alorica &amp; </a:t>
            </a:r>
            <a:r>
              <a:rPr lang="en-US" dirty="0" err="1"/>
              <a:t>PowerSuite</a:t>
            </a:r>
            <a:endParaRPr lang="en-US" dirty="0"/>
          </a:p>
        </p:txBody>
      </p:sp>
      <p:sp>
        <p:nvSpPr>
          <p:cNvPr id="11" name="Rectangle 10">
            <a:extLst>
              <a:ext uri="{FF2B5EF4-FFF2-40B4-BE49-F238E27FC236}">
                <a16:creationId xmlns:a16="http://schemas.microsoft.com/office/drawing/2014/main" id="{33392E77-EB89-4D4D-9F34-762A2B9788B5}"/>
              </a:ext>
            </a:extLst>
          </p:cNvPr>
          <p:cNvSpPr/>
          <p:nvPr/>
        </p:nvSpPr>
        <p:spPr>
          <a:xfrm>
            <a:off x="10749644" y="6356805"/>
            <a:ext cx="798286" cy="2696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76845"/>
            <a:endParaRPr lang="en-US" sz="1500" dirty="0">
              <a:solidFill>
                <a:prstClr val="white"/>
              </a:solidFill>
              <a:latin typeface="Segoe UI"/>
            </a:endParaRPr>
          </a:p>
        </p:txBody>
      </p:sp>
      <p:sp>
        <p:nvSpPr>
          <p:cNvPr id="5" name="TextBox 4">
            <a:extLst>
              <a:ext uri="{FF2B5EF4-FFF2-40B4-BE49-F238E27FC236}">
                <a16:creationId xmlns:a16="http://schemas.microsoft.com/office/drawing/2014/main" id="{71EB9311-5018-47E8-8513-3B43EB046859}"/>
              </a:ext>
            </a:extLst>
          </p:cNvPr>
          <p:cNvSpPr txBox="1"/>
          <p:nvPr/>
        </p:nvSpPr>
        <p:spPr>
          <a:xfrm>
            <a:off x="190955" y="1072739"/>
            <a:ext cx="7233798" cy="5467522"/>
          </a:xfrm>
          <a:prstGeom prst="rect">
            <a:avLst/>
          </a:prstGeom>
          <a:noFill/>
        </p:spPr>
        <p:txBody>
          <a:bodyPr wrap="square" rtlCol="0">
            <a:spAutoFit/>
          </a:bodyPr>
          <a:lstStyle/>
          <a:p>
            <a:pPr defTabSz="976845"/>
            <a:r>
              <a:rPr lang="en-US" sz="2333" b="1" dirty="0">
                <a:solidFill>
                  <a:srgbClr val="0096A9"/>
                </a:solidFill>
                <a:latin typeface="Segoe UI"/>
              </a:rPr>
              <a:t>Customer Challenge</a:t>
            </a:r>
          </a:p>
          <a:p>
            <a:pPr defTabSz="976845"/>
            <a:r>
              <a:rPr lang="en-US" sz="1667" dirty="0">
                <a:solidFill>
                  <a:prstClr val="black"/>
                </a:solidFill>
              </a:rPr>
              <a:t>A leader in the worldwide call center industry approached us with a request to create an intuitive yet powerful digital form, which would allow multiple managers across teams to craft new positions in the organization. Additionally, to ensure swift approvals from managers, Affirma was asked to create an automated process to allow managers to approve changes to the form. </a:t>
            </a:r>
          </a:p>
          <a:p>
            <a:pPr defTabSz="976845"/>
            <a:endParaRPr lang="en-US" sz="1923" dirty="0">
              <a:solidFill>
                <a:prstClr val="black"/>
              </a:solidFill>
              <a:latin typeface="Segoe UI"/>
            </a:endParaRPr>
          </a:p>
          <a:p>
            <a:pPr defTabSz="976845"/>
            <a:r>
              <a:rPr lang="en-US" sz="2333" b="1" dirty="0">
                <a:solidFill>
                  <a:srgbClr val="0096A9"/>
                </a:solidFill>
                <a:latin typeface="Segoe UI"/>
              </a:rPr>
              <a:t>What We Did</a:t>
            </a:r>
          </a:p>
          <a:p>
            <a:pPr defTabSz="976845"/>
            <a:r>
              <a:rPr lang="en-US" sz="1667" dirty="0">
                <a:solidFill>
                  <a:prstClr val="black"/>
                </a:solidFill>
              </a:rPr>
              <a:t>Affirma produced a complete solution utilizing Microsoft </a:t>
            </a:r>
            <a:r>
              <a:rPr lang="en-US" sz="1667" dirty="0" err="1">
                <a:solidFill>
                  <a:prstClr val="black"/>
                </a:solidFill>
              </a:rPr>
              <a:t>PowerSuite</a:t>
            </a:r>
            <a:r>
              <a:rPr lang="en-US" sz="1667" dirty="0">
                <a:solidFill>
                  <a:prstClr val="black"/>
                </a:solidFill>
              </a:rPr>
              <a:t>, providing an engaging form coupled with an advanced automated approval flow; which drove internal process efficiency and management participation.</a:t>
            </a:r>
          </a:p>
          <a:p>
            <a:pPr defTabSz="976845"/>
            <a:endParaRPr lang="en-US" sz="1667" dirty="0">
              <a:solidFill>
                <a:prstClr val="black"/>
              </a:solidFill>
            </a:endParaRPr>
          </a:p>
          <a:p>
            <a:pPr defTabSz="976845"/>
            <a:r>
              <a:rPr lang="en-US" sz="1667" dirty="0">
                <a:solidFill>
                  <a:prstClr val="black"/>
                </a:solidFill>
              </a:rPr>
              <a:t>Created an “editing mode” link that allows users to interact with previously submitted versions of the form live.</a:t>
            </a:r>
          </a:p>
          <a:p>
            <a:pPr defTabSz="976845"/>
            <a:endParaRPr lang="en-US" sz="1667" dirty="0">
              <a:solidFill>
                <a:prstClr val="black"/>
              </a:solidFill>
            </a:endParaRPr>
          </a:p>
          <a:p>
            <a:pPr defTabSz="976845"/>
            <a:r>
              <a:rPr lang="en-US" sz="1667" dirty="0">
                <a:solidFill>
                  <a:prstClr val="black"/>
                </a:solidFill>
              </a:rPr>
              <a:t>Affirma built the form with “dynamic interaction” in mind. Entire sections show/hide depending on selected options. The form adapts to the appropriate context.</a:t>
            </a:r>
            <a:endParaRPr lang="en-US" sz="1923" dirty="0">
              <a:solidFill>
                <a:prstClr val="black"/>
              </a:solidFill>
              <a:latin typeface="Segoe UI"/>
            </a:endParaRPr>
          </a:p>
        </p:txBody>
      </p:sp>
      <p:sp>
        <p:nvSpPr>
          <p:cNvPr id="6" name="Slide Number Placeholder 5">
            <a:extLst>
              <a:ext uri="{FF2B5EF4-FFF2-40B4-BE49-F238E27FC236}">
                <a16:creationId xmlns:a16="http://schemas.microsoft.com/office/drawing/2014/main" id="{381B42F6-E487-44AA-AC27-1733547D4879}"/>
              </a:ext>
            </a:extLst>
          </p:cNvPr>
          <p:cNvSpPr>
            <a:spLocks noGrp="1"/>
          </p:cNvSpPr>
          <p:nvPr>
            <p:ph type="sldNum" sz="quarter" idx="12"/>
          </p:nvPr>
        </p:nvSpPr>
        <p:spPr/>
        <p:txBody>
          <a:bodyPr/>
          <a:lstStyle/>
          <a:p>
            <a:pPr defTabSz="976845"/>
            <a:fld id="{49A40DB5-B054-4B52-B27D-446721D6CC27}" type="slidenum">
              <a:rPr lang="en-US">
                <a:solidFill>
                  <a:prstClr val="black">
                    <a:tint val="75000"/>
                  </a:prstClr>
                </a:solidFill>
              </a:rPr>
              <a:pPr defTabSz="976845"/>
              <a:t>1</a:t>
            </a:fld>
            <a:endParaRPr lang="en-US">
              <a:solidFill>
                <a:prstClr val="black">
                  <a:tint val="75000"/>
                </a:prstClr>
              </a:solidFill>
            </a:endParaRPr>
          </a:p>
        </p:txBody>
      </p:sp>
      <p:pic>
        <p:nvPicPr>
          <p:cNvPr id="12" name="Picture 11">
            <a:extLst>
              <a:ext uri="{FF2B5EF4-FFF2-40B4-BE49-F238E27FC236}">
                <a16:creationId xmlns:a16="http://schemas.microsoft.com/office/drawing/2014/main" id="{92AEA509-EBE7-478B-8C05-1C6F2FB6C850}"/>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pic>
        <p:nvPicPr>
          <p:cNvPr id="9" name="Picture 8">
            <a:extLst>
              <a:ext uri="{FF2B5EF4-FFF2-40B4-BE49-F238E27FC236}">
                <a16:creationId xmlns:a16="http://schemas.microsoft.com/office/drawing/2014/main" id="{133C5604-1FB5-4B2D-8B92-A3DF6BEBE486}"/>
              </a:ext>
            </a:extLst>
          </p:cNvPr>
          <p:cNvPicPr>
            <a:picLocks noChangeAspect="1"/>
          </p:cNvPicPr>
          <p:nvPr/>
        </p:nvPicPr>
        <p:blipFill>
          <a:blip r:embed="rId4"/>
          <a:stretch>
            <a:fillRect/>
          </a:stretch>
        </p:blipFill>
        <p:spPr>
          <a:xfrm>
            <a:off x="8092790" y="1140207"/>
            <a:ext cx="3836870" cy="4970330"/>
          </a:xfrm>
          <a:prstGeom prst="rect">
            <a:avLst/>
          </a:prstGeom>
        </p:spPr>
      </p:pic>
      <p:pic>
        <p:nvPicPr>
          <p:cNvPr id="10" name="Picture 9">
            <a:extLst>
              <a:ext uri="{FF2B5EF4-FFF2-40B4-BE49-F238E27FC236}">
                <a16:creationId xmlns:a16="http://schemas.microsoft.com/office/drawing/2014/main" id="{3DBF7E0F-C792-4060-969F-415762656442}"/>
              </a:ext>
            </a:extLst>
          </p:cNvPr>
          <p:cNvPicPr>
            <a:picLocks noChangeAspect="1"/>
          </p:cNvPicPr>
          <p:nvPr/>
        </p:nvPicPr>
        <p:blipFill>
          <a:blip r:embed="rId5"/>
          <a:stretch>
            <a:fillRect/>
          </a:stretch>
        </p:blipFill>
        <p:spPr>
          <a:xfrm>
            <a:off x="7584271" y="4305004"/>
            <a:ext cx="4504908" cy="2007806"/>
          </a:xfrm>
          <a:prstGeom prst="rect">
            <a:avLst/>
          </a:prstGeom>
        </p:spPr>
      </p:pic>
    </p:spTree>
    <p:extLst>
      <p:ext uri="{BB962C8B-B14F-4D97-AF65-F5344CB8AC3E}">
        <p14:creationId xmlns:p14="http://schemas.microsoft.com/office/powerpoint/2010/main" val="307027255"/>
      </p:ext>
    </p:extLst>
  </p:cSld>
  <p:clrMapOvr>
    <a:masterClrMapping/>
  </p:clrMapOvr>
</p:sld>
</file>

<file path=ppt/theme/theme1.xml><?xml version="1.0" encoding="utf-8"?>
<a:theme xmlns:a="http://schemas.openxmlformats.org/drawingml/2006/main" name="2_Custom Design">
  <a:themeElements>
    <a:clrScheme name="Affirma">
      <a:dk1>
        <a:sysClr val="windowText" lastClr="000000"/>
      </a:dk1>
      <a:lt1>
        <a:sysClr val="window" lastClr="FFFFFF"/>
      </a:lt1>
      <a:dk2>
        <a:srgbClr val="44546A"/>
      </a:dk2>
      <a:lt2>
        <a:srgbClr val="E7E6E6"/>
      </a:lt2>
      <a:accent1>
        <a:srgbClr val="235A5F"/>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ustom 1">
      <a:majorFont>
        <a:latin typeface="Segoe UI Light"/>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ffirma_QBR-CI_FY18 Q2_Prep(Updated)" id="{60F98659-98E9-4C4D-9310-9510EF3F70E3}" vid="{65065986-2AC3-4681-8D2A-70BCEC6AD53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p:properties xmlns:p="http://schemas.microsoft.com/office/2006/metadata/properties" xmlns:xsi="http://www.w3.org/2001/XMLSchema-instance" xmlns:pc="http://schemas.microsoft.com/office/infopath/2007/PartnerControls">
  <documentManagement>
    <BusinessUnit xmlns="f0ee8362-fa7e-4bc9-ab88-7dcfb17cb19b">
      <Value>Modern Workplace</Value>
    </BusinessUnit>
    <Solutions xmlns="f0ee8362-fa7e-4bc9-ab88-7dcfb17cb19b">
      <Value>Customer &amp; Partner Support BPO</Value>
      <Value>UX/ UI Design</Value>
      <Value>Process Automation</Value>
    </Solutions>
    <Industries xmlns="f0ee8362-fa7e-4bc9-ab88-7dcfb17cb19b">
      <Value>Services</Value>
      <Value>BPO</Value>
    </Industries>
    <Notes0 xmlns="f0ee8362-fa7e-4bc9-ab88-7dcfb17cb19b" xsi:nil="true"/>
    <Named_x0020_Account xmlns="f0ee8362-fa7e-4bc9-ab88-7dcfb17cb19b" xsi:nil="true"/>
    <PlatTech xmlns="f0ee8362-fa7e-4bc9-ab88-7dcfb17cb19b">
      <Value>PowerSuite</Value>
    </PlatTech>
    <ApprovedByClient xmlns="f0ee8362-fa7e-4bc9-ab88-7dcfb17cb19b">false</ApprovedByClient>
    <ProjectCompletionDate xmlns="f0ee8362-fa7e-4bc9-ab88-7dcfb17cb19b"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0D23BCBB7020E34DAE994A365BA94206" ma:contentTypeVersion="12" ma:contentTypeDescription="Create a new document." ma:contentTypeScope="" ma:versionID="b1c940a28d9f7ed7841dd66e388476ed">
  <xsd:schema xmlns:xsd="http://www.w3.org/2001/XMLSchema" xmlns:xs="http://www.w3.org/2001/XMLSchema" xmlns:p="http://schemas.microsoft.com/office/2006/metadata/properties" xmlns:ns2="f0ee8362-fa7e-4bc9-ab88-7dcfb17cb19b" targetNamespace="http://schemas.microsoft.com/office/2006/metadata/properties" ma:root="true" ma:fieldsID="8c9fb4aa225d81f58c6fca2e551d2526" ns2:_="">
    <xsd:import namespace="f0ee8362-fa7e-4bc9-ab88-7dcfb17cb19b"/>
    <xsd:element name="properties">
      <xsd:complexType>
        <xsd:sequence>
          <xsd:element name="documentManagement">
            <xsd:complexType>
              <xsd:all>
                <xsd:element ref="ns2:BusinessUnit" minOccurs="0"/>
                <xsd:element ref="ns2:Industries" minOccurs="0"/>
                <xsd:element ref="ns2:Solutions" minOccurs="0"/>
                <xsd:element ref="ns2:PlatTech" minOccurs="0"/>
                <xsd:element ref="ns2:Notes0" minOccurs="0"/>
                <xsd:element ref="ns2:Named_x0020_Account" minOccurs="0"/>
                <xsd:element ref="ns2:MediaServiceMetadata" minOccurs="0"/>
                <xsd:element ref="ns2:MediaServiceFastMetadata" minOccurs="0"/>
                <xsd:element ref="ns2:MediaServiceSearchProperties" minOccurs="0"/>
                <xsd:element ref="ns2:MediaServiceObjectDetectorVersions" minOccurs="0"/>
                <xsd:element ref="ns2:ProjectCompletionDate" minOccurs="0"/>
                <xsd:element ref="ns2:ApprovedByClient"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0ee8362-fa7e-4bc9-ab88-7dcfb17cb19b" elementFormDefault="qualified">
    <xsd:import namespace="http://schemas.microsoft.com/office/2006/documentManagement/types"/>
    <xsd:import namespace="http://schemas.microsoft.com/office/infopath/2007/PartnerControls"/>
    <xsd:element name="BusinessUnit" ma:index="8" nillable="true" ma:displayName="Business Unit" ma:internalName="BusinessUnit">
      <xsd:complexType>
        <xsd:complexContent>
          <xsd:extension base="dms:MultiChoice">
            <xsd:sequence>
              <xsd:element name="Value" maxOccurs="unbounded" minOccurs="0" nillable="true">
                <xsd:simpleType>
                  <xsd:restriction base="dms:Choice">
                    <xsd:enumeration value="Business Process Outsourcing"/>
                    <xsd:enumeration value="Content and Change Management"/>
                    <xsd:enumeration value="Creative"/>
                    <xsd:enumeration value="Custom Development"/>
                    <xsd:enumeration value="Customer Relationship Management"/>
                    <xsd:enumeration value="Data and Analytics"/>
                    <xsd:enumeration value="Engagement Marketing"/>
                    <xsd:enumeration value="Infrastructure"/>
                    <xsd:enumeration value="Marketing Services"/>
                    <xsd:enumeration value="Modern Workplace"/>
                    <xsd:enumeration value="NetSuite"/>
                  </xsd:restriction>
                </xsd:simpleType>
              </xsd:element>
            </xsd:sequence>
          </xsd:extension>
        </xsd:complexContent>
      </xsd:complexType>
    </xsd:element>
    <xsd:element name="Industries" ma:index="9" nillable="true" ma:displayName="Industries" ma:format="Dropdown" ma:internalName="Industries">
      <xsd:complexType>
        <xsd:complexContent>
          <xsd:extension base="dms:MultiChoice">
            <xsd:sequence>
              <xsd:element name="Value" maxOccurs="unbounded" minOccurs="0" nillable="true">
                <xsd:simpleType>
                  <xsd:restriction base="dms:Choice">
                    <xsd:enumeration value="Aerospace"/>
                    <xsd:enumeration value="Agriculture"/>
                    <xsd:enumeration value="Agriculture Food"/>
                    <xsd:enumeration value="AI / AI Models"/>
                    <xsd:enumeration value="B2B"/>
                    <xsd:enumeration value="B2C"/>
                    <xsd:enumeration value="Chemical"/>
                    <xsd:enumeration value="Construction"/>
                    <xsd:enumeration value="Defence"/>
                    <xsd:enumeration value="Education"/>
                    <xsd:enumeration value="Energy"/>
                    <xsd:enumeration value="Engineering"/>
                    <xsd:enumeration value="Entertainment"/>
                    <xsd:enumeration value="Financial Services"/>
                    <xsd:enumeration value="Food"/>
                    <xsd:enumeration value="Government"/>
                    <xsd:enumeration value="Healthcare"/>
                    <xsd:enumeration value="Hospitality"/>
                    <xsd:enumeration value="Legal"/>
                    <xsd:enumeration value="Life Sciences"/>
                    <xsd:enumeration value="Manufacturing"/>
                    <xsd:enumeration value="Media"/>
                    <xsd:enumeration value="Non-Profit"/>
                    <xsd:enumeration value="Real Estate"/>
                    <xsd:enumeration value="Retail"/>
                    <xsd:enumeration value="Services"/>
                    <xsd:enumeration value="Technology"/>
                    <xsd:enumeration value="Telecommunications"/>
                    <xsd:enumeration value="Transportation"/>
                    <xsd:enumeration value="Water"/>
                    <xsd:enumeration value="Wellness"/>
                    <xsd:enumeration value="BPO"/>
                  </xsd:restriction>
                </xsd:simpleType>
              </xsd:element>
            </xsd:sequence>
          </xsd:extension>
        </xsd:complexContent>
      </xsd:complexType>
    </xsd:element>
    <xsd:element name="Solutions" ma:index="10" nillable="true" ma:displayName="Solutions" ma:format="Dropdown" ma:internalName="Solutions">
      <xsd:complexType>
        <xsd:complexContent>
          <xsd:extension base="dms:MultiChoice">
            <xsd:sequence>
              <xsd:element name="Value" maxOccurs="unbounded" minOccurs="0" nillable="true">
                <xsd:simpleType>
                  <xsd:restriction base="dms:Choice">
                    <xsd:enumeration value="ABM Marketing"/>
                    <xsd:enumeration value="AI"/>
                    <xsd:enumeration value="Audit"/>
                    <xsd:enumeration value="Change Management"/>
                    <xsd:enumeration value="Cloud"/>
                    <xsd:enumeration value="Configurations"/>
                    <xsd:enumeration value="Content"/>
                    <xsd:enumeration value="Customer &amp; Partner Support BPO"/>
                    <xsd:enumeration value="Customer / Partner Portal"/>
                    <xsd:enumeration value="Custom Search"/>
                    <xsd:enumeration value="Cybersecurity"/>
                    <xsd:enumeration value="Data Analytics"/>
                    <xsd:enumeration value="Design"/>
                    <xsd:enumeration value="Email Campaigns"/>
                    <xsd:enumeration value="Event support"/>
                    <xsd:enumeration value="HelpDesk Outsourcing BPO"/>
                    <xsd:enumeration value="Integrations"/>
                    <xsd:enumeration value="Intranet / Extranet"/>
                    <xsd:enumeration value="IoT"/>
                    <xsd:enumeration value="Link Building"/>
                    <xsd:enumeration value="Marketing Automation"/>
                    <xsd:enumeration value="Marketing Strategy"/>
                    <xsd:enumeration value="Marketing Technology"/>
                    <xsd:enumeration value="Migrations"/>
                    <xsd:enumeration value="Mobile Application"/>
                    <xsd:enumeration value="Organic Social Media"/>
                    <xsd:enumeration value="PPC"/>
                    <xsd:enumeration value="Personas &amp; Journey Mapping"/>
                    <xsd:enumeration value="Process Automation"/>
                    <xsd:enumeration value="Product Development"/>
                    <xsd:enumeration value="Research"/>
                    <xsd:enumeration value="SEO/ AEO"/>
                    <xsd:enumeration value="SPFx"/>
                    <xsd:enumeration value="Training"/>
                    <xsd:enumeration value="UX/ UI Design"/>
                    <xsd:enumeration value="Video Production"/>
                    <xsd:enumeration value="Webinars"/>
                    <xsd:enumeration value="Websites"/>
                    <xsd:enumeration value="DevOps"/>
                  </xsd:restriction>
                </xsd:simpleType>
              </xsd:element>
            </xsd:sequence>
          </xsd:extension>
        </xsd:complexContent>
      </xsd:complexType>
    </xsd:element>
    <xsd:element name="PlatTech" ma:index="11" nillable="true" ma:displayName="Platform / Technology" ma:format="Dropdown" ma:internalName="PlatTech">
      <xsd:complexType>
        <xsd:complexContent>
          <xsd:extension base="dms:MultiChoice">
            <xsd:sequence>
              <xsd:element name="Value" maxOccurs="unbounded" minOccurs="0" nillable="true">
                <xsd:simpleType>
                  <xsd:restriction base="dms:Choice">
                    <xsd:enumeration value=".NET"/>
                    <xsd:enumeration value="Android App"/>
                    <xsd:enumeration value="AWS"/>
                    <xsd:enumeration value="Angular"/>
                    <xsd:enumeration value="Azure"/>
                    <xsd:enumeration value="Azure DevOps"/>
                    <xsd:enumeration value="Boomi"/>
                    <xsd:enumeration value="Drupal"/>
                    <xsd:enumeration value="Dynamics"/>
                    <xsd:enumeration value="Flutter"/>
                    <xsd:enumeration value="GCP"/>
                    <xsd:enumeration value="Google"/>
                    <xsd:enumeration value="Great Plains"/>
                    <xsd:enumeration value="Hootsuite"/>
                    <xsd:enumeration value="HubSpot"/>
                    <xsd:enumeration value="iOS App"/>
                    <xsd:enumeration value="Java"/>
                    <xsd:enumeration value="Kentico"/>
                    <xsd:enumeration value="Looker Studio"/>
                    <xsd:enumeration value="Mobile App"/>
                    <xsd:enumeration value="Marketo / Adobe"/>
                    <xsd:enumeration value="NetSuite"/>
                    <xsd:enumeration value="O365"/>
                    <xsd:enumeration value="OneDrive"/>
                    <xsd:enumeration value="PowerSuite"/>
                    <xsd:enumeration value="Power BI"/>
                    <xsd:enumeration value="QuickBooks"/>
                    <xsd:enumeration value="React"/>
                    <xsd:enumeration value="React Native"/>
                    <xsd:enumeration value="Sage"/>
                    <xsd:enumeration value="Salesforce"/>
                    <xsd:enumeration value="Salesforce Experience Cloud"/>
                    <xsd:enumeration value="Salesforce Marketing Cloud"/>
                    <xsd:enumeration value="Salesforce CPQ"/>
                    <xsd:enumeration value="Salesforce Pardot"/>
                    <xsd:enumeration value="SharePoint"/>
                    <xsd:enumeration value="Shopify"/>
                    <xsd:enumeration value="Sitecore"/>
                    <xsd:enumeration value="Sitefinity"/>
                    <xsd:enumeration value="Snowflake"/>
                    <xsd:enumeration value="Sprinklr"/>
                    <xsd:enumeration value="SproutSocial"/>
                    <xsd:enumeration value="Tableau"/>
                    <xsd:enumeration value="WP Engine"/>
                    <xsd:enumeration value="Webflow"/>
                    <xsd:enumeration value="WooCommerce"/>
                    <xsd:enumeration value="WordPress"/>
                    <xsd:enumeration value="Zoho"/>
                    <xsd:enumeration value="Power Apps"/>
                    <xsd:enumeration value="Teams"/>
                    <xsd:enumeration value="Azure Data Factory"/>
                    <xsd:enumeration value="Zendesk"/>
                    <xsd:enumeration value="Business Central"/>
                    <xsd:enumeration value="Viva"/>
                  </xsd:restriction>
                </xsd:simpleType>
              </xsd:element>
            </xsd:sequence>
          </xsd:extension>
        </xsd:complexContent>
      </xsd:complexType>
    </xsd:element>
    <xsd:element name="Notes0" ma:index="12" nillable="true" ma:displayName="Notes" ma:internalName="Notes0">
      <xsd:simpleType>
        <xsd:restriction base="dms:Text">
          <xsd:maxLength value="255"/>
        </xsd:restriction>
      </xsd:simpleType>
    </xsd:element>
    <xsd:element name="Named_x0020_Account" ma:index="13" nillable="true" ma:displayName="Named Account" ma:format="Dropdown" ma:internalName="Named_x0020_Account">
      <xsd:simpleType>
        <xsd:restriction base="dms:Choice">
          <xsd:enumeration value="Microsoft"/>
          <xsd:enumeration value="Meta"/>
          <xsd:enumeration value="Amazon"/>
        </xsd:restriction>
      </xsd:simpleType>
    </xsd:element>
    <xsd:element name="MediaServiceMetadata" ma:index="14" nillable="true" ma:displayName="MediaServiceMetadata" ma:hidden="true" ma:internalName="MediaServiceMetadata" ma:readOnly="true">
      <xsd:simpleType>
        <xsd:restriction base="dms:Note"/>
      </xsd:simpleType>
    </xsd:element>
    <xsd:element name="MediaServiceFastMetadata" ma:index="15" nillable="true" ma:displayName="MediaServiceFastMetadata" ma:hidden="true" ma:internalName="MediaServiceFastMetadata" ma:readOnly="true">
      <xsd:simpleType>
        <xsd:restriction base="dms:Note"/>
      </xsd:simpleType>
    </xsd:element>
    <xsd:element name="MediaServiceSearchProperties" ma:index="16" nillable="true" ma:displayName="MediaServiceSearchProperties" ma:hidden="true" ma:internalName="MediaServiceSearchProperties" ma:readOnly="true">
      <xsd:simpleType>
        <xsd:restriction base="dms:Note"/>
      </xsd:simpleType>
    </xsd:element>
    <xsd:element name="MediaServiceObjectDetectorVersions" ma:index="17" nillable="true" ma:displayName="MediaServiceObjectDetectorVersions" ma:hidden="true" ma:indexed="true" ma:internalName="MediaServiceObjectDetectorVersions" ma:readOnly="true">
      <xsd:simpleType>
        <xsd:restriction base="dms:Text"/>
      </xsd:simpleType>
    </xsd:element>
    <xsd:element name="ProjectCompletionDate" ma:index="18" nillable="true" ma:displayName="Project Completion Date" ma:format="DateOnly" ma:internalName="ProjectCompletionDate">
      <xsd:simpleType>
        <xsd:restriction base="dms:DateTime"/>
      </xsd:simpleType>
    </xsd:element>
    <xsd:element name="ApprovedByClient" ma:index="19" nillable="true" ma:displayName="Approved By Client" ma:default="0" ma:format="Dropdown" ma:internalName="ApprovedByClient">
      <xsd:simpleType>
        <xsd:restriction base="dms:Boolea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4.xml><?xml version="1.0" encoding="utf-8"?>
<?mso-contentType ?>
<customXsn xmlns="http://schemas.microsoft.com/office/2006/metadata/customXsn">
  <xsnLocation/>
  <cached>True</cached>
  <openByDefault>False</openByDefault>
  <xsnScope/>
</customXsn>
</file>

<file path=customXml/itemProps1.xml><?xml version="1.0" encoding="utf-8"?>
<ds:datastoreItem xmlns:ds="http://schemas.openxmlformats.org/officeDocument/2006/customXml" ds:itemID="{28E95DF9-2997-4BD3-9C91-3EF6B70D2F3A}">
  <ds:schemaRefs>
    <ds:schemaRef ds:uri="http://purl.org/dc/elements/1.1/"/>
    <ds:schemaRef ds:uri="http://purl.org/dc/terms/"/>
    <ds:schemaRef ds:uri="d32e32f4-7a47-4a1a-8faa-b8e82aa8c412"/>
    <ds:schemaRef ds:uri="0b603848-ec9b-4f0c-b42d-ae5d8eeb1b9b"/>
    <ds:schemaRef ds:uri="http://schemas.openxmlformats.org/package/2006/metadata/core-properties"/>
    <ds:schemaRef ds:uri="http://schemas.microsoft.com/office/2006/metadata/properties"/>
    <ds:schemaRef ds:uri="http://schemas.microsoft.com/office/infopath/2007/PartnerControls"/>
    <ds:schemaRef ds:uri="http://schemas.microsoft.com/office/2006/documentManagement/types"/>
    <ds:schemaRef ds:uri="http://www.w3.org/XML/1998/namespace"/>
    <ds:schemaRef ds:uri="http://purl.org/dc/dcmitype/"/>
  </ds:schemaRefs>
</ds:datastoreItem>
</file>

<file path=customXml/itemProps2.xml><?xml version="1.0" encoding="utf-8"?>
<ds:datastoreItem xmlns:ds="http://schemas.openxmlformats.org/officeDocument/2006/customXml" ds:itemID="{80F2F51F-5730-46D0-AD65-9162EC256A0D}">
  <ds:schemaRefs>
    <ds:schemaRef ds:uri="http://schemas.microsoft.com/sharepoint/v3/contenttype/forms"/>
  </ds:schemaRefs>
</ds:datastoreItem>
</file>

<file path=customXml/itemProps3.xml><?xml version="1.0" encoding="utf-8"?>
<ds:datastoreItem xmlns:ds="http://schemas.openxmlformats.org/officeDocument/2006/customXml" ds:itemID="{55441355-1EA9-4811-A37D-9120208B29A9}"/>
</file>

<file path=customXml/itemProps4.xml><?xml version="1.0" encoding="utf-8"?>
<ds:datastoreItem xmlns:ds="http://schemas.openxmlformats.org/officeDocument/2006/customXml" ds:itemID="{026E21C1-D16E-4C4B-8D89-EA2C1B1FB6F1}"/>
</file>

<file path=docProps/app.xml><?xml version="1.0" encoding="utf-8"?>
<Properties xmlns="http://schemas.openxmlformats.org/officeDocument/2006/extended-properties" xmlns:vt="http://schemas.openxmlformats.org/officeDocument/2006/docPropsVTypes">
  <TotalTime>7</TotalTime>
  <Words>71</Words>
  <Application>Microsoft Office PowerPoint</Application>
  <PresentationFormat>Widescreen</PresentationFormat>
  <Paragraphs>12</Paragraphs>
  <Slides>1</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vt:i4>
      </vt:variant>
    </vt:vector>
  </HeadingPairs>
  <TitlesOfParts>
    <vt:vector size="7" baseType="lpstr">
      <vt:lpstr>Arial</vt:lpstr>
      <vt:lpstr>Calibri</vt:lpstr>
      <vt:lpstr>Segoe UI</vt:lpstr>
      <vt:lpstr>Segoe UI Light</vt:lpstr>
      <vt:lpstr>Segoe UI Semilight</vt:lpstr>
      <vt:lpstr>2_Custom Design</vt:lpstr>
      <vt:lpstr>Alorica &amp; PowerSuite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Alorica and PowerSuite</dc:title>
  <dc:creator>Maria Mejia-Henao</dc:creator>
  <cp:lastModifiedBy>Maria Mejia-Henao</cp:lastModifiedBy>
  <cp:revision>1</cp:revision>
  <dcterms:created xsi:type="dcterms:W3CDTF">2020-05-19T16:10:02Z</dcterms:created>
  <dcterms:modified xsi:type="dcterms:W3CDTF">2020-05-22T05:00:07Z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0x0101000D23BCBB7020E34DAE994A365BA94206</vt:lpwstr>
  </property>
  <property fmtid="{D5CDD505-2E9C-101B-9397-08002B2CF9AE}" pid="3" name="xd_Signature">
    <vt:bool>false</vt:bool>
  </property>
  <property fmtid="{D5CDD505-2E9C-101B-9397-08002B2CF9AE}" pid="4" name="xd_ProgID">
    <vt:lpwstr/>
  </property>
  <property fmtid="{D5CDD505-2E9C-101B-9397-08002B2CF9AE}" pid="5" name="_SourceUrl">
    <vt:lpwstr/>
  </property>
  <property fmtid="{D5CDD505-2E9C-101B-9397-08002B2CF9AE}" pid="6" name="_SharedFileIndex">
    <vt:lpwstr/>
  </property>
  <property fmtid="{D5CDD505-2E9C-101B-9397-08002B2CF9AE}" pid="7" name="ComplianceAssetId">
    <vt:lpwstr/>
  </property>
  <property fmtid="{D5CDD505-2E9C-101B-9397-08002B2CF9AE}" pid="8" name="TemplateUrl">
    <vt:lpwstr/>
  </property>
  <property fmtid="{D5CDD505-2E9C-101B-9397-08002B2CF9AE}" pid="9" name="Business Unit">
    <vt:lpwstr/>
  </property>
  <property fmtid="{D5CDD505-2E9C-101B-9397-08002B2CF9AE}" pid="10" name="Industry">
    <vt:lpwstr>57;#Telecommunications|51d6e24d-6ea4-4d24-9fbe-9a4513e3088e</vt:lpwstr>
  </property>
  <property fmtid="{D5CDD505-2E9C-101B-9397-08002B2CF9AE}" pid="11" name="Service_x0020_Offering">
    <vt:lpwstr/>
  </property>
  <property fmtid="{D5CDD505-2E9C-101B-9397-08002B2CF9AE}" pid="12" name="Business_x0020_Unit">
    <vt:lpwstr/>
  </property>
  <property fmtid="{D5CDD505-2E9C-101B-9397-08002B2CF9AE}" pid="13" name="_ExtendedDescription">
    <vt:lpwstr/>
  </property>
  <property fmtid="{D5CDD505-2E9C-101B-9397-08002B2CF9AE}" pid="14" name="Service Offering">
    <vt:lpwstr/>
  </property>
  <property fmtid="{D5CDD505-2E9C-101B-9397-08002B2CF9AE}" pid="15" name="Category">
    <vt:lpwstr>6;#Case Study|8faa0ad1-25f0-4f56-8e38-f60e20c455d6</vt:lpwstr>
  </property>
  <property fmtid="{D5CDD505-2E9C-101B-9397-08002B2CF9AE}" pid="16" name="Order">
    <vt:r8>35100</vt:r8>
  </property>
  <property fmtid="{D5CDD505-2E9C-101B-9397-08002B2CF9AE}" pid="17" name="SO">
    <vt:lpwstr>14;#;#29;#</vt:lpwstr>
  </property>
  <property fmtid="{D5CDD505-2E9C-101B-9397-08002B2CF9AE}" pid="18" name="SharedWithUsers">
    <vt:lpwstr>1990;#Sydney Moorhead</vt:lpwstr>
  </property>
  <property fmtid="{D5CDD505-2E9C-101B-9397-08002B2CF9AE}" pid="19" name="TriggerFlowInfo">
    <vt:lpwstr/>
  </property>
</Properties>
</file>