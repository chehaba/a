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14746968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45E56A-930B-43DC-A112-BCEF62F6A2CE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02C2B2-83B8-423A-9D13-3DD437AAF57E}">
      <dgm:prSet phldrT="[Text]"/>
      <dgm:spPr>
        <a:solidFill>
          <a:srgbClr val="4472C4"/>
        </a:solidFill>
      </dgm:spPr>
      <dgm:t>
        <a:bodyPr/>
        <a:lstStyle/>
        <a:p>
          <a:r>
            <a:rPr lang="en-US"/>
            <a:t>Front end integration</a:t>
          </a:r>
        </a:p>
      </dgm:t>
    </dgm:pt>
    <dgm:pt modelId="{9E9CF3E5-36EA-4977-9B45-1969DB20846D}" type="parTrans" cxnId="{49A863A9-615E-4AD1-9068-0B63F3DF7EE4}">
      <dgm:prSet/>
      <dgm:spPr/>
      <dgm:t>
        <a:bodyPr/>
        <a:lstStyle/>
        <a:p>
          <a:endParaRPr lang="en-US"/>
        </a:p>
      </dgm:t>
    </dgm:pt>
    <dgm:pt modelId="{5A183775-6AD1-4FE3-9274-6B142A7AD409}" type="sibTrans" cxnId="{49A863A9-615E-4AD1-9068-0B63F3DF7EE4}">
      <dgm:prSet/>
      <dgm:spPr/>
      <dgm:t>
        <a:bodyPr/>
        <a:lstStyle/>
        <a:p>
          <a:endParaRPr lang="en-US"/>
        </a:p>
      </dgm:t>
    </dgm:pt>
    <dgm:pt modelId="{BC4D4483-7F65-46E1-A539-79BC5F8A1B6D}">
      <dgm:prSet phldrT="[Text]"/>
      <dgm:spPr/>
      <dgm:t>
        <a:bodyPr/>
        <a:lstStyle/>
        <a:p>
          <a:r>
            <a:rPr lang="en-US"/>
            <a:t>Player</a:t>
          </a:r>
        </a:p>
      </dgm:t>
    </dgm:pt>
    <dgm:pt modelId="{0D6970EC-4D4B-40FD-9C28-235E63B14047}" type="parTrans" cxnId="{1B3E7F97-47BC-42FF-B08E-431F82A0270D}">
      <dgm:prSet/>
      <dgm:spPr/>
      <dgm:t>
        <a:bodyPr/>
        <a:lstStyle/>
        <a:p>
          <a:endParaRPr lang="en-US"/>
        </a:p>
      </dgm:t>
    </dgm:pt>
    <dgm:pt modelId="{C94F17C6-9E4C-4022-82E0-8499A2615237}" type="sibTrans" cxnId="{1B3E7F97-47BC-42FF-B08E-431F82A0270D}">
      <dgm:prSet/>
      <dgm:spPr/>
      <dgm:t>
        <a:bodyPr/>
        <a:lstStyle/>
        <a:p>
          <a:endParaRPr lang="en-US"/>
        </a:p>
      </dgm:t>
    </dgm:pt>
    <dgm:pt modelId="{0A9F5611-2775-40FB-93BC-4DCF3E19E32C}">
      <dgm:prSet phldrT="[Text]"/>
      <dgm:spPr/>
      <dgm:t>
        <a:bodyPr/>
        <a:lstStyle/>
        <a:p>
          <a:r>
            <a:rPr lang="en-US"/>
            <a:t>Updates</a:t>
          </a:r>
        </a:p>
      </dgm:t>
    </dgm:pt>
    <dgm:pt modelId="{33B94F31-2FE0-4001-847B-6835035066EC}" type="parTrans" cxnId="{3A5AFAEA-463A-4976-A7D5-5F81E71FA0E9}">
      <dgm:prSet/>
      <dgm:spPr/>
      <dgm:t>
        <a:bodyPr/>
        <a:lstStyle/>
        <a:p>
          <a:endParaRPr lang="en-US"/>
        </a:p>
      </dgm:t>
    </dgm:pt>
    <dgm:pt modelId="{5D8B2CBC-FEAC-479B-A070-8032189D0FC4}" type="sibTrans" cxnId="{3A5AFAEA-463A-4976-A7D5-5F81E71FA0E9}">
      <dgm:prSet/>
      <dgm:spPr/>
      <dgm:t>
        <a:bodyPr/>
        <a:lstStyle/>
        <a:p>
          <a:endParaRPr lang="en-US"/>
        </a:p>
      </dgm:t>
    </dgm:pt>
    <dgm:pt modelId="{E2AE5631-2109-4FC4-A592-720BA9D35553}">
      <dgm:prSet phldrT="[Text]"/>
      <dgm:spPr/>
      <dgm:t>
        <a:bodyPr/>
        <a:lstStyle/>
        <a:p>
          <a:r>
            <a:rPr lang="en-US"/>
            <a:t>Marketing</a:t>
          </a:r>
        </a:p>
      </dgm:t>
    </dgm:pt>
    <dgm:pt modelId="{25A4D534-13C3-41D7-B8EB-A71647F3D7D9}" type="parTrans" cxnId="{7D374C13-6364-4B2D-85BE-6D84C603520A}">
      <dgm:prSet/>
      <dgm:spPr/>
      <dgm:t>
        <a:bodyPr/>
        <a:lstStyle/>
        <a:p>
          <a:endParaRPr lang="en-US"/>
        </a:p>
      </dgm:t>
    </dgm:pt>
    <dgm:pt modelId="{8069B837-2363-4714-ADA9-45E0E5A9F0F3}" type="sibTrans" cxnId="{7D374C13-6364-4B2D-85BE-6D84C603520A}">
      <dgm:prSet/>
      <dgm:spPr/>
      <dgm:t>
        <a:bodyPr/>
        <a:lstStyle/>
        <a:p>
          <a:endParaRPr lang="en-US"/>
        </a:p>
      </dgm:t>
    </dgm:pt>
    <dgm:pt modelId="{50E8C7A5-8EE9-48E3-9DDE-AE9DD7997311}">
      <dgm:prSet phldrT="[Text]"/>
      <dgm:spPr/>
      <dgm:t>
        <a:bodyPr/>
        <a:lstStyle/>
        <a:p>
          <a:r>
            <a:rPr lang="en-US"/>
            <a:t>CPM</a:t>
          </a:r>
        </a:p>
      </dgm:t>
    </dgm:pt>
    <dgm:pt modelId="{6A270BA9-CB2E-4309-8ABB-72B6707A7E61}" type="parTrans" cxnId="{05761817-3315-4EDD-884C-1B6B572D8726}">
      <dgm:prSet/>
      <dgm:spPr/>
      <dgm:t>
        <a:bodyPr/>
        <a:lstStyle/>
        <a:p>
          <a:endParaRPr lang="en-US"/>
        </a:p>
      </dgm:t>
    </dgm:pt>
    <dgm:pt modelId="{A2CD2534-3ECE-45BA-ADB6-E73692A40584}" type="sibTrans" cxnId="{05761817-3315-4EDD-884C-1B6B572D8726}">
      <dgm:prSet/>
      <dgm:spPr/>
      <dgm:t>
        <a:bodyPr/>
        <a:lstStyle/>
        <a:p>
          <a:endParaRPr lang="en-US"/>
        </a:p>
      </dgm:t>
    </dgm:pt>
    <dgm:pt modelId="{FD8CB38D-DD01-454D-8C2A-520CCC97B37B}">
      <dgm:prSet phldrT="[Text]"/>
      <dgm:spPr/>
      <dgm:t>
        <a:bodyPr/>
        <a:lstStyle/>
        <a:p>
          <a:r>
            <a:rPr lang="en-US"/>
            <a:t>Event announcements</a:t>
          </a:r>
        </a:p>
      </dgm:t>
    </dgm:pt>
    <dgm:pt modelId="{EDBC40F3-DDA4-487C-ADFF-01D865154D62}" type="parTrans" cxnId="{E4D28268-3BA1-45F3-A032-BB63CCF9E851}">
      <dgm:prSet/>
      <dgm:spPr/>
      <dgm:t>
        <a:bodyPr/>
        <a:lstStyle/>
        <a:p>
          <a:endParaRPr lang="en-US"/>
        </a:p>
      </dgm:t>
    </dgm:pt>
    <dgm:pt modelId="{2C162719-4D13-4110-8550-350292753CC4}" type="sibTrans" cxnId="{E4D28268-3BA1-45F3-A032-BB63CCF9E851}">
      <dgm:prSet/>
      <dgm:spPr/>
      <dgm:t>
        <a:bodyPr/>
        <a:lstStyle/>
        <a:p>
          <a:endParaRPr lang="en-US"/>
        </a:p>
      </dgm:t>
    </dgm:pt>
    <dgm:pt modelId="{40536D65-FD8E-488E-B859-6F65D32399EA}">
      <dgm:prSet phldrT="[Text]"/>
      <dgm:spPr/>
      <dgm:t>
        <a:bodyPr/>
        <a:lstStyle/>
        <a:p>
          <a:r>
            <a:rPr lang="en-US"/>
            <a:t>Customer Voice</a:t>
          </a:r>
        </a:p>
      </dgm:t>
    </dgm:pt>
    <dgm:pt modelId="{2B66CB12-9534-4555-958D-FEEB35185316}" type="parTrans" cxnId="{C29FAEAE-41C0-4F55-8122-C88601F7C2FF}">
      <dgm:prSet/>
      <dgm:spPr/>
      <dgm:t>
        <a:bodyPr/>
        <a:lstStyle/>
        <a:p>
          <a:endParaRPr lang="en-US"/>
        </a:p>
      </dgm:t>
    </dgm:pt>
    <dgm:pt modelId="{2DA96F7A-65C1-40AB-A5E8-D673F45F88E0}" type="sibTrans" cxnId="{C29FAEAE-41C0-4F55-8122-C88601F7C2FF}">
      <dgm:prSet/>
      <dgm:spPr/>
      <dgm:t>
        <a:bodyPr/>
        <a:lstStyle/>
        <a:p>
          <a:endParaRPr lang="en-US"/>
        </a:p>
      </dgm:t>
    </dgm:pt>
    <dgm:pt modelId="{117C94AF-B270-4610-BACB-40F896CD3F5E}">
      <dgm:prSet phldrT="[Text]"/>
      <dgm:spPr/>
      <dgm:t>
        <a:bodyPr/>
        <a:lstStyle/>
        <a:p>
          <a:r>
            <a:rPr lang="en-US"/>
            <a:t>Surveys</a:t>
          </a:r>
        </a:p>
      </dgm:t>
    </dgm:pt>
    <dgm:pt modelId="{D823F521-BDE0-49B0-A892-DFBDAFA050D8}" type="parTrans" cxnId="{AD7A6560-DA00-4D38-986B-8D60B01C35C7}">
      <dgm:prSet/>
      <dgm:spPr/>
      <dgm:t>
        <a:bodyPr/>
        <a:lstStyle/>
        <a:p>
          <a:endParaRPr lang="en-US"/>
        </a:p>
      </dgm:t>
    </dgm:pt>
    <dgm:pt modelId="{AF809FA3-7DEC-4464-BDAA-74EEFAD4C127}" type="sibTrans" cxnId="{AD7A6560-DA00-4D38-986B-8D60B01C35C7}">
      <dgm:prSet/>
      <dgm:spPr/>
      <dgm:t>
        <a:bodyPr/>
        <a:lstStyle/>
        <a:p>
          <a:endParaRPr lang="en-US"/>
        </a:p>
      </dgm:t>
    </dgm:pt>
    <dgm:pt modelId="{8A7E2059-96FE-4E93-A535-8DB5EB68F4BD}">
      <dgm:prSet phldrT="[Text]"/>
      <dgm:spPr/>
      <dgm:t>
        <a:bodyPr/>
        <a:lstStyle/>
        <a:p>
          <a:r>
            <a:rPr lang="en-US"/>
            <a:t>Implementation</a:t>
          </a:r>
        </a:p>
      </dgm:t>
    </dgm:pt>
    <dgm:pt modelId="{97E18DBF-746F-46F5-A392-5B5A7F5496BA}" type="parTrans" cxnId="{99E00B2A-1A74-4AD6-B5DF-89347020151A}">
      <dgm:prSet/>
      <dgm:spPr/>
      <dgm:t>
        <a:bodyPr/>
        <a:lstStyle/>
        <a:p>
          <a:endParaRPr lang="en-US"/>
        </a:p>
      </dgm:t>
    </dgm:pt>
    <dgm:pt modelId="{D470F065-E9F7-4270-9091-69A7532A8E00}" type="sibTrans" cxnId="{99E00B2A-1A74-4AD6-B5DF-89347020151A}">
      <dgm:prSet/>
      <dgm:spPr/>
      <dgm:t>
        <a:bodyPr/>
        <a:lstStyle/>
        <a:p>
          <a:endParaRPr lang="en-US"/>
        </a:p>
      </dgm:t>
    </dgm:pt>
    <dgm:pt modelId="{278D944E-17D8-45F3-A48F-4F402BF76201}">
      <dgm:prSet phldrT="[Text]"/>
      <dgm:spPr/>
      <dgm:t>
        <a:bodyPr/>
        <a:lstStyle/>
        <a:p>
          <a:r>
            <a:rPr lang="en-US"/>
            <a:t>Data management</a:t>
          </a:r>
        </a:p>
      </dgm:t>
    </dgm:pt>
    <dgm:pt modelId="{41A99A96-5911-4B1D-AE87-DAC2B327D65A}" type="parTrans" cxnId="{F7912B0D-BA06-4ECF-A700-CC4D584CCC1E}">
      <dgm:prSet/>
      <dgm:spPr/>
      <dgm:t>
        <a:bodyPr/>
        <a:lstStyle/>
        <a:p>
          <a:endParaRPr lang="en-US"/>
        </a:p>
      </dgm:t>
    </dgm:pt>
    <dgm:pt modelId="{8633C24F-5058-499F-ABB3-C00C7091F485}" type="sibTrans" cxnId="{F7912B0D-BA06-4ECF-A700-CC4D584CCC1E}">
      <dgm:prSet/>
      <dgm:spPr/>
      <dgm:t>
        <a:bodyPr/>
        <a:lstStyle/>
        <a:p>
          <a:endParaRPr lang="en-US"/>
        </a:p>
      </dgm:t>
    </dgm:pt>
    <dgm:pt modelId="{EA987A81-B72F-4070-9B1A-12EB31D4860B}">
      <dgm:prSet phldrT="[Text]"/>
      <dgm:spPr/>
      <dgm:t>
        <a:bodyPr/>
        <a:lstStyle/>
        <a:p>
          <a:r>
            <a:rPr lang="en-US"/>
            <a:t>Newsletter Embedded</a:t>
          </a:r>
        </a:p>
      </dgm:t>
    </dgm:pt>
    <dgm:pt modelId="{D281ABDD-7336-4D8C-8B22-F79E4466269E}" type="parTrans" cxnId="{A81A32B1-2EDA-47A9-9DFD-9C9183C64B39}">
      <dgm:prSet/>
      <dgm:spPr/>
      <dgm:t>
        <a:bodyPr/>
        <a:lstStyle/>
        <a:p>
          <a:endParaRPr lang="en-US"/>
        </a:p>
      </dgm:t>
    </dgm:pt>
    <dgm:pt modelId="{FC0F0029-B8C2-4AF7-B968-72D11A9B8EFD}" type="sibTrans" cxnId="{A81A32B1-2EDA-47A9-9DFD-9C9183C64B39}">
      <dgm:prSet/>
      <dgm:spPr/>
      <dgm:t>
        <a:bodyPr/>
        <a:lstStyle/>
        <a:p>
          <a:endParaRPr lang="en-US"/>
        </a:p>
      </dgm:t>
    </dgm:pt>
    <dgm:pt modelId="{E03A8E0A-3D54-4F9F-A6A7-14EE7BAD0652}">
      <dgm:prSet phldrT="[Text]"/>
      <dgm:spPr/>
      <dgm:t>
        <a:bodyPr/>
        <a:lstStyle/>
        <a:p>
          <a:r>
            <a:rPr lang="en-US"/>
            <a:t>Front end Embedded</a:t>
          </a:r>
        </a:p>
      </dgm:t>
    </dgm:pt>
    <dgm:pt modelId="{33D06B99-28B2-4194-BD95-C67363ABF639}" type="parTrans" cxnId="{72833A1D-AE30-4105-911F-9B19E4CFCEE4}">
      <dgm:prSet/>
      <dgm:spPr/>
      <dgm:t>
        <a:bodyPr/>
        <a:lstStyle/>
        <a:p>
          <a:endParaRPr lang="en-US"/>
        </a:p>
      </dgm:t>
    </dgm:pt>
    <dgm:pt modelId="{90F90A73-D9C5-4C26-BB50-FEF4000A6A8C}" type="sibTrans" cxnId="{72833A1D-AE30-4105-911F-9B19E4CFCEE4}">
      <dgm:prSet/>
      <dgm:spPr/>
      <dgm:t>
        <a:bodyPr/>
        <a:lstStyle/>
        <a:p>
          <a:endParaRPr lang="en-US"/>
        </a:p>
      </dgm:t>
    </dgm:pt>
    <dgm:pt modelId="{EF400CDB-9C8B-46A9-A7FC-335953374F4C}">
      <dgm:prSet phldrT="[Text]"/>
      <dgm:spPr/>
      <dgm:t>
        <a:bodyPr/>
        <a:lstStyle/>
        <a:p>
          <a:r>
            <a:rPr lang="en-US"/>
            <a:t> Player</a:t>
          </a:r>
        </a:p>
      </dgm:t>
    </dgm:pt>
    <dgm:pt modelId="{8EFDCB02-B233-42B6-9F4F-C233E964F614}" type="parTrans" cxnId="{CEB2DCF7-FEE2-4220-B1BF-44822A695C8F}">
      <dgm:prSet/>
      <dgm:spPr/>
      <dgm:t>
        <a:bodyPr/>
        <a:lstStyle/>
        <a:p>
          <a:endParaRPr lang="en-US"/>
        </a:p>
      </dgm:t>
    </dgm:pt>
    <dgm:pt modelId="{1907EB51-FEE2-4375-8A55-3698A725F995}" type="sibTrans" cxnId="{CEB2DCF7-FEE2-4220-B1BF-44822A695C8F}">
      <dgm:prSet/>
      <dgm:spPr/>
      <dgm:t>
        <a:bodyPr/>
        <a:lstStyle/>
        <a:p>
          <a:endParaRPr lang="en-US"/>
        </a:p>
      </dgm:t>
    </dgm:pt>
    <dgm:pt modelId="{9D338ACD-0EE8-4813-86B3-4198CD46C441}">
      <dgm:prSet phldrT="[Text]"/>
      <dgm:spPr/>
      <dgm:t>
        <a:bodyPr/>
        <a:lstStyle/>
        <a:p>
          <a:r>
            <a:rPr lang="en-US"/>
            <a:t>Title Metadata</a:t>
          </a:r>
        </a:p>
      </dgm:t>
    </dgm:pt>
    <dgm:pt modelId="{2ED35941-668B-4A4D-A9A9-43C276B60F74}" type="parTrans" cxnId="{A8AD782B-A15F-41EC-BBA2-96CFE6905E36}">
      <dgm:prSet/>
      <dgm:spPr/>
      <dgm:t>
        <a:bodyPr/>
        <a:lstStyle/>
        <a:p>
          <a:endParaRPr lang="en-US"/>
        </a:p>
      </dgm:t>
    </dgm:pt>
    <dgm:pt modelId="{75FBEB73-4D00-4035-A422-F0BC18D92F0E}" type="sibTrans" cxnId="{A8AD782B-A15F-41EC-BBA2-96CFE6905E36}">
      <dgm:prSet/>
      <dgm:spPr/>
      <dgm:t>
        <a:bodyPr/>
        <a:lstStyle/>
        <a:p>
          <a:endParaRPr lang="en-US"/>
        </a:p>
      </dgm:t>
    </dgm:pt>
    <dgm:pt modelId="{A44129C4-8257-445D-AE13-156AE8ADA050}">
      <dgm:prSet phldrT="[Text]"/>
      <dgm:spPr/>
      <dgm:t>
        <a:bodyPr/>
        <a:lstStyle/>
        <a:p>
          <a:r>
            <a:rPr lang="en-US"/>
            <a:t>Opt-in</a:t>
          </a:r>
        </a:p>
      </dgm:t>
    </dgm:pt>
    <dgm:pt modelId="{78DC115E-BBE5-493C-BB9C-91736225AAAB}" type="parTrans" cxnId="{54CE8AF9-35B8-45E2-B78E-4469A1E43935}">
      <dgm:prSet/>
      <dgm:spPr/>
      <dgm:t>
        <a:bodyPr/>
        <a:lstStyle/>
        <a:p>
          <a:endParaRPr lang="en-US"/>
        </a:p>
      </dgm:t>
    </dgm:pt>
    <dgm:pt modelId="{5BE53A92-48FB-4B63-A0FA-CE4021A7A71C}" type="sibTrans" cxnId="{54CE8AF9-35B8-45E2-B78E-4469A1E43935}">
      <dgm:prSet/>
      <dgm:spPr/>
      <dgm:t>
        <a:bodyPr/>
        <a:lstStyle/>
        <a:p>
          <a:endParaRPr lang="en-US"/>
        </a:p>
      </dgm:t>
    </dgm:pt>
    <dgm:pt modelId="{B8A16D31-D214-4287-AD1E-46ED00DE4633}">
      <dgm:prSet phldrT="[Text]"/>
      <dgm:spPr/>
      <dgm:t>
        <a:bodyPr/>
        <a:lstStyle/>
        <a:p>
          <a:r>
            <a:rPr lang="en-US"/>
            <a:t>Survey submissions</a:t>
          </a:r>
        </a:p>
      </dgm:t>
    </dgm:pt>
    <dgm:pt modelId="{083C8263-5923-457E-B5D4-E17593AC48F3}" type="parTrans" cxnId="{81F91457-AE23-492D-B26A-8E3225796FA1}">
      <dgm:prSet/>
      <dgm:spPr/>
      <dgm:t>
        <a:bodyPr/>
        <a:lstStyle/>
        <a:p>
          <a:endParaRPr lang="en-US"/>
        </a:p>
      </dgm:t>
    </dgm:pt>
    <dgm:pt modelId="{6ED762F7-BE2D-4E40-8802-029D1B389648}" type="sibTrans" cxnId="{81F91457-AE23-492D-B26A-8E3225796FA1}">
      <dgm:prSet/>
      <dgm:spPr/>
      <dgm:t>
        <a:bodyPr/>
        <a:lstStyle/>
        <a:p>
          <a:endParaRPr lang="en-US"/>
        </a:p>
      </dgm:t>
    </dgm:pt>
    <dgm:pt modelId="{94C8BAAC-0967-4767-85DA-7B856B73CD82}">
      <dgm:prSet phldrT="[Text]"/>
      <dgm:spPr/>
      <dgm:t>
        <a:bodyPr/>
        <a:lstStyle/>
        <a:p>
          <a:r>
            <a:rPr lang="en-US"/>
            <a:t>Coding</a:t>
          </a:r>
        </a:p>
      </dgm:t>
    </dgm:pt>
    <dgm:pt modelId="{88EF7A22-DB36-430C-91DC-8E37FEFA08DF}" type="parTrans" cxnId="{33F27C25-98B9-458B-A325-7CB6DE3EA9EE}">
      <dgm:prSet/>
      <dgm:spPr/>
      <dgm:t>
        <a:bodyPr/>
        <a:lstStyle/>
        <a:p>
          <a:endParaRPr lang="en-US"/>
        </a:p>
      </dgm:t>
    </dgm:pt>
    <dgm:pt modelId="{6E34E1C9-1E8F-46E7-B7B0-C6C5E4A22FB2}" type="sibTrans" cxnId="{33F27C25-98B9-458B-A325-7CB6DE3EA9EE}">
      <dgm:prSet/>
      <dgm:spPr/>
      <dgm:t>
        <a:bodyPr/>
        <a:lstStyle/>
        <a:p>
          <a:endParaRPr lang="en-US"/>
        </a:p>
      </dgm:t>
    </dgm:pt>
    <dgm:pt modelId="{E8D186F4-B449-4A41-81B5-2AC5890BA195}">
      <dgm:prSet phldrT="[Text]"/>
      <dgm:spPr/>
      <dgm:t>
        <a:bodyPr/>
        <a:lstStyle/>
        <a:p>
          <a:r>
            <a:rPr lang="en-US"/>
            <a:t>Newsletter</a:t>
          </a:r>
        </a:p>
      </dgm:t>
    </dgm:pt>
    <dgm:pt modelId="{480174D8-0280-4D06-8F1C-6AC518BC725B}" type="parTrans" cxnId="{8A4068ED-0C27-47BE-A4DC-E0ACF0DA3DDE}">
      <dgm:prSet/>
      <dgm:spPr/>
      <dgm:t>
        <a:bodyPr/>
        <a:lstStyle/>
        <a:p>
          <a:endParaRPr lang="en-US"/>
        </a:p>
      </dgm:t>
    </dgm:pt>
    <dgm:pt modelId="{D753A08C-9C73-47AB-9387-1A92F13E1FE0}" type="sibTrans" cxnId="{8A4068ED-0C27-47BE-A4DC-E0ACF0DA3DDE}">
      <dgm:prSet/>
      <dgm:spPr/>
      <dgm:t>
        <a:bodyPr/>
        <a:lstStyle/>
        <a:p>
          <a:endParaRPr lang="en-US"/>
        </a:p>
      </dgm:t>
    </dgm:pt>
    <dgm:pt modelId="{8D6B304C-316B-408B-9C4F-3FD847005B30}">
      <dgm:prSet phldrT="[Text]"/>
      <dgm:spPr/>
      <dgm:t>
        <a:bodyPr/>
        <a:lstStyle/>
        <a:p>
          <a:r>
            <a:rPr lang="en-US"/>
            <a:t>NGP/DSR</a:t>
          </a:r>
        </a:p>
      </dgm:t>
    </dgm:pt>
    <dgm:pt modelId="{787FC78D-6938-4452-B461-20087315DDF1}" type="parTrans" cxnId="{2CFC5927-9C92-403A-84D1-ED9CF62D2888}">
      <dgm:prSet/>
      <dgm:spPr/>
      <dgm:t>
        <a:bodyPr/>
        <a:lstStyle/>
        <a:p>
          <a:endParaRPr lang="en-US"/>
        </a:p>
      </dgm:t>
    </dgm:pt>
    <dgm:pt modelId="{9EB4EBCC-2100-4895-AB75-5212351F05F4}" type="sibTrans" cxnId="{2CFC5927-9C92-403A-84D1-ED9CF62D2888}">
      <dgm:prSet/>
      <dgm:spPr/>
      <dgm:t>
        <a:bodyPr/>
        <a:lstStyle/>
        <a:p>
          <a:endParaRPr lang="en-US"/>
        </a:p>
      </dgm:t>
    </dgm:pt>
    <dgm:pt modelId="{2CA2F896-4EEB-4D66-83EB-2FE8BB0EDE2C}">
      <dgm:prSet phldrT="[Text]"/>
      <dgm:spPr/>
      <dgm:t>
        <a:bodyPr/>
        <a:lstStyle/>
        <a:p>
          <a:r>
            <a:rPr lang="en-US"/>
            <a:t>Topic based Segmentation</a:t>
          </a:r>
        </a:p>
      </dgm:t>
    </dgm:pt>
    <dgm:pt modelId="{A53EE7D5-4714-4B65-85EC-863E3730A677}" type="parTrans" cxnId="{CEBCF5E7-E895-4E2B-8A42-E0F938FA49AC}">
      <dgm:prSet/>
      <dgm:spPr/>
      <dgm:t>
        <a:bodyPr/>
        <a:lstStyle/>
        <a:p>
          <a:endParaRPr lang="en-US"/>
        </a:p>
      </dgm:t>
    </dgm:pt>
    <dgm:pt modelId="{378535C5-0A71-49A7-B385-C8A8F4300763}" type="sibTrans" cxnId="{CEBCF5E7-E895-4E2B-8A42-E0F938FA49AC}">
      <dgm:prSet/>
      <dgm:spPr/>
      <dgm:t>
        <a:bodyPr/>
        <a:lstStyle/>
        <a:p>
          <a:endParaRPr lang="en-US"/>
        </a:p>
      </dgm:t>
    </dgm:pt>
    <dgm:pt modelId="{FE1D566D-B35B-4669-B5B7-0C79EF906F6C}">
      <dgm:prSet phldrT="[Text]"/>
      <dgm:spPr/>
      <dgm:t>
        <a:bodyPr/>
        <a:lstStyle/>
        <a:p>
          <a:r>
            <a:rPr lang="en-US"/>
            <a:t>Optout</a:t>
          </a:r>
        </a:p>
      </dgm:t>
    </dgm:pt>
    <dgm:pt modelId="{5B8ED218-8545-414D-BADD-7168485030DB}" type="parTrans" cxnId="{83CEB229-00BF-4958-B651-D195D1A964EE}">
      <dgm:prSet/>
      <dgm:spPr/>
    </dgm:pt>
    <dgm:pt modelId="{CFB99275-14C4-47E7-AD02-82F84359FC26}" type="sibTrans" cxnId="{83CEB229-00BF-4958-B651-D195D1A964EE}">
      <dgm:prSet/>
      <dgm:spPr/>
    </dgm:pt>
    <dgm:pt modelId="{AB108A58-0A35-4925-8A66-1951C9F71F1A}" type="pres">
      <dgm:prSet presAssocID="{E145E56A-930B-43DC-A112-BCEF62F6A2CE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24823D71-C7D8-4C35-B05C-8CBF2BEEA65C}" type="pres">
      <dgm:prSet presAssocID="{E145E56A-930B-43DC-A112-BCEF62F6A2CE}" presName="cycle" presStyleCnt="0"/>
      <dgm:spPr/>
    </dgm:pt>
    <dgm:pt modelId="{D0B13483-4934-4B53-BF23-D3007AAF968A}" type="pres">
      <dgm:prSet presAssocID="{E145E56A-930B-43DC-A112-BCEF62F6A2CE}" presName="centerShape" presStyleCnt="0"/>
      <dgm:spPr/>
    </dgm:pt>
    <dgm:pt modelId="{5E9DED10-DE74-480F-BF8A-F90ECE182A73}" type="pres">
      <dgm:prSet presAssocID="{E145E56A-930B-43DC-A112-BCEF62F6A2CE}" presName="connSite" presStyleLbl="node1" presStyleIdx="0" presStyleCnt="5"/>
      <dgm:spPr/>
    </dgm:pt>
    <dgm:pt modelId="{E2B75F5C-5727-4DFC-9A2C-2C169BACFAAF}" type="pres">
      <dgm:prSet presAssocID="{E145E56A-930B-43DC-A112-BCEF62F6A2CE}" presName="visible" presStyleLbl="node1" presStyleIdx="0" presStyleCnt="5"/>
      <dgm:spPr>
        <a:solidFill>
          <a:srgbClr val="063A79"/>
        </a:solidFill>
      </dgm:spPr>
    </dgm:pt>
    <dgm:pt modelId="{03A49AE9-B1A7-4F9C-BCEA-AC35D3CF3AC5}" type="pres">
      <dgm:prSet presAssocID="{97E18DBF-746F-46F5-A392-5B5A7F5496BA}" presName="Name25" presStyleLbl="parChTrans1D1" presStyleIdx="0" presStyleCnt="4"/>
      <dgm:spPr/>
    </dgm:pt>
    <dgm:pt modelId="{F807820F-5ACC-4F5B-94B3-ADF4AFD7A3EC}" type="pres">
      <dgm:prSet presAssocID="{8A7E2059-96FE-4E93-A535-8DB5EB68F4BD}" presName="node" presStyleCnt="0"/>
      <dgm:spPr/>
    </dgm:pt>
    <dgm:pt modelId="{455435E0-472B-41A2-BD20-E8E13236C888}" type="pres">
      <dgm:prSet presAssocID="{8A7E2059-96FE-4E93-A535-8DB5EB68F4BD}" presName="parentNode" presStyleLbl="node1" presStyleIdx="1" presStyleCnt="5">
        <dgm:presLayoutVars>
          <dgm:chMax val="1"/>
          <dgm:bulletEnabled val="1"/>
        </dgm:presLayoutVars>
      </dgm:prSet>
      <dgm:spPr/>
    </dgm:pt>
    <dgm:pt modelId="{420E3DA8-77A8-4C63-A3A2-5F75C836B080}" type="pres">
      <dgm:prSet presAssocID="{8A7E2059-96FE-4E93-A535-8DB5EB68F4BD}" presName="childNode" presStyleLbl="revTx" presStyleIdx="0" presStyleCnt="4">
        <dgm:presLayoutVars>
          <dgm:bulletEnabled val="1"/>
        </dgm:presLayoutVars>
      </dgm:prSet>
      <dgm:spPr/>
    </dgm:pt>
    <dgm:pt modelId="{BFEC34ED-699B-47E8-B8CF-3CB04D387A60}" type="pres">
      <dgm:prSet presAssocID="{9E9CF3E5-36EA-4977-9B45-1969DB20846D}" presName="Name25" presStyleLbl="parChTrans1D1" presStyleIdx="1" presStyleCnt="4"/>
      <dgm:spPr/>
    </dgm:pt>
    <dgm:pt modelId="{523BE950-1499-4DA9-8E83-9FB20637D976}" type="pres">
      <dgm:prSet presAssocID="{CD02C2B2-83B8-423A-9D13-3DD437AAF57E}" presName="node" presStyleCnt="0"/>
      <dgm:spPr/>
    </dgm:pt>
    <dgm:pt modelId="{896FFA94-D194-4C5C-A18D-7E3586E9861C}" type="pres">
      <dgm:prSet presAssocID="{CD02C2B2-83B8-423A-9D13-3DD437AAF57E}" presName="parentNode" presStyleLbl="node1" presStyleIdx="2" presStyleCnt="5">
        <dgm:presLayoutVars>
          <dgm:chMax val="1"/>
          <dgm:bulletEnabled val="1"/>
        </dgm:presLayoutVars>
      </dgm:prSet>
      <dgm:spPr/>
    </dgm:pt>
    <dgm:pt modelId="{0D99EF3B-B627-4189-A3A1-3FCF3188A77C}" type="pres">
      <dgm:prSet presAssocID="{CD02C2B2-83B8-423A-9D13-3DD437AAF57E}" presName="childNode" presStyleLbl="revTx" presStyleIdx="1" presStyleCnt="4">
        <dgm:presLayoutVars>
          <dgm:bulletEnabled val="1"/>
        </dgm:presLayoutVars>
      </dgm:prSet>
      <dgm:spPr/>
    </dgm:pt>
    <dgm:pt modelId="{3923D0DC-791B-43C3-870E-AA15B7841D53}" type="pres">
      <dgm:prSet presAssocID="{25A4D534-13C3-41D7-B8EB-A71647F3D7D9}" presName="Name25" presStyleLbl="parChTrans1D1" presStyleIdx="2" presStyleCnt="4"/>
      <dgm:spPr/>
    </dgm:pt>
    <dgm:pt modelId="{071CCB25-3FEE-4FD5-ADF7-1DDAB6DE4651}" type="pres">
      <dgm:prSet presAssocID="{E2AE5631-2109-4FC4-A592-720BA9D35553}" presName="node" presStyleCnt="0"/>
      <dgm:spPr/>
    </dgm:pt>
    <dgm:pt modelId="{C21135E9-458E-47CE-A816-B0E8CD024599}" type="pres">
      <dgm:prSet presAssocID="{E2AE5631-2109-4FC4-A592-720BA9D35553}" presName="parentNode" presStyleLbl="node1" presStyleIdx="3" presStyleCnt="5">
        <dgm:presLayoutVars>
          <dgm:chMax val="1"/>
          <dgm:bulletEnabled val="1"/>
        </dgm:presLayoutVars>
      </dgm:prSet>
      <dgm:spPr/>
    </dgm:pt>
    <dgm:pt modelId="{E432071D-685B-40F1-BF18-0F371274197D}" type="pres">
      <dgm:prSet presAssocID="{E2AE5631-2109-4FC4-A592-720BA9D35553}" presName="childNode" presStyleLbl="revTx" presStyleIdx="2" presStyleCnt="4">
        <dgm:presLayoutVars>
          <dgm:bulletEnabled val="1"/>
        </dgm:presLayoutVars>
      </dgm:prSet>
      <dgm:spPr/>
    </dgm:pt>
    <dgm:pt modelId="{418E80AF-4108-47C8-9752-AD67E6EAC2F9}" type="pres">
      <dgm:prSet presAssocID="{2B66CB12-9534-4555-958D-FEEB35185316}" presName="Name25" presStyleLbl="parChTrans1D1" presStyleIdx="3" presStyleCnt="4"/>
      <dgm:spPr/>
    </dgm:pt>
    <dgm:pt modelId="{0F540C33-AC02-4555-96BC-5EF030F1EA77}" type="pres">
      <dgm:prSet presAssocID="{40536D65-FD8E-488E-B859-6F65D32399EA}" presName="node" presStyleCnt="0"/>
      <dgm:spPr/>
    </dgm:pt>
    <dgm:pt modelId="{35B26151-E1B7-46C8-A212-3A257CB891F5}" type="pres">
      <dgm:prSet presAssocID="{40536D65-FD8E-488E-B859-6F65D32399EA}" presName="parentNode" presStyleLbl="node1" presStyleIdx="4" presStyleCnt="5">
        <dgm:presLayoutVars>
          <dgm:chMax val="1"/>
          <dgm:bulletEnabled val="1"/>
        </dgm:presLayoutVars>
      </dgm:prSet>
      <dgm:spPr/>
    </dgm:pt>
    <dgm:pt modelId="{6704CA85-4DA2-4651-B49E-A72D9DEC2C98}" type="pres">
      <dgm:prSet presAssocID="{40536D65-FD8E-488E-B859-6F65D32399EA}" presName="childNode" presStyleLbl="revTx" presStyleIdx="3" presStyleCnt="4">
        <dgm:presLayoutVars>
          <dgm:bulletEnabled val="1"/>
        </dgm:presLayoutVars>
      </dgm:prSet>
      <dgm:spPr/>
    </dgm:pt>
  </dgm:ptLst>
  <dgm:cxnLst>
    <dgm:cxn modelId="{5CE15F06-6C4E-427A-9932-91189487BB36}" type="presOf" srcId="{E03A8E0A-3D54-4F9F-A6A7-14EE7BAD0652}" destId="{6704CA85-4DA2-4651-B49E-A72D9DEC2C98}" srcOrd="0" destOrd="2" presId="urn:microsoft.com/office/officeart/2005/8/layout/radial2"/>
    <dgm:cxn modelId="{F7912B0D-BA06-4ECF-A700-CC4D584CCC1E}" srcId="{8A7E2059-96FE-4E93-A535-8DB5EB68F4BD}" destId="{278D944E-17D8-45F3-A48F-4F402BF76201}" srcOrd="0" destOrd="0" parTransId="{41A99A96-5911-4B1D-AE87-DAC2B327D65A}" sibTransId="{8633C24F-5058-499F-ABB3-C00C7091F485}"/>
    <dgm:cxn modelId="{D6F8290F-3DFE-4F5B-8262-1CCFE99C2D8B}" type="presOf" srcId="{50E8C7A5-8EE9-48E3-9DDE-AE9DD7997311}" destId="{E432071D-685B-40F1-BF18-0F371274197D}" srcOrd="0" destOrd="0" presId="urn:microsoft.com/office/officeart/2005/8/layout/radial2"/>
    <dgm:cxn modelId="{7D374C13-6364-4B2D-85BE-6D84C603520A}" srcId="{E145E56A-930B-43DC-A112-BCEF62F6A2CE}" destId="{E2AE5631-2109-4FC4-A592-720BA9D35553}" srcOrd="2" destOrd="0" parTransId="{25A4D534-13C3-41D7-B8EB-A71647F3D7D9}" sibTransId="{8069B837-2363-4714-ADA9-45E0E5A9F0F3}"/>
    <dgm:cxn modelId="{CAA7DD14-4DAB-4340-8487-39FEE4F522CB}" type="presOf" srcId="{8D6B304C-316B-408B-9C4F-3FD847005B30}" destId="{420E3DA8-77A8-4C63-A3A2-5F75C836B080}" srcOrd="0" destOrd="3" presId="urn:microsoft.com/office/officeart/2005/8/layout/radial2"/>
    <dgm:cxn modelId="{05761817-3315-4EDD-884C-1B6B572D8726}" srcId="{E2AE5631-2109-4FC4-A592-720BA9D35553}" destId="{50E8C7A5-8EE9-48E3-9DDE-AE9DD7997311}" srcOrd="0" destOrd="0" parTransId="{6A270BA9-CB2E-4309-8ABB-72B6707A7E61}" sibTransId="{A2CD2534-3ECE-45BA-ADB6-E73692A40584}"/>
    <dgm:cxn modelId="{F5FEA81C-BB0C-4B2F-B5AE-DCF511C70653}" type="presOf" srcId="{97E18DBF-746F-46F5-A392-5B5A7F5496BA}" destId="{03A49AE9-B1A7-4F9C-BCEA-AC35D3CF3AC5}" srcOrd="0" destOrd="0" presId="urn:microsoft.com/office/officeart/2005/8/layout/radial2"/>
    <dgm:cxn modelId="{72833A1D-AE30-4105-911F-9B19E4CFCEE4}" srcId="{117C94AF-B270-4610-BACB-40F896CD3F5E}" destId="{E03A8E0A-3D54-4F9F-A6A7-14EE7BAD0652}" srcOrd="1" destOrd="0" parTransId="{33D06B99-28B2-4194-BD95-C67363ABF639}" sibTransId="{90F90A73-D9C5-4C26-BB50-FEF4000A6A8C}"/>
    <dgm:cxn modelId="{33F27C25-98B9-458B-A325-7CB6DE3EA9EE}" srcId="{E2AE5631-2109-4FC4-A592-720BA9D35553}" destId="{94C8BAAC-0967-4767-85DA-7B856B73CD82}" srcOrd="2" destOrd="0" parTransId="{88EF7A22-DB36-430C-91DC-8E37FEFA08DF}" sibTransId="{6E34E1C9-1E8F-46E7-B7B0-C6C5E4A22FB2}"/>
    <dgm:cxn modelId="{2CFC5927-9C92-403A-84D1-ED9CF62D2888}" srcId="{278D944E-17D8-45F3-A48F-4F402BF76201}" destId="{8D6B304C-316B-408B-9C4F-3FD847005B30}" srcOrd="2" destOrd="0" parTransId="{787FC78D-6938-4452-B461-20087315DDF1}" sibTransId="{9EB4EBCC-2100-4895-AB75-5212351F05F4}"/>
    <dgm:cxn modelId="{83CEB229-00BF-4958-B651-D195D1A964EE}" srcId="{BC4D4483-7F65-46E1-A539-79BC5F8A1B6D}" destId="{FE1D566D-B35B-4669-B5B7-0C79EF906F6C}" srcOrd="3" destOrd="0" parTransId="{5B8ED218-8545-414D-BADD-7168485030DB}" sibTransId="{CFB99275-14C4-47E7-AD02-82F84359FC26}"/>
    <dgm:cxn modelId="{99E00B2A-1A74-4AD6-B5DF-89347020151A}" srcId="{E145E56A-930B-43DC-A112-BCEF62F6A2CE}" destId="{8A7E2059-96FE-4E93-A535-8DB5EB68F4BD}" srcOrd="0" destOrd="0" parTransId="{97E18DBF-746F-46F5-A392-5B5A7F5496BA}" sibTransId="{D470F065-E9F7-4270-9091-69A7532A8E00}"/>
    <dgm:cxn modelId="{A8AD782B-A15F-41EC-BBA2-96CFE6905E36}" srcId="{278D944E-17D8-45F3-A48F-4F402BF76201}" destId="{9D338ACD-0EE8-4813-86B3-4198CD46C441}" srcOrd="1" destOrd="0" parTransId="{2ED35941-668B-4A4D-A9A9-43C276B60F74}" sibTransId="{75FBEB73-4D00-4035-A422-F0BC18D92F0E}"/>
    <dgm:cxn modelId="{9CA6D35C-48F1-497D-BFFA-8805C82C3158}" type="presOf" srcId="{9D338ACD-0EE8-4813-86B3-4198CD46C441}" destId="{420E3DA8-77A8-4C63-A3A2-5F75C836B080}" srcOrd="0" destOrd="2" presId="urn:microsoft.com/office/officeart/2005/8/layout/radial2"/>
    <dgm:cxn modelId="{AD7A6560-DA00-4D38-986B-8D60B01C35C7}" srcId="{40536D65-FD8E-488E-B859-6F65D32399EA}" destId="{117C94AF-B270-4610-BACB-40F896CD3F5E}" srcOrd="0" destOrd="0" parTransId="{D823F521-BDE0-49B0-A892-DFBDAFA050D8}" sibTransId="{AF809FA3-7DEC-4464-BDAA-74EEFAD4C127}"/>
    <dgm:cxn modelId="{E4D28268-3BA1-45F3-A032-BB63CCF9E851}" srcId="{94C8BAAC-0967-4767-85DA-7B856B73CD82}" destId="{FD8CB38D-DD01-454D-8C2A-520CCC97B37B}" srcOrd="1" destOrd="0" parTransId="{EDBC40F3-DDA4-487C-ADFF-01D865154D62}" sibTransId="{2C162719-4D13-4110-8550-350292753CC4}"/>
    <dgm:cxn modelId="{07831976-A837-45B4-82B4-8C5E5843E06F}" type="presOf" srcId="{25A4D534-13C3-41D7-B8EB-A71647F3D7D9}" destId="{3923D0DC-791B-43C3-870E-AA15B7841D53}" srcOrd="0" destOrd="0" presId="urn:microsoft.com/office/officeart/2005/8/layout/radial2"/>
    <dgm:cxn modelId="{81F91457-AE23-492D-B26A-8E3225796FA1}" srcId="{BC4D4483-7F65-46E1-A539-79BC5F8A1B6D}" destId="{B8A16D31-D214-4287-AD1E-46ED00DE4633}" srcOrd="2" destOrd="0" parTransId="{083C8263-5923-457E-B5D4-E17593AC48F3}" sibTransId="{6ED762F7-BE2D-4E40-8802-029D1B389648}"/>
    <dgm:cxn modelId="{E9A86E79-72CE-4065-B5A8-ECFAEC0433F7}" type="presOf" srcId="{EF400CDB-9C8B-46A9-A7FC-335953374F4C}" destId="{420E3DA8-77A8-4C63-A3A2-5F75C836B080}" srcOrd="0" destOrd="1" presId="urn:microsoft.com/office/officeart/2005/8/layout/radial2"/>
    <dgm:cxn modelId="{C5F51F7B-01C3-4889-B5D2-02F15E9FA49D}" type="presOf" srcId="{A44129C4-8257-445D-AE13-156AE8ADA050}" destId="{0D99EF3B-B627-4189-A3A1-3FCF3188A77C}" srcOrd="0" destOrd="1" presId="urn:microsoft.com/office/officeart/2005/8/layout/radial2"/>
    <dgm:cxn modelId="{9BBB3C81-9277-47AE-86E5-31EEA2041F50}" type="presOf" srcId="{E8D186F4-B449-4A41-81B5-2AC5890BA195}" destId="{E432071D-685B-40F1-BF18-0F371274197D}" srcOrd="0" destOrd="3" presId="urn:microsoft.com/office/officeart/2005/8/layout/radial2"/>
    <dgm:cxn modelId="{151E6989-E280-4EC5-8248-0B4501440AC7}" type="presOf" srcId="{40536D65-FD8E-488E-B859-6F65D32399EA}" destId="{35B26151-E1B7-46C8-A212-3A257CB891F5}" srcOrd="0" destOrd="0" presId="urn:microsoft.com/office/officeart/2005/8/layout/radial2"/>
    <dgm:cxn modelId="{1B3E7F97-47BC-42FF-B08E-431F82A0270D}" srcId="{CD02C2B2-83B8-423A-9D13-3DD437AAF57E}" destId="{BC4D4483-7F65-46E1-A539-79BC5F8A1B6D}" srcOrd="0" destOrd="0" parTransId="{0D6970EC-4D4B-40FD-9C28-235E63B14047}" sibTransId="{C94F17C6-9E4C-4022-82E0-8499A2615237}"/>
    <dgm:cxn modelId="{D769859A-0249-412A-A64A-25378A229568}" type="presOf" srcId="{94C8BAAC-0967-4767-85DA-7B856B73CD82}" destId="{E432071D-685B-40F1-BF18-0F371274197D}" srcOrd="0" destOrd="2" presId="urn:microsoft.com/office/officeart/2005/8/layout/radial2"/>
    <dgm:cxn modelId="{2CC8989A-7020-4AAF-9957-655EE32441F7}" type="presOf" srcId="{9E9CF3E5-36EA-4977-9B45-1969DB20846D}" destId="{BFEC34ED-699B-47E8-B8CF-3CB04D387A60}" srcOrd="0" destOrd="0" presId="urn:microsoft.com/office/officeart/2005/8/layout/radial2"/>
    <dgm:cxn modelId="{1D1CFEA5-91A0-4D4F-A951-2AEA2E5A3424}" type="presOf" srcId="{CD02C2B2-83B8-423A-9D13-3DD437AAF57E}" destId="{896FFA94-D194-4C5C-A18D-7E3586E9861C}" srcOrd="0" destOrd="0" presId="urn:microsoft.com/office/officeart/2005/8/layout/radial2"/>
    <dgm:cxn modelId="{49A863A9-615E-4AD1-9068-0B63F3DF7EE4}" srcId="{E145E56A-930B-43DC-A112-BCEF62F6A2CE}" destId="{CD02C2B2-83B8-423A-9D13-3DD437AAF57E}" srcOrd="1" destOrd="0" parTransId="{9E9CF3E5-36EA-4977-9B45-1969DB20846D}" sibTransId="{5A183775-6AD1-4FE3-9274-6B142A7AD409}"/>
    <dgm:cxn modelId="{5B82E7A9-3EF1-44FE-A986-6C60282A8247}" type="presOf" srcId="{117C94AF-B270-4610-BACB-40F896CD3F5E}" destId="{6704CA85-4DA2-4651-B49E-A72D9DEC2C98}" srcOrd="0" destOrd="0" presId="urn:microsoft.com/office/officeart/2005/8/layout/radial2"/>
    <dgm:cxn modelId="{C29FAEAE-41C0-4F55-8122-C88601F7C2FF}" srcId="{E145E56A-930B-43DC-A112-BCEF62F6A2CE}" destId="{40536D65-FD8E-488E-B859-6F65D32399EA}" srcOrd="3" destOrd="0" parTransId="{2B66CB12-9534-4555-958D-FEEB35185316}" sibTransId="{2DA96F7A-65C1-40AB-A5E8-D673F45F88E0}"/>
    <dgm:cxn modelId="{A81A32B1-2EDA-47A9-9DFD-9C9183C64B39}" srcId="{117C94AF-B270-4610-BACB-40F896CD3F5E}" destId="{EA987A81-B72F-4070-9B1A-12EB31D4860B}" srcOrd="0" destOrd="0" parTransId="{D281ABDD-7336-4D8C-8B22-F79E4466269E}" sibTransId="{FC0F0029-B8C2-4AF7-B968-72D11A9B8EFD}"/>
    <dgm:cxn modelId="{ACC413B2-1810-45EB-8182-BBD208A69ADC}" type="presOf" srcId="{2CA2F896-4EEB-4D66-83EB-2FE8BB0EDE2C}" destId="{E432071D-685B-40F1-BF18-0F371274197D}" srcOrd="0" destOrd="1" presId="urn:microsoft.com/office/officeart/2005/8/layout/radial2"/>
    <dgm:cxn modelId="{E729ACC3-55E8-46EA-A7D4-786D933EC9F9}" type="presOf" srcId="{E2AE5631-2109-4FC4-A592-720BA9D35553}" destId="{C21135E9-458E-47CE-A816-B0E8CD024599}" srcOrd="0" destOrd="0" presId="urn:microsoft.com/office/officeart/2005/8/layout/radial2"/>
    <dgm:cxn modelId="{7C0F0EC5-FB40-418B-B5C9-ACF06B3D1313}" type="presOf" srcId="{E145E56A-930B-43DC-A112-BCEF62F6A2CE}" destId="{AB108A58-0A35-4925-8A66-1951C9F71F1A}" srcOrd="0" destOrd="0" presId="urn:microsoft.com/office/officeart/2005/8/layout/radial2"/>
    <dgm:cxn modelId="{0B6E08C8-8607-48AC-9E1B-470CFFC41A40}" type="presOf" srcId="{FE1D566D-B35B-4669-B5B7-0C79EF906F6C}" destId="{0D99EF3B-B627-4189-A3A1-3FCF3188A77C}" srcOrd="0" destOrd="4" presId="urn:microsoft.com/office/officeart/2005/8/layout/radial2"/>
    <dgm:cxn modelId="{36AF60CB-7992-4AAF-9A3C-6B575192DDF3}" type="presOf" srcId="{B8A16D31-D214-4287-AD1E-46ED00DE4633}" destId="{0D99EF3B-B627-4189-A3A1-3FCF3188A77C}" srcOrd="0" destOrd="3" presId="urn:microsoft.com/office/officeart/2005/8/layout/radial2"/>
    <dgm:cxn modelId="{ACA271DA-557B-4998-B79D-D46A53FC3B2C}" type="presOf" srcId="{0A9F5611-2775-40FB-93BC-4DCF3E19E32C}" destId="{0D99EF3B-B627-4189-A3A1-3FCF3188A77C}" srcOrd="0" destOrd="2" presId="urn:microsoft.com/office/officeart/2005/8/layout/radial2"/>
    <dgm:cxn modelId="{359DF3DC-08D7-40EF-882B-943B5A9F6C14}" type="presOf" srcId="{2B66CB12-9534-4555-958D-FEEB35185316}" destId="{418E80AF-4108-47C8-9752-AD67E6EAC2F9}" srcOrd="0" destOrd="0" presId="urn:microsoft.com/office/officeart/2005/8/layout/radial2"/>
    <dgm:cxn modelId="{10F972DF-FFF1-44E2-9291-5BFD74B31F30}" type="presOf" srcId="{EA987A81-B72F-4070-9B1A-12EB31D4860B}" destId="{6704CA85-4DA2-4651-B49E-A72D9DEC2C98}" srcOrd="0" destOrd="1" presId="urn:microsoft.com/office/officeart/2005/8/layout/radial2"/>
    <dgm:cxn modelId="{A3C8A4E3-42FE-4BAB-BB88-14E974E826CB}" type="presOf" srcId="{8A7E2059-96FE-4E93-A535-8DB5EB68F4BD}" destId="{455435E0-472B-41A2-BD20-E8E13236C888}" srcOrd="0" destOrd="0" presId="urn:microsoft.com/office/officeart/2005/8/layout/radial2"/>
    <dgm:cxn modelId="{CEBCF5E7-E895-4E2B-8A42-E0F938FA49AC}" srcId="{E2AE5631-2109-4FC4-A592-720BA9D35553}" destId="{2CA2F896-4EEB-4D66-83EB-2FE8BB0EDE2C}" srcOrd="1" destOrd="0" parTransId="{A53EE7D5-4714-4B65-85EC-863E3730A677}" sibTransId="{378535C5-0A71-49A7-B385-C8A8F4300763}"/>
    <dgm:cxn modelId="{3A5AFAEA-463A-4976-A7D5-5F81E71FA0E9}" srcId="{BC4D4483-7F65-46E1-A539-79BC5F8A1B6D}" destId="{0A9F5611-2775-40FB-93BC-4DCF3E19E32C}" srcOrd="1" destOrd="0" parTransId="{33B94F31-2FE0-4001-847B-6835035066EC}" sibTransId="{5D8B2CBC-FEAC-479B-A070-8032189D0FC4}"/>
    <dgm:cxn modelId="{EAE777EB-204F-4B1B-A013-8B5512610FA2}" type="presOf" srcId="{278D944E-17D8-45F3-A48F-4F402BF76201}" destId="{420E3DA8-77A8-4C63-A3A2-5F75C836B080}" srcOrd="0" destOrd="0" presId="urn:microsoft.com/office/officeart/2005/8/layout/radial2"/>
    <dgm:cxn modelId="{8A4068ED-0C27-47BE-A4DC-E0ACF0DA3DDE}" srcId="{94C8BAAC-0967-4767-85DA-7B856B73CD82}" destId="{E8D186F4-B449-4A41-81B5-2AC5890BA195}" srcOrd="0" destOrd="0" parTransId="{480174D8-0280-4D06-8F1C-6AC518BC725B}" sibTransId="{D753A08C-9C73-47AB-9387-1A92F13E1FE0}"/>
    <dgm:cxn modelId="{0B3D7AF4-A157-42F5-B0C6-CDFB5D2BC268}" type="presOf" srcId="{BC4D4483-7F65-46E1-A539-79BC5F8A1B6D}" destId="{0D99EF3B-B627-4189-A3A1-3FCF3188A77C}" srcOrd="0" destOrd="0" presId="urn:microsoft.com/office/officeart/2005/8/layout/radial2"/>
    <dgm:cxn modelId="{CEB2DCF7-FEE2-4220-B1BF-44822A695C8F}" srcId="{278D944E-17D8-45F3-A48F-4F402BF76201}" destId="{EF400CDB-9C8B-46A9-A7FC-335953374F4C}" srcOrd="0" destOrd="0" parTransId="{8EFDCB02-B233-42B6-9F4F-C233E964F614}" sibTransId="{1907EB51-FEE2-4375-8A55-3698A725F995}"/>
    <dgm:cxn modelId="{6A9F6EF8-8D7C-4E2D-99CD-489D88A60C0E}" type="presOf" srcId="{FD8CB38D-DD01-454D-8C2A-520CCC97B37B}" destId="{E432071D-685B-40F1-BF18-0F371274197D}" srcOrd="0" destOrd="4" presId="urn:microsoft.com/office/officeart/2005/8/layout/radial2"/>
    <dgm:cxn modelId="{54CE8AF9-35B8-45E2-B78E-4469A1E43935}" srcId="{BC4D4483-7F65-46E1-A539-79BC5F8A1B6D}" destId="{A44129C4-8257-445D-AE13-156AE8ADA050}" srcOrd="0" destOrd="0" parTransId="{78DC115E-BBE5-493C-BB9C-91736225AAAB}" sibTransId="{5BE53A92-48FB-4B63-A0FA-CE4021A7A71C}"/>
    <dgm:cxn modelId="{936D971F-BFDC-4D7B-BA27-724BB0B4C564}" type="presParOf" srcId="{AB108A58-0A35-4925-8A66-1951C9F71F1A}" destId="{24823D71-C7D8-4C35-B05C-8CBF2BEEA65C}" srcOrd="0" destOrd="0" presId="urn:microsoft.com/office/officeart/2005/8/layout/radial2"/>
    <dgm:cxn modelId="{76CDF2F9-F34B-4E26-BAAB-1EC513AB225B}" type="presParOf" srcId="{24823D71-C7D8-4C35-B05C-8CBF2BEEA65C}" destId="{D0B13483-4934-4B53-BF23-D3007AAF968A}" srcOrd="0" destOrd="0" presId="urn:microsoft.com/office/officeart/2005/8/layout/radial2"/>
    <dgm:cxn modelId="{239F54D5-2827-4286-82C1-364068AB7D6F}" type="presParOf" srcId="{D0B13483-4934-4B53-BF23-D3007AAF968A}" destId="{5E9DED10-DE74-480F-BF8A-F90ECE182A73}" srcOrd="0" destOrd="0" presId="urn:microsoft.com/office/officeart/2005/8/layout/radial2"/>
    <dgm:cxn modelId="{53D03012-A6CE-48EB-B80A-EB45125D2518}" type="presParOf" srcId="{D0B13483-4934-4B53-BF23-D3007AAF968A}" destId="{E2B75F5C-5727-4DFC-9A2C-2C169BACFAAF}" srcOrd="1" destOrd="0" presId="urn:microsoft.com/office/officeart/2005/8/layout/radial2"/>
    <dgm:cxn modelId="{08FED4BD-DE83-44AE-8C01-1ACD8CA12F4B}" type="presParOf" srcId="{24823D71-C7D8-4C35-B05C-8CBF2BEEA65C}" destId="{03A49AE9-B1A7-4F9C-BCEA-AC35D3CF3AC5}" srcOrd="1" destOrd="0" presId="urn:microsoft.com/office/officeart/2005/8/layout/radial2"/>
    <dgm:cxn modelId="{0C398105-D7E7-493B-9987-78E8EC8D435A}" type="presParOf" srcId="{24823D71-C7D8-4C35-B05C-8CBF2BEEA65C}" destId="{F807820F-5ACC-4F5B-94B3-ADF4AFD7A3EC}" srcOrd="2" destOrd="0" presId="urn:microsoft.com/office/officeart/2005/8/layout/radial2"/>
    <dgm:cxn modelId="{97C863B2-41D5-4AF5-9D6B-C067A85CEEF4}" type="presParOf" srcId="{F807820F-5ACC-4F5B-94B3-ADF4AFD7A3EC}" destId="{455435E0-472B-41A2-BD20-E8E13236C888}" srcOrd="0" destOrd="0" presId="urn:microsoft.com/office/officeart/2005/8/layout/radial2"/>
    <dgm:cxn modelId="{86FA32C4-9198-40DA-A33C-DF10029504AB}" type="presParOf" srcId="{F807820F-5ACC-4F5B-94B3-ADF4AFD7A3EC}" destId="{420E3DA8-77A8-4C63-A3A2-5F75C836B080}" srcOrd="1" destOrd="0" presId="urn:microsoft.com/office/officeart/2005/8/layout/radial2"/>
    <dgm:cxn modelId="{7B6E3828-9933-4C8D-BA72-E424BFD044BB}" type="presParOf" srcId="{24823D71-C7D8-4C35-B05C-8CBF2BEEA65C}" destId="{BFEC34ED-699B-47E8-B8CF-3CB04D387A60}" srcOrd="3" destOrd="0" presId="urn:microsoft.com/office/officeart/2005/8/layout/radial2"/>
    <dgm:cxn modelId="{1D651877-BF2C-46BE-8C17-B35A3A9CF46F}" type="presParOf" srcId="{24823D71-C7D8-4C35-B05C-8CBF2BEEA65C}" destId="{523BE950-1499-4DA9-8E83-9FB20637D976}" srcOrd="4" destOrd="0" presId="urn:microsoft.com/office/officeart/2005/8/layout/radial2"/>
    <dgm:cxn modelId="{E6CCDE8E-77F1-4015-B549-BC8B79C7D4FB}" type="presParOf" srcId="{523BE950-1499-4DA9-8E83-9FB20637D976}" destId="{896FFA94-D194-4C5C-A18D-7E3586E9861C}" srcOrd="0" destOrd="0" presId="urn:microsoft.com/office/officeart/2005/8/layout/radial2"/>
    <dgm:cxn modelId="{32EAB62B-7F4B-455B-B2AB-252F955C57F7}" type="presParOf" srcId="{523BE950-1499-4DA9-8E83-9FB20637D976}" destId="{0D99EF3B-B627-4189-A3A1-3FCF3188A77C}" srcOrd="1" destOrd="0" presId="urn:microsoft.com/office/officeart/2005/8/layout/radial2"/>
    <dgm:cxn modelId="{867FB2AF-B4CF-4841-B584-19ADD1D273E9}" type="presParOf" srcId="{24823D71-C7D8-4C35-B05C-8CBF2BEEA65C}" destId="{3923D0DC-791B-43C3-870E-AA15B7841D53}" srcOrd="5" destOrd="0" presId="urn:microsoft.com/office/officeart/2005/8/layout/radial2"/>
    <dgm:cxn modelId="{8FFEE399-70A0-40EE-BA4C-C864954E4142}" type="presParOf" srcId="{24823D71-C7D8-4C35-B05C-8CBF2BEEA65C}" destId="{071CCB25-3FEE-4FD5-ADF7-1DDAB6DE4651}" srcOrd="6" destOrd="0" presId="urn:microsoft.com/office/officeart/2005/8/layout/radial2"/>
    <dgm:cxn modelId="{593F7D11-6A02-44EF-9DBE-003433ECF96B}" type="presParOf" srcId="{071CCB25-3FEE-4FD5-ADF7-1DDAB6DE4651}" destId="{C21135E9-458E-47CE-A816-B0E8CD024599}" srcOrd="0" destOrd="0" presId="urn:microsoft.com/office/officeart/2005/8/layout/radial2"/>
    <dgm:cxn modelId="{2F727CBE-19B3-46E3-A9E7-3684C224CB09}" type="presParOf" srcId="{071CCB25-3FEE-4FD5-ADF7-1DDAB6DE4651}" destId="{E432071D-685B-40F1-BF18-0F371274197D}" srcOrd="1" destOrd="0" presId="urn:microsoft.com/office/officeart/2005/8/layout/radial2"/>
    <dgm:cxn modelId="{05B97899-66BD-428C-B1CF-1FAEADAEE1E8}" type="presParOf" srcId="{24823D71-C7D8-4C35-B05C-8CBF2BEEA65C}" destId="{418E80AF-4108-47C8-9752-AD67E6EAC2F9}" srcOrd="7" destOrd="0" presId="urn:microsoft.com/office/officeart/2005/8/layout/radial2"/>
    <dgm:cxn modelId="{4EA9237C-3827-422E-90E9-3D5380C4CAC2}" type="presParOf" srcId="{24823D71-C7D8-4C35-B05C-8CBF2BEEA65C}" destId="{0F540C33-AC02-4555-96BC-5EF030F1EA77}" srcOrd="8" destOrd="0" presId="urn:microsoft.com/office/officeart/2005/8/layout/radial2"/>
    <dgm:cxn modelId="{8EB4EBCD-6A53-4CE4-9258-1471752175A9}" type="presParOf" srcId="{0F540C33-AC02-4555-96BC-5EF030F1EA77}" destId="{35B26151-E1B7-46C8-A212-3A257CB891F5}" srcOrd="0" destOrd="0" presId="urn:microsoft.com/office/officeart/2005/8/layout/radial2"/>
    <dgm:cxn modelId="{B4195DD2-A0DD-4940-9F81-73877D6F21A0}" type="presParOf" srcId="{0F540C33-AC02-4555-96BC-5EF030F1EA77}" destId="{6704CA85-4DA2-4651-B49E-A72D9DEC2C98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8E80AF-4108-47C8-9752-AD67E6EAC2F9}">
      <dsp:nvSpPr>
        <dsp:cNvPr id="0" name=""/>
        <dsp:cNvSpPr/>
      </dsp:nvSpPr>
      <dsp:spPr>
        <a:xfrm rot="3673426">
          <a:off x="2536645" y="3853789"/>
          <a:ext cx="966275" cy="47109"/>
        </a:xfrm>
        <a:custGeom>
          <a:avLst/>
          <a:gdLst/>
          <a:ahLst/>
          <a:cxnLst/>
          <a:rect l="0" t="0" r="0" b="0"/>
          <a:pathLst>
            <a:path>
              <a:moveTo>
                <a:pt x="0" y="23554"/>
              </a:moveTo>
              <a:lnTo>
                <a:pt x="966275" y="235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23D0DC-791B-43C3-870E-AA15B7841D53}">
      <dsp:nvSpPr>
        <dsp:cNvPr id="0" name=""/>
        <dsp:cNvSpPr/>
      </dsp:nvSpPr>
      <dsp:spPr>
        <a:xfrm rot="1307856">
          <a:off x="3098312" y="3110883"/>
          <a:ext cx="685898" cy="47109"/>
        </a:xfrm>
        <a:custGeom>
          <a:avLst/>
          <a:gdLst/>
          <a:ahLst/>
          <a:cxnLst/>
          <a:rect l="0" t="0" r="0" b="0"/>
          <a:pathLst>
            <a:path>
              <a:moveTo>
                <a:pt x="0" y="23554"/>
              </a:moveTo>
              <a:lnTo>
                <a:pt x="685898" y="235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EC34ED-699B-47E8-B8CF-3CB04D387A60}">
      <dsp:nvSpPr>
        <dsp:cNvPr id="0" name=""/>
        <dsp:cNvSpPr/>
      </dsp:nvSpPr>
      <dsp:spPr>
        <a:xfrm rot="20292144">
          <a:off x="3098312" y="2260674"/>
          <a:ext cx="685898" cy="47109"/>
        </a:xfrm>
        <a:custGeom>
          <a:avLst/>
          <a:gdLst/>
          <a:ahLst/>
          <a:cxnLst/>
          <a:rect l="0" t="0" r="0" b="0"/>
          <a:pathLst>
            <a:path>
              <a:moveTo>
                <a:pt x="0" y="23554"/>
              </a:moveTo>
              <a:lnTo>
                <a:pt x="685898" y="235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A49AE9-B1A7-4F9C-BCEA-AC35D3CF3AC5}">
      <dsp:nvSpPr>
        <dsp:cNvPr id="0" name=""/>
        <dsp:cNvSpPr/>
      </dsp:nvSpPr>
      <dsp:spPr>
        <a:xfrm rot="17926574">
          <a:off x="2536645" y="1517767"/>
          <a:ext cx="966275" cy="47109"/>
        </a:xfrm>
        <a:custGeom>
          <a:avLst/>
          <a:gdLst/>
          <a:ahLst/>
          <a:cxnLst/>
          <a:rect l="0" t="0" r="0" b="0"/>
          <a:pathLst>
            <a:path>
              <a:moveTo>
                <a:pt x="0" y="23554"/>
              </a:moveTo>
              <a:lnTo>
                <a:pt x="966275" y="235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B75F5C-5727-4DFC-9A2C-2C169BACFAAF}">
      <dsp:nvSpPr>
        <dsp:cNvPr id="0" name=""/>
        <dsp:cNvSpPr/>
      </dsp:nvSpPr>
      <dsp:spPr>
        <a:xfrm>
          <a:off x="1314670" y="1645708"/>
          <a:ext cx="2127249" cy="2127249"/>
        </a:xfrm>
        <a:prstGeom prst="ellipse">
          <a:avLst/>
        </a:prstGeom>
        <a:solidFill>
          <a:srgbClr val="063A7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435E0-472B-41A2-BD20-E8E13236C888}">
      <dsp:nvSpPr>
        <dsp:cNvPr id="0" name=""/>
        <dsp:cNvSpPr/>
      </dsp:nvSpPr>
      <dsp:spPr>
        <a:xfrm>
          <a:off x="2943567" y="529"/>
          <a:ext cx="1190850" cy="11908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Implementation</a:t>
          </a:r>
        </a:p>
      </dsp:txBody>
      <dsp:txXfrm>
        <a:off x="3117963" y="174925"/>
        <a:ext cx="842058" cy="842058"/>
      </dsp:txXfrm>
    </dsp:sp>
    <dsp:sp modelId="{420E3DA8-77A8-4C63-A3A2-5F75C836B080}">
      <dsp:nvSpPr>
        <dsp:cNvPr id="0" name=""/>
        <dsp:cNvSpPr/>
      </dsp:nvSpPr>
      <dsp:spPr>
        <a:xfrm>
          <a:off x="4253503" y="529"/>
          <a:ext cx="1786275" cy="1190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Data management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 Player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Title Metadata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NGP/DSR</a:t>
          </a:r>
        </a:p>
      </dsp:txBody>
      <dsp:txXfrm>
        <a:off x="4253503" y="529"/>
        <a:ext cx="1786275" cy="1190850"/>
      </dsp:txXfrm>
    </dsp:sp>
    <dsp:sp modelId="{896FFA94-D194-4C5C-A18D-7E3586E9861C}">
      <dsp:nvSpPr>
        <dsp:cNvPr id="0" name=""/>
        <dsp:cNvSpPr/>
      </dsp:nvSpPr>
      <dsp:spPr>
        <a:xfrm>
          <a:off x="3717118" y="1340357"/>
          <a:ext cx="1190850" cy="1190850"/>
        </a:xfrm>
        <a:prstGeom prst="ellipse">
          <a:avLst/>
        </a:prstGeom>
        <a:solidFill>
          <a:srgbClr val="4472C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Front end integration</a:t>
          </a:r>
        </a:p>
      </dsp:txBody>
      <dsp:txXfrm>
        <a:off x="3891514" y="1514753"/>
        <a:ext cx="842058" cy="842058"/>
      </dsp:txXfrm>
    </dsp:sp>
    <dsp:sp modelId="{0D99EF3B-B627-4189-A3A1-3FCF3188A77C}">
      <dsp:nvSpPr>
        <dsp:cNvPr id="0" name=""/>
        <dsp:cNvSpPr/>
      </dsp:nvSpPr>
      <dsp:spPr>
        <a:xfrm>
          <a:off x="5027053" y="1340357"/>
          <a:ext cx="1786275" cy="1190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Player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Opt-in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Updates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Survey submissions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Optout</a:t>
          </a:r>
        </a:p>
      </dsp:txBody>
      <dsp:txXfrm>
        <a:off x="5027053" y="1340357"/>
        <a:ext cx="1786275" cy="1190850"/>
      </dsp:txXfrm>
    </dsp:sp>
    <dsp:sp modelId="{C21135E9-458E-47CE-A816-B0E8CD024599}">
      <dsp:nvSpPr>
        <dsp:cNvPr id="0" name=""/>
        <dsp:cNvSpPr/>
      </dsp:nvSpPr>
      <dsp:spPr>
        <a:xfrm>
          <a:off x="3717118" y="2887458"/>
          <a:ext cx="1190850" cy="11908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Marketing</a:t>
          </a:r>
        </a:p>
      </dsp:txBody>
      <dsp:txXfrm>
        <a:off x="3891514" y="3061854"/>
        <a:ext cx="842058" cy="842058"/>
      </dsp:txXfrm>
    </dsp:sp>
    <dsp:sp modelId="{E432071D-685B-40F1-BF18-0F371274197D}">
      <dsp:nvSpPr>
        <dsp:cNvPr id="0" name=""/>
        <dsp:cNvSpPr/>
      </dsp:nvSpPr>
      <dsp:spPr>
        <a:xfrm>
          <a:off x="5027053" y="2887458"/>
          <a:ext cx="1786275" cy="1190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CPM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Topic based Segmentation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Coding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Newsletter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Event announcements</a:t>
          </a:r>
        </a:p>
      </dsp:txBody>
      <dsp:txXfrm>
        <a:off x="5027053" y="2887458"/>
        <a:ext cx="1786275" cy="1190850"/>
      </dsp:txXfrm>
    </dsp:sp>
    <dsp:sp modelId="{35B26151-E1B7-46C8-A212-3A257CB891F5}">
      <dsp:nvSpPr>
        <dsp:cNvPr id="0" name=""/>
        <dsp:cNvSpPr/>
      </dsp:nvSpPr>
      <dsp:spPr>
        <a:xfrm>
          <a:off x="2943567" y="4227286"/>
          <a:ext cx="1190850" cy="11908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Customer Voice</a:t>
          </a:r>
        </a:p>
      </dsp:txBody>
      <dsp:txXfrm>
        <a:off x="3117963" y="4401682"/>
        <a:ext cx="842058" cy="842058"/>
      </dsp:txXfrm>
    </dsp:sp>
    <dsp:sp modelId="{6704CA85-4DA2-4651-B49E-A72D9DEC2C98}">
      <dsp:nvSpPr>
        <dsp:cNvPr id="0" name=""/>
        <dsp:cNvSpPr/>
      </dsp:nvSpPr>
      <dsp:spPr>
        <a:xfrm>
          <a:off x="4253503" y="4227286"/>
          <a:ext cx="1786275" cy="1190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Surveys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Newsletter Embedded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Front end Embedded</a:t>
          </a:r>
        </a:p>
      </dsp:txBody>
      <dsp:txXfrm>
        <a:off x="4253503" y="4227286"/>
        <a:ext cx="1786275" cy="11908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6FB3-898F-9B41-B765-0FBE8B8C0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CBC09-12DB-B51F-3D2E-A26A496C1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C1D57-BC7F-B0BF-CE98-DFB0B4EB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75D24-3903-4F9D-8101-C7E6D1AE6B6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F419A-B21E-F9A6-05E7-AE39ADC6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6DFD6-A2D1-63DA-A5E0-245F3BF3E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4F8-CF41-4324-BE92-5D6872CE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9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52E19-7694-C24D-0771-5A38FEFF0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2BDC2-5028-D5DD-2847-04844047A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24F74-7CC2-0E80-C59A-BD3906841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75D24-3903-4F9D-8101-C7E6D1AE6B6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8ED4E-3DA7-61F4-C7BC-95F350A35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C0B2A-45F8-2D3E-EE90-5579B014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4F8-CF41-4324-BE92-5D6872CE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59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CC73C-06A4-AD62-E439-5E8B4E75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A738E-2767-5B60-F77E-1767C2290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86EB2-BD95-3119-2313-FA36256C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75D24-3903-4F9D-8101-C7E6D1AE6B6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DBE77-B136-76AC-F6EF-6472E19EB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DA7E3-76B7-0D05-5FF9-DB2ABE6B9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4F8-CF41-4324-BE92-5D6872CE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14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FE90-3347-A569-5A5C-3E5431E97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E78EF-E5CB-0EE9-19DF-D5ABD756A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9817C-16B5-F39B-D108-4646CD90F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E4A2B-1C30-8103-BDA1-1D1F5C2D2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75D24-3903-4F9D-8101-C7E6D1AE6B6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ACF25-35FC-F3DB-DD66-A0F05E28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E330A-FA9D-8931-3CAB-BF097C74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4F8-CF41-4324-BE92-5D6872CE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91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17FC1-84B5-9CBE-3630-955E8776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9F630-7BF0-BCB1-9A66-DC60F4875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DC6BC-ED2F-0AFA-9B10-F98F6F708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10B24D-E249-54F0-11D0-F8C7316EC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9328E-88DC-413F-1D3D-577FFEBB2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F42B0A-E63B-D748-C814-448AD50D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75D24-3903-4F9D-8101-C7E6D1AE6B6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453B94-DCD8-EA2D-7CE6-1BCC2533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981F2-5EFC-2FF4-D60D-504476AC9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4F8-CF41-4324-BE92-5D6872CE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9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AADFE-5299-4FBA-CD0A-5C65A2C91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96ED4-AD0F-0148-35DB-80B3C0D4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75D24-3903-4F9D-8101-C7E6D1AE6B6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47ABB4-F2A0-9DF9-59BC-E668214B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7B460-C214-A554-6E43-19CD6535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4F8-CF41-4324-BE92-5D6872CE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5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649DD0-538E-E8B5-F0F3-7720B032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75D24-3903-4F9D-8101-C7E6D1AE6B6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F496DE-FC43-4F78-A475-57663C469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3DAF-231B-BB71-7621-7F023856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4F8-CF41-4324-BE92-5D6872CE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97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6B22-1D6A-27CA-4F7F-D5441DC8B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933A6-0EED-7C3D-AECE-32D07DB59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FC05D-AFA8-7913-E3C0-C27CE72EF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B7A04-2B1A-CA46-524D-137ED8283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75D24-3903-4F9D-8101-C7E6D1AE6B6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92AC1-EC26-3C52-474C-4A2A7D755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51C7A-182C-8DFA-8E4A-6AB916EF4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4F8-CF41-4324-BE92-5D6872CE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6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0CDC-4502-3E79-20CF-B9AF0785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7662DF-ADE7-E918-9B90-4AC520ED8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35FCC-75EC-BF80-8ABF-97FCC3B93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2A8C6-7D92-824A-2530-4EA4C95BB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75D24-3903-4F9D-8101-C7E6D1AE6B6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27B11-DF7A-E6C8-96BE-EFE62CD9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8CF75-6E54-86F4-D8DF-DEABBE65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4F8-CF41-4324-BE92-5D6872CE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8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B06C1-A536-6F69-D9D7-3FD39B6C6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678B8-3A68-8724-7FCE-24304F510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74688-B30C-1913-53FF-E2F34D83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75D24-3903-4F9D-8101-C7E6D1AE6B6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E0013-CA27-5156-A99E-0E0B88A75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67930-FB0B-135D-6F9A-41B8886F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4F8-CF41-4324-BE92-5D6872CE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4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C08FAB-BA41-55DD-53DC-A41091564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421AB-142C-287B-40E6-74D66E62B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3EDDC-3741-9B7C-82EC-A8AC23530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75D24-3903-4F9D-8101-C7E6D1AE6B6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821F1-9BD6-6CC0-8F26-8296BE9A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B4E7C-5B65-12F5-7687-74F7AC223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64F8-CF41-4324-BE92-5D6872CE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4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42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986CB-020E-D75E-424B-D3CEAFB6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012DE-CA42-C1A0-F06E-9624EEDC9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40449-0AC3-3A35-858D-8226410F1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A75D24-3903-4F9D-8101-C7E6D1AE6B6E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AF2EB-F728-A8E4-33C9-203F6D38D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BE8C8-2ABB-916B-7E02-FBA66CE79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664F8-CF41-4324-BE92-5D6872CE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51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811CEF-7222-49A7-815C-4C8B065F9212}"/>
              </a:ext>
            </a:extLst>
          </p:cNvPr>
          <p:cNvSpPr/>
          <p:nvPr/>
        </p:nvSpPr>
        <p:spPr>
          <a:xfrm>
            <a:off x="1411941" y="2924736"/>
            <a:ext cx="479506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57DC1D-9DD3-4F25-B01C-A22D684BFD14}"/>
              </a:ext>
            </a:extLst>
          </p:cNvPr>
          <p:cNvSpPr/>
          <p:nvPr/>
        </p:nvSpPr>
        <p:spPr>
          <a:xfrm>
            <a:off x="530087" y="1500639"/>
            <a:ext cx="5229690" cy="30803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fontAlgn="base"/>
            <a:r>
              <a:rPr lang="en-US" sz="2650" b="1" dirty="0">
                <a:solidFill>
                  <a:srgbClr val="008AD9"/>
                </a:solidFill>
                <a:latin typeface="Poppins"/>
                <a:cs typeface="Poppins"/>
              </a:rPr>
              <a:t>Engagement Overview​</a:t>
            </a:r>
          </a:p>
          <a:p>
            <a:pPr marL="285115" indent="-285115" fontAlgn="base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cs typeface="Poppins"/>
              </a:rPr>
              <a:t>Turn 10 identified the need for a unified platform to engage and manage Player data and communications for their popular game Forza.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115" indent="-285115" fontAlgn="base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cs typeface="Poppins"/>
              </a:rPr>
              <a:t>Affirma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cs typeface="Poppins"/>
              </a:rPr>
              <a:t> developed custom extensions for Dynamics core elements and used front-end integrations to capture/update player data.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Poppins"/>
              <a:ea typeface="Calibri" panose="020F0502020204030204"/>
              <a:cs typeface="Poppins"/>
            </a:endParaRPr>
          </a:p>
          <a:p>
            <a:pPr marL="285115" indent="-285115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cs typeface="Poppins"/>
              </a:rPr>
              <a:t>Together with Turn 10, we regularly release community campaigns, including for their insiders program which launched in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00A170-3FF4-0CEB-565D-83292758A832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243EC-C14C-A661-B270-6CC226343926}"/>
              </a:ext>
            </a:extLst>
          </p:cNvPr>
          <p:cNvSpPr txBox="1"/>
          <p:nvPr/>
        </p:nvSpPr>
        <p:spPr>
          <a:xfrm>
            <a:off x="440911" y="436884"/>
            <a:ext cx="10819272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000" dirty="0">
                <a:solidFill>
                  <a:srgbClr val="063A79"/>
                </a:solidFill>
                <a:latin typeface="Poppins"/>
                <a:ea typeface="+mj-ea"/>
                <a:cs typeface="Poppins"/>
              </a:rPr>
              <a:t>Turn 10 - Dynamics 365</a:t>
            </a:r>
            <a:endParaRPr lang="en-US" sz="2400" dirty="0">
              <a:solidFill>
                <a:srgbClr val="063A79"/>
              </a:solidFill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98837D3-5A28-3693-D316-4D8EDD6085E0}"/>
              </a:ext>
            </a:extLst>
          </p:cNvPr>
          <p:cNvGraphicFramePr/>
          <p:nvPr/>
        </p:nvGraphicFramePr>
        <p:xfrm>
          <a:off x="4765773" y="75015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1CC9216-C275-DB94-FF2C-C6D4035748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090" y="3062640"/>
            <a:ext cx="1454994" cy="4380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CDF414-C585-FC0E-DD71-6B00EE588919}"/>
              </a:ext>
            </a:extLst>
          </p:cNvPr>
          <p:cNvSpPr txBox="1"/>
          <p:nvPr/>
        </p:nvSpPr>
        <p:spPr>
          <a:xfrm>
            <a:off x="6375663" y="3348608"/>
            <a:ext cx="1599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/>
                </a:solidFill>
                <a:latin typeface="Acumin Pro Condensed" panose="020B0806020202020204" pitchFamily="34" charset="0"/>
              </a:rPr>
              <a:t>Dynamics CRM</a:t>
            </a:r>
          </a:p>
        </p:txBody>
      </p:sp>
    </p:spTree>
    <p:extLst>
      <p:ext uri="{BB962C8B-B14F-4D97-AF65-F5344CB8AC3E}">
        <p14:creationId xmlns:p14="http://schemas.microsoft.com/office/powerpoint/2010/main" val="123914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Microsoft</Named_x0020_Account>
    <Industries xmlns="f0ee8362-fa7e-4bc9-ab88-7dcfb17cb19b">
      <Value>Technology</Value>
    </Industries>
    <PlatTech xmlns="f0ee8362-fa7e-4bc9-ab88-7dcfb17cb19b">
      <Value>Dynamics</Value>
    </PlatTech>
    <BusinessUnit xmlns="f0ee8362-fa7e-4bc9-ab88-7dcfb17cb19b">
      <Value>Customer Relationship Management</Value>
    </BusinessUnit>
    <Solutions xmlns="f0ee8362-fa7e-4bc9-ab88-7dcfb17cb19b" xsi:nil="true"/>
    <ProjectCompletionDate xmlns="f0ee8362-fa7e-4bc9-ab88-7dcfb17cb19b" xsi:nil="true"/>
    <ApprovedByClient xmlns="f0ee8362-fa7e-4bc9-ab88-7dcfb17cb19b">false</ApprovedByClien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EF5FF303-3240-47DF-A6E8-E37D4822BE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7D385A-D080-44E4-80E4-6DDB28EE5AE9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3.xml><?xml version="1.0" encoding="utf-8"?>
<ds:datastoreItem xmlns:ds="http://schemas.openxmlformats.org/officeDocument/2006/customXml" ds:itemID="{B04D73BE-B790-4713-9D75-6E22807F39C3}"/>
</file>

<file path=customXml/itemProps4.xml><?xml version="1.0" encoding="utf-8"?>
<ds:datastoreItem xmlns:ds="http://schemas.openxmlformats.org/officeDocument/2006/customXml" ds:itemID="{74CB370D-69E7-41F0-9772-A6BE4924A2F1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Murphy</dc:creator>
  <cp:lastModifiedBy>Brendan Murphy</cp:lastModifiedBy>
  <cp:revision>17</cp:revision>
  <dcterms:created xsi:type="dcterms:W3CDTF">2024-09-16T18:59:39Z</dcterms:created>
  <dcterms:modified xsi:type="dcterms:W3CDTF">2025-10-21T20:30:35Z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