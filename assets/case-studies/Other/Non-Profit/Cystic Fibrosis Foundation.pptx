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5f8f5809c9ee41ff"/>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5f8f5809c9ee41ff" Type="http://schemas.openxmlformats.org/officeDocument/2006/relationships/slide" Target="/ppt/slides/slide2.xml"/><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287a3e5b040c4e67"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Cystic Fibrosis Foundation</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 large hospital network, which was responsible for managing clinical trials for The Cystic Fibrosis Foundation, came to Affirma when they needed a way to increase the speed and quality of patient assignments to clinical trials. Our client wanted a collaborative software solution that would make this process more efficient across various care centers while improving the overall quality of patient care.&lt;/p&gt;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&lt;li&gt;Provided business management consulting to understand business processes.&lt;/li&gt;
	&lt;li&gt;Implemented Microsoft SharePoint 2007 Portal Extranet hosted in a medium farm with ISA Server.&lt;/li&gt;
	&lt;li&gt;Collaborated with the IT department at The Cystic Fibrosis Foundation in order to successfully deploy the CFCRNet Portal.&lt;/li&gt;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resulting SharePoint portal increased the speed and quality of the collaboration process for clinical trial assignments by 15%-25%. Our client was very pleased with the results, as it allowed for better patient care.&lt;/p&gt;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Value>Websites</Value>
    </Solutions>
    <Industries xmlns="f0ee8362-fa7e-4bc9-ab88-7dcfb17cb19b">
      <Value>Healthcare</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FF2E92B-A459-4025-B18F-22A13039CF9E}"/>
</file>

<file path=customXml/itemProps2.xml><?xml version="1.0" encoding="utf-8"?>
<ds:datastoreItem xmlns:ds="http://schemas.openxmlformats.org/officeDocument/2006/customXml" ds:itemID="{CB1E7CF0-C850-4568-85CD-F82451013BBF}"/>
</file>

<file path=customXml/itemProps3.xml><?xml version="1.0" encoding="utf-8"?>
<ds:datastoreItem xmlns:ds="http://schemas.openxmlformats.org/officeDocument/2006/customXml" ds:itemID="{D72E3733-9F68-4A84-8129-B57C844DEB21}"/>
</file>

<file path=customXml/itemProps4.xml><?xml version="1.0" encoding="utf-8"?>
<ds:datastoreItem xmlns:ds="http://schemas.openxmlformats.org/officeDocument/2006/customXml" ds:itemID="{FD6ED716-B2B2-4A04-847E-6362DBC15778}"/>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18400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