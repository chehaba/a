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04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916C37-6142-4EC5-A601-88194B92DFFD}" v="1" dt="2022-02-18T21:05:09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openxmlformats.org/officeDocument/2006/relationships/customXml" Target="../customXml/item4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Chapman" userId="S::rchapman@affirma.com::6dd49956-da1e-49f5-a149-276ff374c003" providerId="AD" clId="Web-{AC916C37-6142-4EC5-A601-88194B92DFFD}"/>
    <pc:docChg chg="modSld">
      <pc:chgData name="Ross Chapman" userId="S::rchapman@affirma.com::6dd49956-da1e-49f5-a149-276ff374c003" providerId="AD" clId="Web-{AC916C37-6142-4EC5-A601-88194B92DFFD}" dt="2022-02-18T21:05:09.934" v="0" actId="14100"/>
      <pc:docMkLst>
        <pc:docMk/>
      </pc:docMkLst>
      <pc:sldChg chg="modSp">
        <pc:chgData name="Ross Chapman" userId="S::rchapman@affirma.com::6dd49956-da1e-49f5-a149-276ff374c003" providerId="AD" clId="Web-{AC916C37-6142-4EC5-A601-88194B92DFFD}" dt="2022-02-18T21:05:09.934" v="0" actId="14100"/>
        <pc:sldMkLst>
          <pc:docMk/>
          <pc:sldMk cId="855930888" sldId="4042"/>
        </pc:sldMkLst>
        <pc:spChg chg="mod">
          <ac:chgData name="Ross Chapman" userId="S::rchapman@affirma.com::6dd49956-da1e-49f5-a149-276ff374c003" providerId="AD" clId="Web-{AC916C37-6142-4EC5-A601-88194B92DFFD}" dt="2022-02-18T21:05:09.934" v="0" actId="14100"/>
          <ac:spMkLst>
            <pc:docMk/>
            <pc:sldMk cId="855930888" sldId="4042"/>
            <ac:spMk id="7" creationId="{0648DBFB-7B7E-4F19-BC6F-D04E454A0D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B425-1B1F-49F2-8E0E-E6AB52409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D4F80-97AF-4DC4-9DBF-B67E492CC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72EE-2FA8-4E03-9F65-83F4A82C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22E74-B23F-46F8-9CE9-21C851EB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87539-C8B7-49E6-A7F3-C1535C92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0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33AF-7F59-406C-AF7A-C9640156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80EA-208D-429B-867A-87EB1E6E8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57CAE-F523-47B2-A969-C129F6F3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6C1CF-6463-417B-9F4E-416FEB07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9E93-7667-45C3-915E-BCE7DD00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1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14FE-BE4B-46F2-A4BC-A71D72A9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0AFE7-CD14-4A57-A639-6AFFAAFEA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16A7-EE1B-444A-A3E1-E23092D9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6D3D-7C2D-4C8D-8615-24E76056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2F7E-3175-4918-B55F-D40DB4A5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0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70EA-9CE9-40B2-BEA1-FACC5B5A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5A955-F656-44F2-9BF9-74165B5A8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745D4-0DFA-4C4D-A4FE-302AB8DBF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1867D-B6DD-4D67-A158-0729EE7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4C0F4-7D7D-48AC-BE30-88791E1F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C0F3B-DBC3-4FEF-8D86-791C982F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2385-B7A0-4B2F-A3C3-28CE71C4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14889-7CE2-4704-B5A3-A1EB4B8CE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73C33-073D-4DE2-849E-CF241CC69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F5F6E-5F17-4EFA-87DA-A1E933BAF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6398D-2A82-41E4-819C-104E993AF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A052B-1215-420C-BFD7-44C65030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AB421-6836-4C46-A2B8-8FA4A5BB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E6C6A-D68C-4F16-809D-D999C142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8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2290-6143-43CD-8D5E-6061408A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8862C-DFE4-4E98-BD66-DC839B43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81626-4F1B-4D28-A2DB-8BB367B5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3D796-5CFD-4C39-895C-EB0C3570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6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C552C-D7F2-4633-AFB8-1BEC30C2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5E42F-AEDA-4835-B2AD-21DF293D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F86E-1606-476D-BAF6-6F69FEC3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0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3055-EC0B-4D0A-8A7E-BFFDBDC6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9C2E-7F79-41A5-9269-B5E8B3DF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75B5F-0D82-4126-A651-9DC78D3A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051A6-89B5-474D-998D-04AC041A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71966-6A00-4BF7-BB7C-1237F3AF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07161-E87D-40D5-8EB4-2CF3DF55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1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C9AD-7010-4450-BAB4-1CC30052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5CD8F-6B36-472D-9AD5-09DCB769C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E6979-0AB9-45F7-8D2D-EBE30E46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2F966-3124-4C50-9156-2EB43CA1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22B51-9E22-495C-91A2-367B7C34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40EFF-CCFB-44E8-A994-12392519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3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DEF6-FEF6-490B-AC60-88FF68C0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BB470-EDCB-4B7E-9E93-81DB7D10E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26F40-4628-4845-BF2D-9308BF45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659F8-5B8C-412A-BB29-82217E00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0D5F3-F0F4-4FB9-A4A1-CB02533D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34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8E327-C860-40BF-96EB-43BBA275D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23A64-F183-4EB0-BB86-1F0D1B63A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75DC5-F325-4881-87A0-8DFB71A1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F414F-8801-432E-BCB0-456C6021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B51D-E530-47FD-AE1D-C405A886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9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20A71-8E83-4D73-A4FE-0A452A23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5938-0647-46C3-946E-D39B54306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22DB-75A8-4DB3-9B70-82345F68B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30F39-8435-4E91-B1A6-DB7AAA984982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C4712-D841-4D5F-9314-4F11CD980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13AE9-8C33-4CB0-9CC9-ABB19AD20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AAED3-5BFB-4EDF-A670-8C283201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8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usie.yang@microsof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48DBFB-7B7E-4F19-BC6F-D04E454A0D12}"/>
              </a:ext>
            </a:extLst>
          </p:cNvPr>
          <p:cNvSpPr/>
          <p:nvPr/>
        </p:nvSpPr>
        <p:spPr>
          <a:xfrm>
            <a:off x="0" y="1"/>
            <a:ext cx="12192000" cy="112395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B05CE-8CA2-41BD-A4D9-99045DBB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02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Office Insiders – Global Accessibility &amp; Compliance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DEB55-545F-420B-8EAA-281E53416E23}"/>
              </a:ext>
            </a:extLst>
          </p:cNvPr>
          <p:cNvSpPr txBox="1"/>
          <p:nvPr/>
        </p:nvSpPr>
        <p:spPr>
          <a:xfrm>
            <a:off x="239486" y="1125644"/>
            <a:ext cx="5298304" cy="45410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333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Business Need </a:t>
            </a:r>
          </a:p>
          <a:p>
            <a:r>
              <a:rPr lang="en-US" sz="1167" dirty="0"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The Office Insider team needed a Microsoft branded web application in 37 languages with attention to Accessibility standards and Microsoft Web Framework (MWF) design.  Requirements included; integration of the Microsoft Universal header and footer (UHF), Microsoft Personal Account (MSA) authentication, and content authored in a CMS.</a:t>
            </a:r>
          </a:p>
          <a:p>
            <a:endParaRPr lang="en-US" sz="1000" dirty="0">
              <a:latin typeface="Segoe UI Light" panose="020B0502040204020203" pitchFamily="34" charset="0"/>
              <a:ea typeface="MS Mincho" panose="02020609040205080304" pitchFamily="49" charset="-128"/>
              <a:cs typeface="Segoe UI Light" panose="020B0502040204020203" pitchFamily="34" charset="0"/>
            </a:endParaRPr>
          </a:p>
          <a:p>
            <a:r>
              <a:rPr lang="en-US" sz="2333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What We Did </a:t>
            </a: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Built a web application running on M365 content management system with an automated pipeline into Microsoft translation services; which produces the content of the web app in 37 languages.   </a:t>
            </a: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Worked with the Office accessibility team to run full test passes against the site and fixed all bugs; in addition to cookie and privacy compliance signoffs.    </a:t>
            </a: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Integrated all required Microsoft services such as UHF and MSA authentication and the Office Insider release notes system.</a:t>
            </a:r>
          </a:p>
          <a:p>
            <a:pPr>
              <a:lnSpc>
                <a:spcPct val="120000"/>
              </a:lnSpc>
            </a:pPr>
            <a:endParaRPr lang="en-US" sz="1000" dirty="0">
              <a:solidFill>
                <a:prstClr val="black"/>
              </a:solidFill>
              <a:latin typeface="Segoe UI Light" panose="020B0502040204020203" pitchFamily="34" charset="0"/>
              <a:ea typeface="MS Mincho" panose="02020609040205080304" pitchFamily="49" charset="-128"/>
              <a:cs typeface="Segoe UI Light" panose="020B0502040204020203" pitchFamily="34" charset="0"/>
            </a:endParaRPr>
          </a:p>
          <a:p>
            <a:r>
              <a:rPr lang="en-US" sz="2333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Ongoing Work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latin typeface="Segoe UI Light"/>
                <a:ea typeface="MS Mincho"/>
                <a:cs typeface="Segoe UI Light"/>
              </a:rPr>
              <a:t>The Affirma engineering team continues to build in new features and designs based on the backlog in addition to keeping all solutions up to date with across Microsoft compliance initiatives.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CB513-FED7-4B68-9635-CA5EA9E7E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22" r="-790" b="13243"/>
          <a:stretch/>
        </p:blipFill>
        <p:spPr>
          <a:xfrm>
            <a:off x="5663411" y="1344719"/>
            <a:ext cx="6528589" cy="5049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60326-50A8-4FA5-8FD2-301738805F5D}"/>
              </a:ext>
            </a:extLst>
          </p:cNvPr>
          <p:cNvSpPr txBox="1"/>
          <p:nvPr/>
        </p:nvSpPr>
        <p:spPr>
          <a:xfrm>
            <a:off x="239486" y="5795061"/>
            <a:ext cx="5200839" cy="810543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sz="2333" b="1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Related Work -Windows Insiders </a:t>
            </a:r>
          </a:p>
          <a:p>
            <a:r>
              <a:rPr lang="en-US" sz="1167" b="1" dirty="0">
                <a:latin typeface="Segoe UI Light"/>
                <a:ea typeface="MS Mincho"/>
                <a:cs typeface="Segoe UI Light"/>
              </a:rPr>
              <a:t>Contact : </a:t>
            </a:r>
            <a:r>
              <a:rPr lang="en-US" sz="1167" dirty="0">
                <a:latin typeface="Segoe UI Light"/>
                <a:ea typeface="MS Mincho"/>
                <a:cs typeface="Segoe UI Light"/>
                <a:hlinkClick r:id="rId3"/>
              </a:rPr>
              <a:t>Suzie Yang </a:t>
            </a:r>
            <a:r>
              <a:rPr lang="en-US" sz="1167" dirty="0">
                <a:latin typeface="Segoe UI Light"/>
                <a:ea typeface="MS Mincho"/>
                <a:cs typeface="Segoe UI Light"/>
              </a:rPr>
              <a:t>| Product Marketing Manger | Windows Product Marketing </a:t>
            </a:r>
            <a:r>
              <a:rPr lang="en-US" sz="1167" b="1" dirty="0">
                <a:latin typeface="Segoe UI Light"/>
                <a:ea typeface="MS Mincho"/>
                <a:cs typeface="Segoe UI Light"/>
              </a:rPr>
              <a:t>Affirma Team </a:t>
            </a:r>
            <a:r>
              <a:rPr lang="en-US" sz="1167" dirty="0">
                <a:latin typeface="Segoe UI Light"/>
                <a:ea typeface="MS Mincho"/>
                <a:cs typeface="Segoe UI Light"/>
              </a:rPr>
              <a:t>: Jordan McDonald Dev Lead , Molly McGrath (PM) </a:t>
            </a:r>
          </a:p>
        </p:txBody>
      </p:sp>
    </p:spTree>
    <p:extLst>
      <p:ext uri="{BB962C8B-B14F-4D97-AF65-F5344CB8AC3E}">
        <p14:creationId xmlns:p14="http://schemas.microsoft.com/office/powerpoint/2010/main" val="85593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>
      <Value>Websites</Value>
    </Solutions>
    <Industries xmlns="f0ee8362-fa7e-4bc9-ab88-7dcfb17cb19b">
      <Value>Technology</Value>
    </Industries>
    <Notes0 xmlns="f0ee8362-fa7e-4bc9-ab88-7dcfb17cb19b" xsi:nil="true"/>
    <PlatTech xmlns="f0ee8362-fa7e-4bc9-ab88-7dcfb17cb19b">
      <Value>WordPress</Value>
      <Value>Angular</Value>
    </PlatTech>
    <Named_x0020_Account xmlns="f0ee8362-fa7e-4bc9-ab88-7dcfb17cb19b">Microsoft</Named_x0020_Account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20B5E1E-64A1-406D-8E25-70697B82FF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3DC89E-E580-400A-93B0-E0FFCCFB57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1D73D-EBD3-43AC-8041-AEB6B9C11329}"/>
</file>

<file path=customXml/itemProps4.xml><?xml version="1.0" encoding="utf-8"?>
<ds:datastoreItem xmlns:ds="http://schemas.openxmlformats.org/officeDocument/2006/customXml" ds:itemID="{02254B87-AFB0-41D4-9FA3-2874155383C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Office Insiders – Global Accessibility &amp; Compliance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Insiders – Global Accessibility &amp; Compliance </dc:title>
  <dc:creator>Brendan Murphy</dc:creator>
  <cp:lastModifiedBy>Brendan Murphy</cp:lastModifiedBy>
  <cp:revision>2</cp:revision>
  <dcterms:created xsi:type="dcterms:W3CDTF">2020-12-03T18:10:55Z</dcterms:created>
  <dcterms:modified xsi:type="dcterms:W3CDTF">2022-02-18T21:05:10Z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Platforms">
    <vt:lpwstr>;#WordPress;#Custom Built;#</vt:lpwstr>
  </property>
</Properties>
</file>