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147481256" r:id="rId2"/>
    <p:sldId id="2147481254" r:id="rId3"/>
    <p:sldId id="2147481258" r:id="rId4"/>
    <p:sldId id="2147481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tion 1" id="{120C0A9E-5E01-4087-B1E0-882C938D7787}">
          <p14:sldIdLst>
            <p14:sldId id="2147481256"/>
            <p14:sldId id="2147481254"/>
          </p14:sldIdLst>
        </p14:section>
        <p14:section name="Option 2" id="{BF14A55E-A533-4DCD-9A68-BFCCF80406B7}">
          <p14:sldIdLst>
            <p14:sldId id="2147481258"/>
            <p14:sldId id="2147481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8C2B1-7C70-406F-84FD-D9728213D81C}" v="23" dt="2025-05-08T23:09:48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customXml" Target="../customXml/item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yson Knox-Meade" userId="9add29cb-6821-43c7-a287-0793ac386e0f" providerId="ADAL" clId="{8B18C2B1-7C70-406F-84FD-D9728213D81C}"/>
    <pc:docChg chg="custSel addSld delSld modSld sldOrd delMainMaster addSection modSection">
      <pc:chgData name="Alyson Knox-Meade" userId="9add29cb-6821-43c7-a287-0793ac386e0f" providerId="ADAL" clId="{8B18C2B1-7C70-406F-84FD-D9728213D81C}" dt="2025-05-08T23:29:57.705" v="1051"/>
      <pc:docMkLst>
        <pc:docMk/>
      </pc:docMkLst>
      <pc:sldChg chg="modSp del mod">
        <pc:chgData name="Alyson Knox-Meade" userId="9add29cb-6821-43c7-a287-0793ac386e0f" providerId="ADAL" clId="{8B18C2B1-7C70-406F-84FD-D9728213D81C}" dt="2025-05-08T21:05:40.269" v="365" actId="2696"/>
        <pc:sldMkLst>
          <pc:docMk/>
          <pc:sldMk cId="1311558966" sldId="1111"/>
        </pc:sldMkLst>
        <pc:spChg chg="mod">
          <ac:chgData name="Alyson Knox-Meade" userId="9add29cb-6821-43c7-a287-0793ac386e0f" providerId="ADAL" clId="{8B18C2B1-7C70-406F-84FD-D9728213D81C}" dt="2025-05-08T15:59:17.755" v="12" actId="20577"/>
          <ac:spMkLst>
            <pc:docMk/>
            <pc:sldMk cId="1311558966" sldId="1111"/>
            <ac:spMk id="2" creationId="{BE4DCE00-DBB2-41BB-8766-14D2DB07B1E1}"/>
          </ac:spMkLst>
        </pc:spChg>
        <pc:spChg chg="mod">
          <ac:chgData name="Alyson Knox-Meade" userId="9add29cb-6821-43c7-a287-0793ac386e0f" providerId="ADAL" clId="{8B18C2B1-7C70-406F-84FD-D9728213D81C}" dt="2025-05-08T16:34:39.591" v="278" actId="20577"/>
          <ac:spMkLst>
            <pc:docMk/>
            <pc:sldMk cId="1311558966" sldId="1111"/>
            <ac:spMk id="5" creationId="{92151E7E-EE34-4643-B5C7-9E353C625BA6}"/>
          </ac:spMkLst>
        </pc:spChg>
        <pc:spChg chg="mod">
          <ac:chgData name="Alyson Knox-Meade" userId="9add29cb-6821-43c7-a287-0793ac386e0f" providerId="ADAL" clId="{8B18C2B1-7C70-406F-84FD-D9728213D81C}" dt="2025-05-08T16:36:12.908" v="325" actId="6549"/>
          <ac:spMkLst>
            <pc:docMk/>
            <pc:sldMk cId="1311558966" sldId="1111"/>
            <ac:spMk id="7" creationId="{18B0CBF5-424C-4AAE-8C3D-098A83D2C8B6}"/>
          </ac:spMkLst>
        </pc:spChg>
        <pc:picChg chg="mod">
          <ac:chgData name="Alyson Knox-Meade" userId="9add29cb-6821-43c7-a287-0793ac386e0f" providerId="ADAL" clId="{8B18C2B1-7C70-406F-84FD-D9728213D81C}" dt="2025-05-08T15:59:11.439" v="8" actId="1076"/>
          <ac:picMkLst>
            <pc:docMk/>
            <pc:sldMk cId="1311558966" sldId="1111"/>
            <ac:picMk id="1030" creationId="{88BF1B7D-FB9D-4C09-A1C1-5D2A91339D84}"/>
          </ac:picMkLst>
        </pc:picChg>
      </pc:sldChg>
      <pc:sldChg chg="addSp delSp modSp add del mod">
        <pc:chgData name="Alyson Knox-Meade" userId="9add29cb-6821-43c7-a287-0793ac386e0f" providerId="ADAL" clId="{8B18C2B1-7C70-406F-84FD-D9728213D81C}" dt="2025-05-08T23:08:58.997" v="935" actId="2696"/>
        <pc:sldMkLst>
          <pc:docMk/>
          <pc:sldMk cId="4265056882" sldId="2147481253"/>
        </pc:sldMkLst>
        <pc:spChg chg="mod">
          <ac:chgData name="Alyson Knox-Meade" userId="9add29cb-6821-43c7-a287-0793ac386e0f" providerId="ADAL" clId="{8B18C2B1-7C70-406F-84FD-D9728213D81C}" dt="2025-05-08T21:28:26.213" v="817" actId="1076"/>
          <ac:spMkLst>
            <pc:docMk/>
            <pc:sldMk cId="4265056882" sldId="2147481253"/>
            <ac:spMk id="3" creationId="{E999CD91-4857-BAC4-D795-89BF49017016}"/>
          </ac:spMkLst>
        </pc:spChg>
        <pc:spChg chg="del mod">
          <ac:chgData name="Alyson Knox-Meade" userId="9add29cb-6821-43c7-a287-0793ac386e0f" providerId="ADAL" clId="{8B18C2B1-7C70-406F-84FD-D9728213D81C}" dt="2025-05-08T21:04:04.128" v="354" actId="478"/>
          <ac:spMkLst>
            <pc:docMk/>
            <pc:sldMk cId="4265056882" sldId="2147481253"/>
            <ac:spMk id="6" creationId="{8CBB0BBB-4C3F-189F-B2B8-C769B77813C6}"/>
          </ac:spMkLst>
        </pc:spChg>
        <pc:spChg chg="add mod ord">
          <ac:chgData name="Alyson Knox-Meade" userId="9add29cb-6821-43c7-a287-0793ac386e0f" providerId="ADAL" clId="{8B18C2B1-7C70-406F-84FD-D9728213D81C}" dt="2025-05-08T21:28:42.971" v="820" actId="14100"/>
          <ac:spMkLst>
            <pc:docMk/>
            <pc:sldMk cId="4265056882" sldId="2147481253"/>
            <ac:spMk id="7" creationId="{A95AB823-830E-8AC8-F669-8586EE46BFB9}"/>
          </ac:spMkLst>
        </pc:spChg>
        <pc:spChg chg="add mod">
          <ac:chgData name="Alyson Knox-Meade" userId="9add29cb-6821-43c7-a287-0793ac386e0f" providerId="ADAL" clId="{8B18C2B1-7C70-406F-84FD-D9728213D81C}" dt="2025-05-08T21:28:57.642" v="822" actId="1076"/>
          <ac:spMkLst>
            <pc:docMk/>
            <pc:sldMk cId="4265056882" sldId="2147481253"/>
            <ac:spMk id="8" creationId="{EB3D60E9-8FDC-4FEB-EAC0-AA8F22B47351}"/>
          </ac:spMkLst>
        </pc:spChg>
        <pc:spChg chg="add del mod">
          <ac:chgData name="Alyson Knox-Meade" userId="9add29cb-6821-43c7-a287-0793ac386e0f" providerId="ADAL" clId="{8B18C2B1-7C70-406F-84FD-D9728213D81C}" dt="2025-05-08T21:18:11.107" v="802" actId="478"/>
          <ac:spMkLst>
            <pc:docMk/>
            <pc:sldMk cId="4265056882" sldId="2147481253"/>
            <ac:spMk id="9" creationId="{C1D05246-CA08-AAF0-E957-9293B9BC6DC6}"/>
          </ac:spMkLst>
        </pc:spChg>
        <pc:spChg chg="add mod">
          <ac:chgData name="Alyson Knox-Meade" userId="9add29cb-6821-43c7-a287-0793ac386e0f" providerId="ADAL" clId="{8B18C2B1-7C70-406F-84FD-D9728213D81C}" dt="2025-05-08T21:05:29.249" v="364"/>
          <ac:spMkLst>
            <pc:docMk/>
            <pc:sldMk cId="4265056882" sldId="2147481253"/>
            <ac:spMk id="11" creationId="{29742300-185A-DE95-D65A-E6F46EBA5F45}"/>
          </ac:spMkLst>
        </pc:spChg>
        <pc:spChg chg="del">
          <ac:chgData name="Alyson Knox-Meade" userId="9add29cb-6821-43c7-a287-0793ac386e0f" providerId="ADAL" clId="{8B18C2B1-7C70-406F-84FD-D9728213D81C}" dt="2025-05-08T21:03:32.017" v="348" actId="478"/>
          <ac:spMkLst>
            <pc:docMk/>
            <pc:sldMk cId="4265056882" sldId="2147481253"/>
            <ac:spMk id="17" creationId="{A78B640F-7FAF-A029-C2F4-AB66C165F861}"/>
          </ac:spMkLst>
        </pc:spChg>
        <pc:spChg chg="del">
          <ac:chgData name="Alyson Knox-Meade" userId="9add29cb-6821-43c7-a287-0793ac386e0f" providerId="ADAL" clId="{8B18C2B1-7C70-406F-84FD-D9728213D81C}" dt="2025-05-08T21:03:28.778" v="347" actId="478"/>
          <ac:spMkLst>
            <pc:docMk/>
            <pc:sldMk cId="4265056882" sldId="2147481253"/>
            <ac:spMk id="18" creationId="{60091DFD-D952-64AA-3DEB-8670E60DBFB3}"/>
          </ac:spMkLst>
        </pc:spChg>
        <pc:picChg chg="add mod">
          <ac:chgData name="Alyson Knox-Meade" userId="9add29cb-6821-43c7-a287-0793ac386e0f" providerId="ADAL" clId="{8B18C2B1-7C70-406F-84FD-D9728213D81C}" dt="2025-05-08T21:28:20.439" v="816" actId="1076"/>
          <ac:picMkLst>
            <pc:docMk/>
            <pc:sldMk cId="4265056882" sldId="2147481253"/>
            <ac:picMk id="2" creationId="{AFA6F53F-78DF-206D-BC5E-CC32F7952A77}"/>
          </ac:picMkLst>
        </pc:picChg>
        <pc:picChg chg="del">
          <ac:chgData name="Alyson Knox-Meade" userId="9add29cb-6821-43c7-a287-0793ac386e0f" providerId="ADAL" clId="{8B18C2B1-7C70-406F-84FD-D9728213D81C}" dt="2025-05-08T21:02:43.576" v="344" actId="478"/>
          <ac:picMkLst>
            <pc:docMk/>
            <pc:sldMk cId="4265056882" sldId="2147481253"/>
            <ac:picMk id="10" creationId="{308B51CE-07B2-013D-E047-DCB13C73DE48}"/>
          </ac:picMkLst>
        </pc:picChg>
        <pc:picChg chg="add mod">
          <ac:chgData name="Alyson Knox-Meade" userId="9add29cb-6821-43c7-a287-0793ac386e0f" providerId="ADAL" clId="{8B18C2B1-7C70-406F-84FD-D9728213D81C}" dt="2025-05-08T21:29:19.674" v="833" actId="14861"/>
          <ac:picMkLst>
            <pc:docMk/>
            <pc:sldMk cId="4265056882" sldId="2147481253"/>
            <ac:picMk id="13" creationId="{AA152668-E520-B0DA-00CE-FF84ECA7E8AA}"/>
          </ac:picMkLst>
        </pc:picChg>
        <pc:picChg chg="del">
          <ac:chgData name="Alyson Knox-Meade" userId="9add29cb-6821-43c7-a287-0793ac386e0f" providerId="ADAL" clId="{8B18C2B1-7C70-406F-84FD-D9728213D81C}" dt="2025-05-08T21:02:44.478" v="345" actId="478"/>
          <ac:picMkLst>
            <pc:docMk/>
            <pc:sldMk cId="4265056882" sldId="2147481253"/>
            <ac:picMk id="1026" creationId="{11F12742-ADDB-1F1E-C6C2-B594CC7005B4}"/>
          </ac:picMkLst>
        </pc:picChg>
      </pc:sldChg>
      <pc:sldChg chg="addSp delSp modSp add mod">
        <pc:chgData name="Alyson Knox-Meade" userId="9add29cb-6821-43c7-a287-0793ac386e0f" providerId="ADAL" clId="{8B18C2B1-7C70-406F-84FD-D9728213D81C}" dt="2025-05-08T23:09:43.486" v="943" actId="1076"/>
        <pc:sldMkLst>
          <pc:docMk/>
          <pc:sldMk cId="2341744765" sldId="2147481254"/>
        </pc:sldMkLst>
        <pc:spChg chg="mod">
          <ac:chgData name="Alyson Knox-Meade" userId="9add29cb-6821-43c7-a287-0793ac386e0f" providerId="ADAL" clId="{8B18C2B1-7C70-406F-84FD-D9728213D81C}" dt="2025-05-08T23:09:38.088" v="942" actId="20577"/>
          <ac:spMkLst>
            <pc:docMk/>
            <pc:sldMk cId="2341744765" sldId="2147481254"/>
            <ac:spMk id="3" creationId="{0715E5EA-41D5-A0A8-4DF8-C91AB8368DE8}"/>
          </ac:spMkLst>
        </pc:spChg>
        <pc:spChg chg="del mod">
          <ac:chgData name="Alyson Knox-Meade" userId="9add29cb-6821-43c7-a287-0793ac386e0f" providerId="ADAL" clId="{8B18C2B1-7C70-406F-84FD-D9728213D81C}" dt="2025-05-08T22:55:04.118" v="856" actId="478"/>
          <ac:spMkLst>
            <pc:docMk/>
            <pc:sldMk cId="2341744765" sldId="2147481254"/>
            <ac:spMk id="7" creationId="{9229AF87-A8A4-5E0B-0143-9D4739D22A95}"/>
          </ac:spMkLst>
        </pc:spChg>
        <pc:spChg chg="del">
          <ac:chgData name="Alyson Knox-Meade" userId="9add29cb-6821-43c7-a287-0793ac386e0f" providerId="ADAL" clId="{8B18C2B1-7C70-406F-84FD-D9728213D81C}" dt="2025-05-08T22:50:15.962" v="836" actId="478"/>
          <ac:spMkLst>
            <pc:docMk/>
            <pc:sldMk cId="2341744765" sldId="2147481254"/>
            <ac:spMk id="8" creationId="{FFEAD051-ED74-7EAB-C5F6-21667BDC3762}"/>
          </ac:spMkLst>
        </pc:spChg>
        <pc:spChg chg="add mod ord">
          <ac:chgData name="Alyson Knox-Meade" userId="9add29cb-6821-43c7-a287-0793ac386e0f" providerId="ADAL" clId="{8B18C2B1-7C70-406F-84FD-D9728213D81C}" dt="2025-05-08T23:01:40.842" v="881" actId="167"/>
          <ac:spMkLst>
            <pc:docMk/>
            <pc:sldMk cId="2341744765" sldId="2147481254"/>
            <ac:spMk id="10" creationId="{F511079C-B0A9-CBE5-C448-A663B4AE2003}"/>
          </ac:spMkLst>
        </pc:spChg>
        <pc:picChg chg="mod">
          <ac:chgData name="Alyson Knox-Meade" userId="9add29cb-6821-43c7-a287-0793ac386e0f" providerId="ADAL" clId="{8B18C2B1-7C70-406F-84FD-D9728213D81C}" dt="2025-05-08T23:09:43.486" v="943" actId="1076"/>
          <ac:picMkLst>
            <pc:docMk/>
            <pc:sldMk cId="2341744765" sldId="2147481254"/>
            <ac:picMk id="2" creationId="{FC53682C-25C7-33F2-CB8C-B242D81E7820}"/>
          </ac:picMkLst>
        </pc:picChg>
        <pc:picChg chg="add mod">
          <ac:chgData name="Alyson Knox-Meade" userId="9add29cb-6821-43c7-a287-0793ac386e0f" providerId="ADAL" clId="{8B18C2B1-7C70-406F-84FD-D9728213D81C}" dt="2025-05-08T23:04:44.400" v="892" actId="14861"/>
          <ac:picMkLst>
            <pc:docMk/>
            <pc:sldMk cId="2341744765" sldId="2147481254"/>
            <ac:picMk id="9" creationId="{DB93A16A-715B-A26C-BF56-90FF7A8CE06E}"/>
          </ac:picMkLst>
        </pc:picChg>
        <pc:picChg chg="del">
          <ac:chgData name="Alyson Knox-Meade" userId="9add29cb-6821-43c7-a287-0793ac386e0f" providerId="ADAL" clId="{8B18C2B1-7C70-406F-84FD-D9728213D81C}" dt="2025-05-08T22:50:13.528" v="835" actId="478"/>
          <ac:picMkLst>
            <pc:docMk/>
            <pc:sldMk cId="2341744765" sldId="2147481254"/>
            <ac:picMk id="13" creationId="{8619D63D-9587-4D7E-CF3B-09AE70F97DAC}"/>
          </ac:picMkLst>
        </pc:picChg>
      </pc:sldChg>
      <pc:sldChg chg="addSp delSp modSp add del mod">
        <pc:chgData name="Alyson Knox-Meade" userId="9add29cb-6821-43c7-a287-0793ac386e0f" providerId="ADAL" clId="{8B18C2B1-7C70-406F-84FD-D9728213D81C}" dt="2025-05-08T23:19:17.128" v="1040" actId="2696"/>
        <pc:sldMkLst>
          <pc:docMk/>
          <pc:sldMk cId="1580985738" sldId="2147481255"/>
        </pc:sldMkLst>
        <pc:spChg chg="mod">
          <ac:chgData name="Alyson Knox-Meade" userId="9add29cb-6821-43c7-a287-0793ac386e0f" providerId="ADAL" clId="{8B18C2B1-7C70-406F-84FD-D9728213D81C}" dt="2025-05-08T23:15:25.115" v="1010" actId="20577"/>
          <ac:spMkLst>
            <pc:docMk/>
            <pc:sldMk cId="1580985738" sldId="2147481255"/>
            <ac:spMk id="3" creationId="{B8C792BC-8C29-EC0F-B081-EC18B522326C}"/>
          </ac:spMkLst>
        </pc:spChg>
        <pc:spChg chg="del">
          <ac:chgData name="Alyson Knox-Meade" userId="9add29cb-6821-43c7-a287-0793ac386e0f" providerId="ADAL" clId="{8B18C2B1-7C70-406F-84FD-D9728213D81C}" dt="2025-05-08T23:04:52.027" v="894" actId="478"/>
          <ac:spMkLst>
            <pc:docMk/>
            <pc:sldMk cId="1580985738" sldId="2147481255"/>
            <ac:spMk id="11" creationId="{F9A726A2-9D66-240F-6267-6B95EA323DA4}"/>
          </ac:spMkLst>
        </pc:spChg>
        <pc:picChg chg="add mod">
          <ac:chgData name="Alyson Knox-Meade" userId="9add29cb-6821-43c7-a287-0793ac386e0f" providerId="ADAL" clId="{8B18C2B1-7C70-406F-84FD-D9728213D81C}" dt="2025-05-08T23:05:22.689" v="909" actId="14861"/>
          <ac:picMkLst>
            <pc:docMk/>
            <pc:sldMk cId="1580985738" sldId="2147481255"/>
            <ac:picMk id="9" creationId="{71423643-D181-959E-88D3-19E7C578A50C}"/>
          </ac:picMkLst>
        </pc:picChg>
        <pc:picChg chg="del">
          <ac:chgData name="Alyson Knox-Meade" userId="9add29cb-6821-43c7-a287-0793ac386e0f" providerId="ADAL" clId="{8B18C2B1-7C70-406F-84FD-D9728213D81C}" dt="2025-05-08T23:04:49.301" v="893" actId="478"/>
          <ac:picMkLst>
            <pc:docMk/>
            <pc:sldMk cId="1580985738" sldId="2147481255"/>
            <ac:picMk id="13" creationId="{C3867954-F4DC-CBF8-003E-075B3DC99A10}"/>
          </ac:picMkLst>
        </pc:picChg>
      </pc:sldChg>
      <pc:sldChg chg="addSp delSp modSp add mod ord">
        <pc:chgData name="Alyson Knox-Meade" userId="9add29cb-6821-43c7-a287-0793ac386e0f" providerId="ADAL" clId="{8B18C2B1-7C70-406F-84FD-D9728213D81C}" dt="2025-05-08T23:18:36.084" v="1039" actId="1076"/>
        <pc:sldMkLst>
          <pc:docMk/>
          <pc:sldMk cId="1695204507" sldId="2147481256"/>
        </pc:sldMkLst>
        <pc:spChg chg="mod">
          <ac:chgData name="Alyson Knox-Meade" userId="9add29cb-6821-43c7-a287-0793ac386e0f" providerId="ADAL" clId="{8B18C2B1-7C70-406F-84FD-D9728213D81C}" dt="2025-05-08T23:08:05.502" v="932" actId="14100"/>
          <ac:spMkLst>
            <pc:docMk/>
            <pc:sldMk cId="1695204507" sldId="2147481256"/>
            <ac:spMk id="3" creationId="{8AAF9CE8-510F-8BFB-9BAB-FF7E97AB386C}"/>
          </ac:spMkLst>
        </pc:spChg>
        <pc:spChg chg="mod">
          <ac:chgData name="Alyson Knox-Meade" userId="9add29cb-6821-43c7-a287-0793ac386e0f" providerId="ADAL" clId="{8B18C2B1-7C70-406F-84FD-D9728213D81C}" dt="2025-05-08T23:18:36.084" v="1039" actId="1076"/>
          <ac:spMkLst>
            <pc:docMk/>
            <pc:sldMk cId="1695204507" sldId="2147481256"/>
            <ac:spMk id="7" creationId="{179DBBCD-4DF1-3E76-1AE6-CA01E2BF4579}"/>
          </ac:spMkLst>
        </pc:spChg>
        <pc:spChg chg="mod">
          <ac:chgData name="Alyson Knox-Meade" userId="9add29cb-6821-43c7-a287-0793ac386e0f" providerId="ADAL" clId="{8B18C2B1-7C70-406F-84FD-D9728213D81C}" dt="2025-05-08T23:18:30.756" v="1038" actId="1076"/>
          <ac:spMkLst>
            <pc:docMk/>
            <pc:sldMk cId="1695204507" sldId="2147481256"/>
            <ac:spMk id="8" creationId="{F7488CF4-6BB1-7B15-DCB9-EFF7C333F52A}"/>
          </ac:spMkLst>
        </pc:spChg>
        <pc:spChg chg="add mod">
          <ac:chgData name="Alyson Knox-Meade" userId="9add29cb-6821-43c7-a287-0793ac386e0f" providerId="ADAL" clId="{8B18C2B1-7C70-406F-84FD-D9728213D81C}" dt="2025-05-08T23:18:27.178" v="1037" actId="1076"/>
          <ac:spMkLst>
            <pc:docMk/>
            <pc:sldMk cId="1695204507" sldId="2147481256"/>
            <ac:spMk id="11" creationId="{FCE4E638-1258-9FAA-9879-A8AF14803A70}"/>
          </ac:spMkLst>
        </pc:spChg>
        <pc:spChg chg="add mod">
          <ac:chgData name="Alyson Knox-Meade" userId="9add29cb-6821-43c7-a287-0793ac386e0f" providerId="ADAL" clId="{8B18C2B1-7C70-406F-84FD-D9728213D81C}" dt="2025-05-08T23:18:21.947" v="1036" actId="1076"/>
          <ac:spMkLst>
            <pc:docMk/>
            <pc:sldMk cId="1695204507" sldId="2147481256"/>
            <ac:spMk id="13" creationId="{EF349A7F-E040-925D-4DBF-62820CE752B8}"/>
          </ac:spMkLst>
        </pc:spChg>
        <pc:picChg chg="del mod">
          <ac:chgData name="Alyson Knox-Meade" userId="9add29cb-6821-43c7-a287-0793ac386e0f" providerId="ADAL" clId="{8B18C2B1-7C70-406F-84FD-D9728213D81C}" dt="2025-05-08T23:09:48.017" v="944" actId="478"/>
          <ac:picMkLst>
            <pc:docMk/>
            <pc:sldMk cId="1695204507" sldId="2147481256"/>
            <ac:picMk id="2" creationId="{749CA4AA-BD11-BBD4-BB3C-D5C8C62566D4}"/>
          </ac:picMkLst>
        </pc:picChg>
        <pc:picChg chg="add mod">
          <ac:chgData name="Alyson Knox-Meade" userId="9add29cb-6821-43c7-a287-0793ac386e0f" providerId="ADAL" clId="{8B18C2B1-7C70-406F-84FD-D9728213D81C}" dt="2025-05-08T23:16:40.506" v="1017" actId="1076"/>
          <ac:picMkLst>
            <pc:docMk/>
            <pc:sldMk cId="1695204507" sldId="2147481256"/>
            <ac:picMk id="6" creationId="{5076D375-B8AC-805F-DA47-BE30210E4E9E}"/>
          </ac:picMkLst>
        </pc:picChg>
        <pc:picChg chg="del">
          <ac:chgData name="Alyson Knox-Meade" userId="9add29cb-6821-43c7-a287-0793ac386e0f" providerId="ADAL" clId="{8B18C2B1-7C70-406F-84FD-D9728213D81C}" dt="2025-05-08T23:06:55.434" v="911" actId="478"/>
          <ac:picMkLst>
            <pc:docMk/>
            <pc:sldMk cId="1695204507" sldId="2147481256"/>
            <ac:picMk id="9" creationId="{6791AF94-2CEE-EEE7-DF3A-57A316375A6B}"/>
          </ac:picMkLst>
        </pc:picChg>
      </pc:sldChg>
      <pc:sldChg chg="addSp delSp modSp add del mod">
        <pc:chgData name="Alyson Knox-Meade" userId="9add29cb-6821-43c7-a287-0793ac386e0f" providerId="ADAL" clId="{8B18C2B1-7C70-406F-84FD-D9728213D81C}" dt="2025-05-08T23:19:52.361" v="1044" actId="2696"/>
        <pc:sldMkLst>
          <pc:docMk/>
          <pc:sldMk cId="4200935837" sldId="2147481257"/>
        </pc:sldMkLst>
        <pc:picChg chg="del">
          <ac:chgData name="Alyson Knox-Meade" userId="9add29cb-6821-43c7-a287-0793ac386e0f" providerId="ADAL" clId="{8B18C2B1-7C70-406F-84FD-D9728213D81C}" dt="2025-05-08T23:13:42.229" v="971" actId="478"/>
          <ac:picMkLst>
            <pc:docMk/>
            <pc:sldMk cId="4200935837" sldId="2147481257"/>
            <ac:picMk id="6" creationId="{75138C77-44DD-9D2D-82C9-382BAC599A54}"/>
          </ac:picMkLst>
        </pc:picChg>
        <pc:picChg chg="add mod">
          <ac:chgData name="Alyson Knox-Meade" userId="9add29cb-6821-43c7-a287-0793ac386e0f" providerId="ADAL" clId="{8B18C2B1-7C70-406F-84FD-D9728213D81C}" dt="2025-05-08T23:14:32.004" v="991" actId="1076"/>
          <ac:picMkLst>
            <pc:docMk/>
            <pc:sldMk cId="4200935837" sldId="2147481257"/>
            <ac:picMk id="9" creationId="{46645E82-D306-1493-AE01-26BB433873BB}"/>
          </ac:picMkLst>
        </pc:picChg>
      </pc:sldChg>
      <pc:sldChg chg="add ord">
        <pc:chgData name="Alyson Knox-Meade" userId="9add29cb-6821-43c7-a287-0793ac386e0f" providerId="ADAL" clId="{8B18C2B1-7C70-406F-84FD-D9728213D81C}" dt="2025-05-08T23:19:48.195" v="1043"/>
        <pc:sldMkLst>
          <pc:docMk/>
          <pc:sldMk cId="3951707364" sldId="2147481258"/>
        </pc:sldMkLst>
      </pc:sldChg>
      <pc:sldChg chg="add ord">
        <pc:chgData name="Alyson Knox-Meade" userId="9add29cb-6821-43c7-a287-0793ac386e0f" providerId="ADAL" clId="{8B18C2B1-7C70-406F-84FD-D9728213D81C}" dt="2025-05-08T23:29:57.705" v="1051"/>
        <pc:sldMkLst>
          <pc:docMk/>
          <pc:sldMk cId="2145421134" sldId="2147481259"/>
        </pc:sldMkLst>
      </pc:sldChg>
      <pc:sldMasterChg chg="del delSldLayout">
        <pc:chgData name="Alyson Knox-Meade" userId="9add29cb-6821-43c7-a287-0793ac386e0f" providerId="ADAL" clId="{8B18C2B1-7C70-406F-84FD-D9728213D81C}" dt="2025-05-08T21:05:40.269" v="365" actId="2696"/>
        <pc:sldMasterMkLst>
          <pc:docMk/>
          <pc:sldMasterMk cId="679861074" sldId="2147483648"/>
        </pc:sldMasterMkLst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418939626" sldId="2147483649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2972287301" sldId="2147483650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1369001029" sldId="2147483651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1750516089" sldId="2147483652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2777733644" sldId="2147483653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4097826093" sldId="2147483654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898320284" sldId="2147483655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2951686436" sldId="2147483656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1796563231" sldId="2147483657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52707774" sldId="2147483658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4102917425" sldId="2147483659"/>
          </pc:sldLayoutMkLst>
        </pc:sldLayoutChg>
        <pc:sldLayoutChg chg="del">
          <pc:chgData name="Alyson Knox-Meade" userId="9add29cb-6821-43c7-a287-0793ac386e0f" providerId="ADAL" clId="{8B18C2B1-7C70-406F-84FD-D9728213D81C}" dt="2025-05-08T21:05:40.269" v="365" actId="2696"/>
          <pc:sldLayoutMkLst>
            <pc:docMk/>
            <pc:sldMasterMk cId="679861074" sldId="2147483648"/>
            <pc:sldLayoutMk cId="2390605451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AE94-BB55-468D-849F-6CF28EEAF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45598-3624-4F78-9227-A3E74EA2C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5FD3B-B4C4-402E-9CDF-218A605A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E77AF-763D-409B-BB2C-24A0CCD7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950D1-B54C-4B6B-8625-8893F9B0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3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C718-E58B-4495-82DF-BB93F4D2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DBBAA-AD5E-4BB7-8ACE-146AFA0E2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E6E13-4A9C-4B62-A66E-2635C46A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A228F-B411-48E4-8F82-ADA5F30A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C32B-BE24-4AF2-8344-989D020A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4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0690-6D37-4F23-8F46-515BBF15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BB240-F55D-420C-972D-C346E4970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2AE5-B1DF-4230-9B4E-845816E6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5EA9-5ED5-43CF-9584-53ADC5B4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09C0-535B-4790-83FA-1B7E25A6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8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A243-647F-45E9-852A-D77F5632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940E8-ED55-4084-AD8F-8E2ED921F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E1DCB-E07A-47AB-9733-C6929CD52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18F0D-C879-4F11-BAF1-F2733E2B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2275C-9D3A-4CFB-9202-2CA0DD89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0A298-8AF5-4655-B2EC-25006DE1A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6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02D7-C968-4EAD-8B43-CF8D8EC6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515DC-DC8A-4500-951A-5079AFEF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74A9C-1407-46D5-9C26-FE5696E48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D2A46-EA8C-4CDB-9CC7-DED6BAD3A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8E66F-C694-457E-9542-0DDB551F9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D89C4-28FD-4A06-8CFA-A0ADB109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CD9FB-44CB-4B92-875A-737E688B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74FF88-9CB7-4A2F-8EBD-FA92EDF1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4025-DCDB-4AA5-9792-F734886E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5983A-FF0D-4517-BAEA-3A70B444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A066A-AFC3-49A9-B46C-01C9FA13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90976-92E5-461C-B126-81616DA03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B9A4C-F060-476A-AB2A-60B4CF475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D304E-B731-4784-8877-05C36F43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FA3E-5357-47AE-976D-F11F30E6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5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CF37-F151-4221-80B9-F7B1252D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5413-04E3-4BB0-843E-7D228C37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45BC1-7107-47C6-AD59-17183A72B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32E75-307B-471F-A9DB-F7B16EDE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DF77B-BA98-4D10-83AD-15C60F6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9173C-6FFD-46DC-B89B-6216A16F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3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5D44-B69B-4DEE-84CF-966085A79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1A233-91A3-41B4-B31A-6E178551C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46AC8-77FA-4AC4-93D4-4759D97AB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2611F-A866-4FA2-9694-4F918204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A82EE-05E9-4905-AF5E-462BC63C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D8529-B4C7-4F85-A198-B89F6F29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3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947E-9799-437D-8ADE-71E31A2B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B346E-CE9D-448D-A8D7-91A1249E3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FFAC5-1120-4272-A4E9-C487376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70C20-3111-454A-8B92-29C4223B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B198-D88A-4A71-A199-11B2EAE2D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0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B3C64-A43C-4D22-A7A4-0B4A07291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1806A-B09F-410C-963B-38385696E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C7596-59AF-48B2-BD99-7EB55B18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DD4C-31C8-4056-AABF-0EA3C5A6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667E6-915A-4DC0-8B28-8A03FD08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5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2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1C9CA6-8DF3-4B4D-9DE7-F7609344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C2D90-5B89-48BB-A7B8-2A41347BB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8E56F-CA7C-4FF3-B7A3-5C2E0251A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5A296-9B9D-49E6-A892-FCA0802B5E4C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52BE9-1B10-4CDD-884F-8739D80D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C1A4-3AD6-412D-A9B7-62D84CF92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79677-8262-4316-A593-287183B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9147-4326-3016-D3B1-37680CAE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AF9CE8-510F-8BFB-9BAB-FF7E97AB3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97033"/>
            <a:ext cx="6878171" cy="764390"/>
          </a:xfrm>
        </p:spPr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HighRes Bio: Event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1CA7E-DAC4-A352-711F-0A56F5AFCDC6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9F99F6D-C0B0-CBFE-9717-9CBD3A82B498}"/>
              </a:ext>
            </a:extLst>
          </p:cNvPr>
          <p:cNvSpPr txBox="1">
            <a:spLocks/>
          </p:cNvSpPr>
          <p:nvPr/>
        </p:nvSpPr>
        <p:spPr>
          <a:xfrm>
            <a:off x="1959682" y="1613049"/>
            <a:ext cx="1793687" cy="3047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8AD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9DBBCD-4DF1-3E76-1AE6-CA01E2BF4579}"/>
              </a:ext>
            </a:extLst>
          </p:cNvPr>
          <p:cNvSpPr/>
          <p:nvPr/>
        </p:nvSpPr>
        <p:spPr>
          <a:xfrm>
            <a:off x="603283" y="1575318"/>
            <a:ext cx="6093080" cy="2332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Client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Need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 the technology leader in lab automation, HighRes Biosolutions currently utilizes Salesforce CRM &amp; HubSpot Marketing Hub. Affirma is their marketing vendor of record for strategy and ongoing implementation. HighRes attends and hosts numerous local and global events, such as co-sponsored and fully-hosted webinars, tradeshows and user group meetings. These events are critical for lead gen and nurturing customer relationships.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488CF4-6BB1-7B15-DCB9-EFF7C333F52A}"/>
              </a:ext>
            </a:extLst>
          </p:cNvPr>
          <p:cNvSpPr/>
          <p:nvPr/>
        </p:nvSpPr>
        <p:spPr>
          <a:xfrm>
            <a:off x="603283" y="4322160"/>
            <a:ext cx="3968716" cy="37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How Affirma Partners and Supports: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6D375-B8AC-805F-DA47-BE30210E4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059" y="580058"/>
            <a:ext cx="4349716" cy="6052822"/>
          </a:xfrm>
          <a:prstGeom prst="rect">
            <a:avLst/>
          </a:prstGeom>
          <a:effectLst>
            <a:outerShdw blurRad="177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E4E638-1258-9FAA-9879-A8AF14803A70}"/>
              </a:ext>
            </a:extLst>
          </p:cNvPr>
          <p:cNvSpPr txBox="1"/>
          <p:nvPr/>
        </p:nvSpPr>
        <p:spPr>
          <a:xfrm>
            <a:off x="4042368" y="4691476"/>
            <a:ext cx="329738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Video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 &amp; Event Branding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Webinar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On-Site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HubSpot Administration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349A7F-E040-925D-4DBF-62820CE752B8}"/>
              </a:ext>
            </a:extLst>
          </p:cNvPr>
          <p:cNvSpPr txBox="1"/>
          <p:nvPr/>
        </p:nvSpPr>
        <p:spPr>
          <a:xfrm>
            <a:off x="819912" y="4691476"/>
            <a:ext cx="30998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Campaigns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Organic Social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Paid Ads / Paid Social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SEO / Website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Strategy &amp;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69520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7CCDF-6EC2-1DF3-761E-0361EB02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11079C-B0A9-CBE5-C448-A663B4AE2003}"/>
              </a:ext>
            </a:extLst>
          </p:cNvPr>
          <p:cNvSpPr txBox="1"/>
          <p:nvPr/>
        </p:nvSpPr>
        <p:spPr>
          <a:xfrm>
            <a:off x="323273" y="6240568"/>
            <a:ext cx="1459345" cy="5264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15E5EA-41D5-A0A8-4DF8-C91AB8368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97033"/>
            <a:ext cx="10144409" cy="764390"/>
          </a:xfrm>
        </p:spPr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Event Support: Landing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018D39-C11A-BF3D-2904-7D05D36D8A38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480594A-AED0-CB84-8511-D3BDFD0D210C}"/>
              </a:ext>
            </a:extLst>
          </p:cNvPr>
          <p:cNvSpPr txBox="1">
            <a:spLocks/>
          </p:cNvSpPr>
          <p:nvPr/>
        </p:nvSpPr>
        <p:spPr>
          <a:xfrm>
            <a:off x="1959682" y="1613049"/>
            <a:ext cx="1793687" cy="3047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8AD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6" descr="HighRes Biosolutions and Novo Nordisk Partner to Transform Drug Discovery  in Automated Lab of the Future - HighRes Biosolutions">
            <a:extLst>
              <a:ext uri="{FF2B5EF4-FFF2-40B4-BE49-F238E27FC236}">
                <a16:creationId xmlns:a16="http://schemas.microsoft.com/office/drawing/2014/main" id="{FC53682C-25C7-33F2-CB8C-B242D81E7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359" y="365239"/>
            <a:ext cx="2535684" cy="82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2133AD-767B-9843-71C4-8627C9F52554}"/>
              </a:ext>
            </a:extLst>
          </p:cNvPr>
          <p:cNvSpPr/>
          <p:nvPr/>
        </p:nvSpPr>
        <p:spPr>
          <a:xfrm>
            <a:off x="6713854" y="4471808"/>
            <a:ext cx="48672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“The Affirma team is really getting a handle on what we do and how we want to present ourselves in the marketplace. In addition, they have been able to take a lot of work off our plates, so we can focus on our clients and other high-priority items.”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Brian O’Sullivan, Senior Vice-President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93A16A-715B-A26C-BF56-90FF7A8CE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6" y="1308741"/>
            <a:ext cx="10642087" cy="5549259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341744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A99E-CE2E-BEF6-4896-3796CE70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71ECFA-CC3E-8493-1305-E83ABB36B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97033"/>
            <a:ext cx="6878171" cy="764390"/>
          </a:xfrm>
        </p:spPr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HighRes Bio: Event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3DDB75-B820-36D5-4799-AD57780F2BBD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B1389FA-5DD7-A966-8962-85A2472F84A3}"/>
              </a:ext>
            </a:extLst>
          </p:cNvPr>
          <p:cNvSpPr txBox="1">
            <a:spLocks/>
          </p:cNvSpPr>
          <p:nvPr/>
        </p:nvSpPr>
        <p:spPr>
          <a:xfrm>
            <a:off x="1959682" y="1613049"/>
            <a:ext cx="1793687" cy="3047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8AD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C85B8-ECE8-846C-6672-779FB6B1AF04}"/>
              </a:ext>
            </a:extLst>
          </p:cNvPr>
          <p:cNvSpPr/>
          <p:nvPr/>
        </p:nvSpPr>
        <p:spPr>
          <a:xfrm>
            <a:off x="603284" y="1378072"/>
            <a:ext cx="6785808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Client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Need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 the technology leader in lab automation, HighRes Biosolutions currently utilizes Salesforce CRM &amp; HubSpot Marketing Hub. Affirma is their marketing vendor of record for strategy and ongoing implementation. HighRes attends and hosts numerous local and global events, such as co-sponsored and fully-hosted webinars, tradeshows and user group meetings. These events are critical for lead gen and nurturing customer relationships.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CB032-4F19-5AD9-23D7-2C97CA347B49}"/>
              </a:ext>
            </a:extLst>
          </p:cNvPr>
          <p:cNvSpPr/>
          <p:nvPr/>
        </p:nvSpPr>
        <p:spPr>
          <a:xfrm>
            <a:off x="603283" y="3542901"/>
            <a:ext cx="3968716" cy="3127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How Affirma Partners and 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Campaigns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Organic Social 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Paid Ads / Paid Social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SEO / Website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Strategy &amp; Best Practices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Video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 &amp; Event Branding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Webinar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On-Site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HubSpot Administration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15CA6C-D023-8E93-86FB-96DBD92B1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3" y="397033"/>
            <a:ext cx="4285999" cy="6168634"/>
          </a:xfrm>
          <a:prstGeom prst="rect">
            <a:avLst/>
          </a:prstGeom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1707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F83A-7C9C-DDE4-6FD7-D1A1D4F3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0C7378A-BF68-35FF-4142-1809EDA5425D}"/>
              </a:ext>
            </a:extLst>
          </p:cNvPr>
          <p:cNvSpPr txBox="1"/>
          <p:nvPr/>
        </p:nvSpPr>
        <p:spPr>
          <a:xfrm>
            <a:off x="323273" y="6240568"/>
            <a:ext cx="1459345" cy="5264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9FF88E-D164-A424-D2D3-47C7FB934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97033"/>
            <a:ext cx="10144409" cy="764390"/>
          </a:xfrm>
        </p:spPr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Event Support: Landing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3AFED0-7FA0-00A4-8BA9-A61B6A2B00F6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51A586E-49DF-9541-9861-C28A24300069}"/>
              </a:ext>
            </a:extLst>
          </p:cNvPr>
          <p:cNvSpPr txBox="1">
            <a:spLocks/>
          </p:cNvSpPr>
          <p:nvPr/>
        </p:nvSpPr>
        <p:spPr>
          <a:xfrm>
            <a:off x="1959682" y="1613049"/>
            <a:ext cx="1793687" cy="3047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8AD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6" descr="HighRes Biosolutions and Novo Nordisk Partner to Transform Drug Discovery  in Automated Lab of the Future - HighRes Biosolutions">
            <a:extLst>
              <a:ext uri="{FF2B5EF4-FFF2-40B4-BE49-F238E27FC236}">
                <a16:creationId xmlns:a16="http://schemas.microsoft.com/office/drawing/2014/main" id="{B7D429CA-7FCD-2225-6784-7182D3287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359" y="365239"/>
            <a:ext cx="2535684" cy="82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58DF9C-FFC0-432B-6EEC-026F5E197BD8}"/>
              </a:ext>
            </a:extLst>
          </p:cNvPr>
          <p:cNvSpPr/>
          <p:nvPr/>
        </p:nvSpPr>
        <p:spPr>
          <a:xfrm>
            <a:off x="6713854" y="4471808"/>
            <a:ext cx="48672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“The Affirma team is really getting a handle on what we do and how we want to present ourselves in the marketplace. In addition, they have been able to take a lot of work off our plates, so we can focus on our clients and other high-priority items.”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Brian O’Sullivan, Senior Vice-President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ABAF7-05D1-09A6-48F5-4423E95B0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6" y="1308741"/>
            <a:ext cx="10642087" cy="5549259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14542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Life Sciences</Value>
    </Industries>
    <PlatTech xmlns="f0ee8362-fa7e-4bc9-ab88-7dcfb17cb19b">
      <Value>HubSpot</Value>
      <Value>Salesforce</Value>
      <Value>Salesforce Pardot</Value>
    </PlatTech>
    <ProjectCompletionDate xmlns="f0ee8362-fa7e-4bc9-ab88-7dcfb17cb19b">2025-07-01T07:00:00+00:00</ProjectCompletionDate>
    <BusinessUnit xmlns="f0ee8362-fa7e-4bc9-ab88-7dcfb17cb19b">
      <Value>Marketing Services</Value>
    </BusinessUnit>
    <Solutions xmlns="f0ee8362-fa7e-4bc9-ab88-7dcfb17cb19b">
      <Value>Event support</Value>
    </Solutions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12805A41-2A1A-4042-8B82-270922675A39}"/>
</file>

<file path=customXml/itemProps2.xml><?xml version="1.0" encoding="utf-8"?>
<ds:datastoreItem xmlns:ds="http://schemas.openxmlformats.org/officeDocument/2006/customXml" ds:itemID="{8F9D608F-9D4C-4D80-B98B-ED4FAB11856D}"/>
</file>

<file path=customXml/itemProps3.xml><?xml version="1.0" encoding="utf-8"?>
<ds:datastoreItem xmlns:ds="http://schemas.openxmlformats.org/officeDocument/2006/customXml" ds:itemID="{63DD3ECF-2ECA-4311-ABAD-3A27656EB680}"/>
</file>

<file path=customXml/itemProps4.xml><?xml version="1.0" encoding="utf-8"?>
<ds:datastoreItem xmlns:ds="http://schemas.openxmlformats.org/officeDocument/2006/customXml" ds:itemID="{31EE6D65-11B1-4088-BBD7-7926E9335F94}"/>
</file>

<file path=docMetadata/LabelInfo.xml><?xml version="1.0" encoding="utf-8"?>
<clbl:labelList xmlns:clbl="http://schemas.microsoft.com/office/2020/mipLabelMetadata">
  <clbl:label id="{65265dd0-4b20-44a4-aca4-b7ecbb143664}" enabled="0" method="" siteId="{65265dd0-4b20-44a4-aca4-b7ecbb1436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3094</TotalTime>
  <Words>350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Poppins</vt:lpstr>
      <vt:lpstr>1_Office Theme</vt:lpstr>
      <vt:lpstr>HighRes Bio: Event Support</vt:lpstr>
      <vt:lpstr>Event Support: Landing Page</vt:lpstr>
      <vt:lpstr>HighRes Bio: Event Support</vt:lpstr>
      <vt:lpstr>Event Support: Landing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Ideoclick – PPC Audit &amp; Ongoing Paid Ads Campaign Execution</dc:title>
  <dc:creator>Alyson Knox-Meade</dc:creator>
  <cp:lastModifiedBy>Alyson Knox-Meade</cp:lastModifiedBy>
  <cp:revision>4</cp:revision>
  <dcterms:created xsi:type="dcterms:W3CDTF">2021-04-12T22:19:17Z</dcterms:created>
  <dcterms:modified xsi:type="dcterms:W3CDTF">2025-05-08T23:30:02Z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