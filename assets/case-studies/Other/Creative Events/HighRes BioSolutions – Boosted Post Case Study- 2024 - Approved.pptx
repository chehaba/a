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111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131397-1826-4DC7-AE12-93051CD3C04B}" v="4" dt="2024-10-31T16:02:04.9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12" Type="http://schemas.openxmlformats.org/officeDocument/2006/relationships/customXml" Target="../customXml/item4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customXml" Target="../customXml/item3.xml"/><Relationship Id="rId5" Type="http://schemas.openxmlformats.org/officeDocument/2006/relationships/theme" Target="theme/theme1.xml"/><Relationship Id="rId10" Type="http://schemas.openxmlformats.org/officeDocument/2006/relationships/customXml" Target="../customXml/item2.xml"/><Relationship Id="rId4" Type="http://schemas.openxmlformats.org/officeDocument/2006/relationships/viewProps" Target="viewProps.xml"/><Relationship Id="rId9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yson Knox-Meade" userId="9add29cb-6821-43c7-a287-0793ac386e0f" providerId="ADAL" clId="{85131397-1826-4DC7-AE12-93051CD3C04B}"/>
    <pc:docChg chg="undo custSel modSld">
      <pc:chgData name="Alyson Knox-Meade" userId="9add29cb-6821-43c7-a287-0793ac386e0f" providerId="ADAL" clId="{85131397-1826-4DC7-AE12-93051CD3C04B}" dt="2024-11-18T17:10:28.797" v="1573" actId="20577"/>
      <pc:docMkLst>
        <pc:docMk/>
      </pc:docMkLst>
      <pc:sldChg chg="addSp delSp modSp mod">
        <pc:chgData name="Alyson Knox-Meade" userId="9add29cb-6821-43c7-a287-0793ac386e0f" providerId="ADAL" clId="{85131397-1826-4DC7-AE12-93051CD3C04B}" dt="2024-11-18T17:10:28.797" v="1573" actId="20577"/>
        <pc:sldMkLst>
          <pc:docMk/>
          <pc:sldMk cId="1311558966" sldId="1111"/>
        </pc:sldMkLst>
        <pc:spChg chg="mod">
          <ac:chgData name="Alyson Knox-Meade" userId="9add29cb-6821-43c7-a287-0793ac386e0f" providerId="ADAL" clId="{85131397-1826-4DC7-AE12-93051CD3C04B}" dt="2024-10-31T16:02:09.964" v="35" actId="1076"/>
          <ac:spMkLst>
            <pc:docMk/>
            <pc:sldMk cId="1311558966" sldId="1111"/>
            <ac:spMk id="2" creationId="{BE4DCE00-DBB2-41BB-8766-14D2DB07B1E1}"/>
          </ac:spMkLst>
        </pc:spChg>
        <pc:spChg chg="del mod">
          <ac:chgData name="Alyson Knox-Meade" userId="9add29cb-6821-43c7-a287-0793ac386e0f" providerId="ADAL" clId="{85131397-1826-4DC7-AE12-93051CD3C04B}" dt="2024-10-31T16:01:13.352" v="30" actId="478"/>
          <ac:spMkLst>
            <pc:docMk/>
            <pc:sldMk cId="1311558966" sldId="1111"/>
            <ac:spMk id="3" creationId="{7E47873C-F375-1C3C-4DD7-5F20FFEBC4E4}"/>
          </ac:spMkLst>
        </pc:spChg>
        <pc:spChg chg="del">
          <ac:chgData name="Alyson Knox-Meade" userId="9add29cb-6821-43c7-a287-0793ac386e0f" providerId="ADAL" clId="{85131397-1826-4DC7-AE12-93051CD3C04B}" dt="2024-10-31T16:01:23.166" v="32" actId="478"/>
          <ac:spMkLst>
            <pc:docMk/>
            <pc:sldMk cId="1311558966" sldId="1111"/>
            <ac:spMk id="4" creationId="{37C1D19C-12FC-4F1E-BC24-1052D1FEC33E}"/>
          </ac:spMkLst>
        </pc:spChg>
        <pc:spChg chg="mod">
          <ac:chgData name="Alyson Knox-Meade" userId="9add29cb-6821-43c7-a287-0793ac386e0f" providerId="ADAL" clId="{85131397-1826-4DC7-AE12-93051CD3C04B}" dt="2024-11-18T17:09:09.541" v="1478" actId="1076"/>
          <ac:spMkLst>
            <pc:docMk/>
            <pc:sldMk cId="1311558966" sldId="1111"/>
            <ac:spMk id="5" creationId="{92151E7E-EE34-4643-B5C7-9E353C625BA6}"/>
          </ac:spMkLst>
        </pc:spChg>
        <pc:spChg chg="del mod">
          <ac:chgData name="Alyson Knox-Meade" userId="9add29cb-6821-43c7-a287-0793ac386e0f" providerId="ADAL" clId="{85131397-1826-4DC7-AE12-93051CD3C04B}" dt="2024-10-31T16:01:59.950" v="33" actId="478"/>
          <ac:spMkLst>
            <pc:docMk/>
            <pc:sldMk cId="1311558966" sldId="1111"/>
            <ac:spMk id="7" creationId="{18B0CBF5-424C-4AAE-8C3D-098A83D2C8B6}"/>
          </ac:spMkLst>
        </pc:spChg>
        <pc:spChg chg="del mod">
          <ac:chgData name="Alyson Knox-Meade" userId="9add29cb-6821-43c7-a287-0793ac386e0f" providerId="ADAL" clId="{85131397-1826-4DC7-AE12-93051CD3C04B}" dt="2024-10-31T16:23:31.930" v="83" actId="478"/>
          <ac:spMkLst>
            <pc:docMk/>
            <pc:sldMk cId="1311558966" sldId="1111"/>
            <ac:spMk id="8" creationId="{5B514433-8F06-468B-AC0E-8A2C85C0A51C}"/>
          </ac:spMkLst>
        </pc:spChg>
        <pc:spChg chg="add del mod">
          <ac:chgData name="Alyson Knox-Meade" userId="9add29cb-6821-43c7-a287-0793ac386e0f" providerId="ADAL" clId="{85131397-1826-4DC7-AE12-93051CD3C04B}" dt="2024-10-31T16:24:31.239" v="91" actId="478"/>
          <ac:spMkLst>
            <pc:docMk/>
            <pc:sldMk cId="1311558966" sldId="1111"/>
            <ac:spMk id="10" creationId="{1F6752EC-8E09-25DA-F7A5-4E88A7F31975}"/>
          </ac:spMkLst>
        </pc:spChg>
        <pc:spChg chg="add mod">
          <ac:chgData name="Alyson Knox-Meade" userId="9add29cb-6821-43c7-a287-0793ac386e0f" providerId="ADAL" clId="{85131397-1826-4DC7-AE12-93051CD3C04B}" dt="2024-11-18T17:09:22.863" v="1480" actId="1076"/>
          <ac:spMkLst>
            <pc:docMk/>
            <pc:sldMk cId="1311558966" sldId="1111"/>
            <ac:spMk id="13" creationId="{F3FC7161-A7F7-20CA-7C87-8A5B05DE6993}"/>
          </ac:spMkLst>
        </pc:spChg>
        <pc:spChg chg="add del mod">
          <ac:chgData name="Alyson Knox-Meade" userId="9add29cb-6821-43c7-a287-0793ac386e0f" providerId="ADAL" clId="{85131397-1826-4DC7-AE12-93051CD3C04B}" dt="2024-10-31T22:15:24.815" v="727" actId="478"/>
          <ac:spMkLst>
            <pc:docMk/>
            <pc:sldMk cId="1311558966" sldId="1111"/>
            <ac:spMk id="15" creationId="{031AAC8F-8A3D-BD12-409C-F3F1AFB2457F}"/>
          </ac:spMkLst>
        </pc:spChg>
        <pc:spChg chg="add mod">
          <ac:chgData name="Alyson Knox-Meade" userId="9add29cb-6821-43c7-a287-0793ac386e0f" providerId="ADAL" clId="{85131397-1826-4DC7-AE12-93051CD3C04B}" dt="2024-11-18T17:10:28.797" v="1573" actId="20577"/>
          <ac:spMkLst>
            <pc:docMk/>
            <pc:sldMk cId="1311558966" sldId="1111"/>
            <ac:spMk id="17" creationId="{8E9E679B-79E3-4A8D-50EB-500E95547FE3}"/>
          </ac:spMkLst>
        </pc:spChg>
        <pc:picChg chg="add del mod">
          <ac:chgData name="Alyson Knox-Meade" userId="9add29cb-6821-43c7-a287-0793ac386e0f" providerId="ADAL" clId="{85131397-1826-4DC7-AE12-93051CD3C04B}" dt="2024-11-18T17:09:17.620" v="1479" actId="1076"/>
          <ac:picMkLst>
            <pc:docMk/>
            <pc:sldMk cId="1311558966" sldId="1111"/>
            <ac:picMk id="9" creationId="{3A957BC9-7746-9074-2C69-8A44A61006F5}"/>
          </ac:picMkLst>
        </pc:picChg>
        <pc:picChg chg="add mod">
          <ac:chgData name="Alyson Knox-Meade" userId="9add29cb-6821-43c7-a287-0793ac386e0f" providerId="ADAL" clId="{85131397-1826-4DC7-AE12-93051CD3C04B}" dt="2024-10-31T16:02:04.953" v="34" actId="1076"/>
          <ac:picMkLst>
            <pc:docMk/>
            <pc:sldMk cId="1311558966" sldId="1111"/>
            <ac:picMk id="1026" creationId="{C657DFEA-83DC-2986-D6D0-B6C745684C41}"/>
          </ac:picMkLst>
        </pc:picChg>
        <pc:picChg chg="mod">
          <ac:chgData name="Alyson Knox-Meade" userId="9add29cb-6821-43c7-a287-0793ac386e0f" providerId="ADAL" clId="{85131397-1826-4DC7-AE12-93051CD3C04B}" dt="2024-10-31T16:00:21.610" v="12" actId="1076"/>
          <ac:picMkLst>
            <pc:docMk/>
            <pc:sldMk cId="1311558966" sldId="1111"/>
            <ac:picMk id="1030" creationId="{88BF1B7D-FB9D-4C09-A1C1-5D2A91339D84}"/>
          </ac:picMkLst>
        </pc:picChg>
        <pc:cxnChg chg="add del">
          <ac:chgData name="Alyson Knox-Meade" userId="9add29cb-6821-43c7-a287-0793ac386e0f" providerId="ADAL" clId="{85131397-1826-4DC7-AE12-93051CD3C04B}" dt="2024-10-31T16:25:29.232" v="99" actId="478"/>
          <ac:cxnSpMkLst>
            <pc:docMk/>
            <pc:sldMk cId="1311558966" sldId="1111"/>
            <ac:cxnSpMk id="12" creationId="{A34FA859-4369-8E70-274A-7F387672BCDE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EF0D6-5306-4AC5-A6CD-606442892D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9B65E-54B4-415C-BD8B-E0DCE2DD9C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FC818-5B0A-4C58-BC42-493497C1A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E4D57-7DC2-4C3A-AF88-3D95FDE3995A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2910E-40CF-4257-98CD-066B15976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425FA-0A5F-49F5-BB4B-117AF6848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D0DA-FA43-4589-B418-BF12C8079A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39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3460E-9625-4DD4-9AAF-6C5EDA636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38866-2102-42A6-9B58-232DB42C3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04D5D-2D7B-4F91-B910-C49F6E19A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E4D57-7DC2-4C3A-AF88-3D95FDE3995A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3EB0A-3CE7-456B-8666-3A7B8F311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1EBB7-3EB9-4D01-932D-2DA6CFE7B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D0DA-FA43-4589-B418-BF12C8079A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28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82683-AB13-4CBF-8D15-314069F2C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196D35-2E37-4B6D-B90F-D77128FDD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F2FB49-5DB8-4278-9749-3B1B45FDC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E4D57-7DC2-4C3A-AF88-3D95FDE3995A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CA11C-4AFF-43E9-937B-30F143508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B8618-8B47-4109-8859-AB22B4062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D0DA-FA43-4589-B418-BF12C8079A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001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30665-589C-4B00-AE7C-165575FBC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6CAB7-F0AD-4D88-89C8-79825E5525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72A13A-6B03-4509-9C15-8610C73BA1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C0C2A6-6B19-429D-BFAA-F19C0D2F5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E4D57-7DC2-4C3A-AF88-3D95FDE3995A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7AE127-03B3-44D3-9989-5895012F8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80765-0F4E-4DDD-B744-9D86D7B4F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D0DA-FA43-4589-B418-BF12C8079A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516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C9FF4-EA4F-4BE5-83BA-093797F11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CD7E6F-D1A7-4EC4-A798-6515E5F7F4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3106AB-8357-4C0D-B9D5-DB9FC483F9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61582-8C96-4E8D-BC06-EE11120342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C3A6B5-AFB3-46BE-BDE8-D9EAC38AA7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1EF17-830E-424E-95F9-84846DEA3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E4D57-7DC2-4C3A-AF88-3D95FDE3995A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7AA3F5-18C3-4B3B-B1AF-7944BE808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8D959D-E126-4442-8869-C6676F7C1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D0DA-FA43-4589-B418-BF12C8079A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733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0C7BE-C48D-4760-9EED-87B743272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2AD6DB-3465-4EE6-B38E-A07A70579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E4D57-7DC2-4C3A-AF88-3D95FDE3995A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8E646D-A9D7-4A38-A9BF-9679DC43F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6265F8-4BAB-474A-9C93-7DE9B95E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D0DA-FA43-4589-B418-BF12C8079A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82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D24569-DBBD-4F79-BDB4-2BDD26F7D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E4D57-7DC2-4C3A-AF88-3D95FDE3995A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D5A5BE-59CC-4189-9380-0D8FC7BDD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D76A7B-490B-4CF0-AFF0-CA48AF014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D0DA-FA43-4589-B418-BF12C8079A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320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C882C-FF98-4459-9067-31D84C5BB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D226B-CA09-44AF-87C7-5EDFF4777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1AD8B3-23E2-4EEE-B069-D87579AC38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A2539C-9900-4E98-8F93-1C6A40F7B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E4D57-7DC2-4C3A-AF88-3D95FDE3995A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5F89F6-5988-41E6-A1B9-DBE423A10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6E51EE-2244-4744-8A63-3F5DBBFB3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D0DA-FA43-4589-B418-BF12C8079A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686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60233-605C-4FB3-9102-70C4B3CA6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534E09-17CF-40E7-994C-65F7EB727F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978C32-3DC4-4B0E-9992-4A1336385C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1AFB2-1054-4F94-BF33-C896A73A2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E4D57-7DC2-4C3A-AF88-3D95FDE3995A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E5D8B1-9E34-40E1-902A-F5947BA55C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4D4A8-89B9-41A6-8BFD-CBFFE8B44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D0DA-FA43-4589-B418-BF12C8079A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563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05347-BCC4-4A6B-B1B5-AA327C7BD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4A9707-54C3-4826-A37C-7BFD3C69C7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3BA22-0214-497C-B20B-81A852308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E4D57-7DC2-4C3A-AF88-3D95FDE3995A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7DF59-DCB0-45ED-BF11-E6E9145D2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F21485-88E9-450A-A1E9-34D08CCF1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D0DA-FA43-4589-B418-BF12C8079A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07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591674-1002-4C87-82FA-C8F42D304E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08704C-F88B-4869-B2EF-568C49DFFB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6AFF6-4B45-47DD-B91E-59B10FD50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E4D57-7DC2-4C3A-AF88-3D95FDE3995A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0C32C-77DB-4F72-9C63-5D82E50A3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4368A-4E24-4292-8F20-42F825930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83D0DA-FA43-4589-B418-BF12C8079A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917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2FA0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8DF217-1EAD-4B4A-A2F2-041F388DEC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605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BC5F76-E21D-46DF-9BDB-A86829D51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D42D8-68D5-496C-8954-AAD092654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599ED-AEF2-4BB8-A771-F3A9E2FCD2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3E4D57-7DC2-4C3A-AF88-3D95FDE3995A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9011D-4DCE-415A-B2C1-EDC04B581E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5B462-5896-4BB3-BF1B-FA7DEA6417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83D0DA-FA43-4589-B418-BF12C8079A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861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DCE00-DBB2-41BB-8766-14D2DB07B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619" y="199573"/>
            <a:ext cx="7460673" cy="533400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latin typeface="Poppins" panose="00000500000000000000" pitchFamily="2" charset="0"/>
                <a:cs typeface="Poppins" panose="00000500000000000000" pitchFamily="2" charset="0"/>
              </a:rPr>
              <a:t>HighRes Biosolutions: Boosted Posts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2151E7E-EE34-4643-B5C7-9E353C625BA6}"/>
              </a:ext>
            </a:extLst>
          </p:cNvPr>
          <p:cNvSpPr/>
          <p:nvPr/>
        </p:nvSpPr>
        <p:spPr>
          <a:xfrm>
            <a:off x="258619" y="1142702"/>
            <a:ext cx="7610763" cy="20867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</a:pPr>
            <a:r>
              <a:rPr lang="en-US" sz="1600" b="1" dirty="0">
                <a:solidFill>
                  <a:srgbClr val="008AD9"/>
                </a:solidFill>
                <a:latin typeface="Poppins" panose="00000500000000000000" pitchFamily="2" charset="0"/>
                <a:ea typeface="MS Mincho" panose="02020609040205080304" pitchFamily="49" charset="-128"/>
                <a:cs typeface="Poppins" panose="00000500000000000000" pitchFamily="2" charset="0"/>
              </a:rPr>
              <a:t>Client</a:t>
            </a:r>
            <a:r>
              <a:rPr lang="en-US" sz="1600" b="1" dirty="0">
                <a:solidFill>
                  <a:srgbClr val="008AD9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1600" b="1" dirty="0">
                <a:solidFill>
                  <a:srgbClr val="008AD9"/>
                </a:solidFill>
                <a:latin typeface="Poppins" panose="00000500000000000000" pitchFamily="2" charset="0"/>
                <a:ea typeface="MS Mincho" panose="02020609040205080304" pitchFamily="49" charset="-128"/>
                <a:cs typeface="Poppins" panose="00000500000000000000" pitchFamily="2" charset="0"/>
              </a:rPr>
              <a:t>Need</a:t>
            </a:r>
          </a:p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HighRes Biosolutions, a technology leader in lab automation, partners with Affirma for their ongoing marketing needs. Organic social is a crucial tactic in the overall demand and lead gen strategy. </a:t>
            </a:r>
          </a:p>
          <a:p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The team has begun to incorporate boosted social posts, turning a well-performing post into a paid ad to promote to a wider audience and target specific demographics to increase its reach and engagement.</a:t>
            </a:r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Poppins" panose="00000500000000000000" pitchFamily="2" charset="0"/>
              <a:ea typeface="MS Mincho" panose="02020609040205080304" pitchFamily="49" charset="-128"/>
              <a:cs typeface="Poppins" panose="00000500000000000000" pitchFamily="2" charset="0"/>
            </a:endParaRPr>
          </a:p>
        </p:txBody>
      </p:sp>
      <p:pic>
        <p:nvPicPr>
          <p:cNvPr id="1030" name="Picture 6" descr="HighRes Biosolutions and Novo Nordisk Partner to Transform Drug Discovery  in Automated Lab of the Future - HighRes Biosolutions">
            <a:extLst>
              <a:ext uri="{FF2B5EF4-FFF2-40B4-BE49-F238E27FC236}">
                <a16:creationId xmlns:a16="http://schemas.microsoft.com/office/drawing/2014/main" id="{88BF1B7D-FB9D-4C09-A1C1-5D2A91339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7460" y="2221034"/>
            <a:ext cx="2535684" cy="827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657DFEA-83DC-2986-D6D0-B6C745684C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7825" y="0"/>
            <a:ext cx="41941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A957BC9-7746-9074-2C69-8A44A61006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1262" y="3229427"/>
            <a:ext cx="4648304" cy="3429000"/>
          </a:xfrm>
          <a:prstGeom prst="rect">
            <a:avLst/>
          </a:prstGeom>
          <a:effectLst>
            <a:outerShdw blurRad="50800" dist="101600" dir="5400000" algn="ctr" rotWithShape="0">
              <a:schemeClr val="accent1"/>
            </a:outerShdw>
            <a:softEdge rad="12700"/>
          </a:effectLst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F3FC7161-A7F7-20CA-7C87-8A5B05DE6993}"/>
              </a:ext>
            </a:extLst>
          </p:cNvPr>
          <p:cNvSpPr/>
          <p:nvPr/>
        </p:nvSpPr>
        <p:spPr>
          <a:xfrm>
            <a:off x="2331172" y="4943927"/>
            <a:ext cx="1181100" cy="514350"/>
          </a:xfrm>
          <a:prstGeom prst="ellipse">
            <a:avLst/>
          </a:prstGeom>
          <a:noFill/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9E679B-79E3-4A8D-50EB-500E95547FE3}"/>
              </a:ext>
            </a:extLst>
          </p:cNvPr>
          <p:cNvSpPr txBox="1"/>
          <p:nvPr/>
        </p:nvSpPr>
        <p:spPr>
          <a:xfrm>
            <a:off x="263382" y="4497651"/>
            <a:ext cx="184727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Typical impressions for </a:t>
            </a:r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unboosted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posts are in the 1-5K range.</a:t>
            </a:r>
          </a:p>
          <a:p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Once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boosted, posts are reaching over </a:t>
            </a:r>
            <a:r>
              <a:rPr lang="en-US" sz="1200">
                <a:solidFill>
                  <a:schemeClr val="tx1">
                    <a:lumMod val="65000"/>
                    <a:lumOff val="3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65K impressions.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  <a:p>
            <a:endParaRPr lang="en-US" sz="1600" dirty="0">
              <a:solidFill>
                <a:schemeClr val="tx1">
                  <a:lumMod val="65000"/>
                  <a:lumOff val="3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1558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0 xmlns="f0ee8362-fa7e-4bc9-ab88-7dcfb17cb19b" xsi:nil="true"/>
    <Named_x0020_Account xmlns="f0ee8362-fa7e-4bc9-ab88-7dcfb17cb19b" xsi:nil="true"/>
    <Industries xmlns="f0ee8362-fa7e-4bc9-ab88-7dcfb17cb19b">
      <Value>Life Sciences</Value>
    </Industries>
    <PlatTech xmlns="f0ee8362-fa7e-4bc9-ab88-7dcfb17cb19b">
      <Value>HubSpot</Value>
      <Value>Salesforce</Value>
      <Value>Salesforce Pardot</Value>
    </PlatTech>
    <ProjectCompletionDate xmlns="f0ee8362-fa7e-4bc9-ab88-7dcfb17cb19b">2025-07-01T07:00:00+00:00</ProjectCompletionDate>
    <BusinessUnit xmlns="f0ee8362-fa7e-4bc9-ab88-7dcfb17cb19b">
      <Value>Marketing Services</Value>
    </BusinessUnit>
    <Solutions xmlns="f0ee8362-fa7e-4bc9-ab88-7dcfb17cb19b">
      <Value>Organic Social Media</Value>
      <Value>PPC</Value>
    </Solutions>
    <ApprovedByClient xmlns="f0ee8362-fa7e-4bc9-ab88-7dcfb17cb19b">false</ApprovedByClient>
  </documentManagement>
</p:properties>
</file>

<file path=customXml/itemProps1.xml><?xml version="1.0" encoding="utf-8"?>
<ds:datastoreItem xmlns:ds="http://schemas.openxmlformats.org/officeDocument/2006/customXml" ds:itemID="{865D1A88-8CA7-4E51-A73C-5E4B24F76648}"/>
</file>

<file path=customXml/itemProps2.xml><?xml version="1.0" encoding="utf-8"?>
<ds:datastoreItem xmlns:ds="http://schemas.openxmlformats.org/officeDocument/2006/customXml" ds:itemID="{E0009A52-14D3-4C92-90A9-F2D59348D782}"/>
</file>

<file path=customXml/itemProps3.xml><?xml version="1.0" encoding="utf-8"?>
<ds:datastoreItem xmlns:ds="http://schemas.openxmlformats.org/officeDocument/2006/customXml" ds:itemID="{53C780F9-94BA-4943-93A1-61856FE052BD}"/>
</file>

<file path=customXml/itemProps4.xml><?xml version="1.0" encoding="utf-8"?>
<ds:datastoreItem xmlns:ds="http://schemas.openxmlformats.org/officeDocument/2006/customXml" ds:itemID="{226F625A-2F75-4EE6-91D9-13C922D70CD8}"/>
</file>

<file path=docProps/app.xml><?xml version="1.0" encoding="utf-8"?>
<Properties xmlns="http://schemas.openxmlformats.org/officeDocument/2006/extended-properties" xmlns:vt="http://schemas.openxmlformats.org/officeDocument/2006/docPropsVTypes">
  <TotalTime>3036</TotalTime>
  <Words>97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Poppins</vt:lpstr>
      <vt:lpstr>Segoe UI</vt:lpstr>
      <vt:lpstr>Office Theme</vt:lpstr>
      <vt:lpstr>HighRes Biosolutions: Boosted Posts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Ideoclick – PPC Audit &amp; Ongoing Paid Ads Campaign Execution</dc:title>
  <dc:creator>Alyson Knox-Meade</dc:creator>
  <cp:lastModifiedBy>Alyson Knox-Meade</cp:lastModifiedBy>
  <cp:revision>4</cp:revision>
  <dcterms:created xsi:type="dcterms:W3CDTF">2021-04-12T22:19:17Z</dcterms:created>
  <dcterms:modified xsi:type="dcterms:W3CDTF">2024-11-18T17:10:29Z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