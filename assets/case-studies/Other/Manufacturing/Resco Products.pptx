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141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8A0D-DDCA-2A10-C54D-34A3AF6CD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E21BB-69AA-42F8-30B8-7EFA0CC80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E864F-973D-03AC-BA65-6A387CFC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CBB60-A2CE-1C8B-9732-45761F9A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D740E-990C-BE69-633B-B74DE64F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1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F4CA-CA4B-E96B-D911-95E0A45A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28E06-A059-5497-0110-8252F9BCF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68084-47B5-B305-FD64-FBE3DABC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7C92B-7AD0-1CE7-2F0B-89044F60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7F7AC-E218-7C7F-759F-2D1A0FD1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0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CF39-9488-BA46-0EEE-63CD4BEF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FD26E-FE91-38DA-A5FE-F3F2888E9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A4236-2587-1F59-E98A-BFA97051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89BC-9572-699B-F5A2-55E84F8E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C86B0-89AF-5A3B-E448-6F08676D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DA413-A38D-B541-6AEC-B4FA2A47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00E32-CCC1-13FB-FBA8-5A7E16A1E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D5ED9-BE8C-F0A7-7FED-CAF83E434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49DB-4DA6-5A94-D24D-8B701D2D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D382C-4C6D-028E-9E4A-FEE1890A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1F73F-FA29-7A3E-AD8C-0BEB41CB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4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4939-F618-2B37-F3E0-551FEF4E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8116D-A6BD-FEFA-3F3A-984A6A9BD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FAC8B-31F3-357C-0771-27D68CC86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F556A-2A04-C4EC-4B16-A5DF98FDC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CD8FF-E924-3E28-58AF-CD2CDDB52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858C4-CAA3-78A0-EA2E-AA7370A4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DE79D-807D-4D87-40C4-B400DA4EC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24686-3DFB-72FF-243C-26888C30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3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6F65-E941-280D-48F6-25CA4529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FAA92-02DD-7012-0DDD-8EC81F799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6BF80-F377-593F-C294-21EC59DD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992C4-EE6B-D809-2A40-0E3A5DF5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7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3DE6-2C27-B9F6-0038-0EC95D457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C08F1-0297-3FFA-2C2F-F1BCC356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1E63A-0A1A-B135-8AC6-7E0B253F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02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B015-3F83-A6EA-C383-99E697AD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CFDB-B6B0-F604-38FE-BA2765155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08494-81E4-038E-A230-D4AB3E876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C7A93-AE46-F4BA-AF32-7F5A89EE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C7205-2315-CC8D-F866-0E83979A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F42FD-F0C1-6816-A5C9-A2F25B60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0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2A0BD-12F3-6FEE-4DF1-85F41965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125C0-5C7F-C964-EF7F-89C82478F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7577D-FAC6-7E91-0A8A-4B30DBEDE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CFC57-72D2-DECC-7EE3-A9CCC7D5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79DCF-9A01-1704-434C-C66CE1D8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0BB1F-8486-3468-B692-4C65A166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8052F-61B5-0099-B36C-B2BAD674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E4834-30FD-E875-9AEE-774478A84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AB7B2-E099-2C3A-AB04-2D478916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1CC22-DEA9-90D9-E9A7-FDCB9554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6806A-D650-A080-DBAE-A10F373E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4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54B1D-16FC-E0F5-7A53-0F359D37F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1EAD8-D6C9-084D-8CC2-3A0B79E7E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A1770-0B1E-FC06-4372-2C1EBE9D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B1737-936A-4D37-46FD-0D983C05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A3863-B691-6B99-0D26-B2773F81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51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401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E2FDA-8651-339E-4627-E3BDE170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05319-A43D-49E4-F7EC-4003B6966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D0C3-7E1C-BF59-896B-86ABB72AF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A0198-B301-43C4-8303-F814495072B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09CD7-7C8A-E0A4-5535-1E16C7F07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CF3F7-D8BE-AA96-219D-99BFEBD3A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D38DE-40FD-4A1F-9FC3-226313335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0C4CA-986E-F708-F0B7-BFE72641E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92A8B3-8A0F-B696-CBF1-61CC5CB7C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52" y="301170"/>
            <a:ext cx="11448890" cy="764390"/>
          </a:xfrm>
        </p:spPr>
        <p:txBody>
          <a:bodyPr>
            <a:noAutofit/>
          </a:bodyPr>
          <a:lstStyle/>
          <a:p>
            <a:pPr defTabSz="896533"/>
            <a:r>
              <a:rPr lang="en-US" dirty="0" err="1">
                <a:solidFill>
                  <a:srgbClr val="002060"/>
                </a:solidFill>
                <a:latin typeface="Poppins SemiBold"/>
                <a:cs typeface="Poppins SemiBold"/>
              </a:rPr>
              <a:t>Resco</a:t>
            </a:r>
            <a:r>
              <a:rPr lang="en-US" dirty="0">
                <a:solidFill>
                  <a:srgbClr val="002060"/>
                </a:solidFill>
                <a:latin typeface="Poppins SemiBold"/>
                <a:cs typeface="Poppins SemiBold"/>
              </a:rPr>
              <a:t> Products Website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338DC-5477-95A1-98CC-67DE377006CB}"/>
              </a:ext>
            </a:extLst>
          </p:cNvPr>
          <p:cNvSpPr/>
          <p:nvPr/>
        </p:nvSpPr>
        <p:spPr>
          <a:xfrm>
            <a:off x="10749644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768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2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2F516-C9ED-459C-CFC8-78D747033942}"/>
              </a:ext>
            </a:extLst>
          </p:cNvPr>
          <p:cNvSpPr txBox="1"/>
          <p:nvPr/>
        </p:nvSpPr>
        <p:spPr>
          <a:xfrm>
            <a:off x="169218" y="1221043"/>
            <a:ext cx="4972843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Need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4325F-9F7D-469E-3D74-DF6EDF8164D9}"/>
              </a:ext>
            </a:extLst>
          </p:cNvPr>
          <p:cNvSpPr txBox="1"/>
          <p:nvPr/>
        </p:nvSpPr>
        <p:spPr>
          <a:xfrm>
            <a:off x="182856" y="2400748"/>
            <a:ext cx="4985484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We Did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ED5B7-6D9D-6E92-A3DA-3967FEB9EA57}"/>
              </a:ext>
            </a:extLst>
          </p:cNvPr>
          <p:cNvSpPr txBox="1"/>
          <p:nvPr/>
        </p:nvSpPr>
        <p:spPr>
          <a:xfrm>
            <a:off x="182856" y="4501027"/>
            <a:ext cx="4972844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4FB6D-BF0C-E4D0-1D96-9687198E2390}"/>
              </a:ext>
            </a:extLst>
          </p:cNvPr>
          <p:cNvSpPr txBox="1"/>
          <p:nvPr/>
        </p:nvSpPr>
        <p:spPr>
          <a:xfrm>
            <a:off x="164812" y="1446641"/>
            <a:ext cx="72499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400" dirty="0" err="1"/>
              <a:t>Resco</a:t>
            </a:r>
            <a:r>
              <a:rPr lang="en-US" sz="1400" dirty="0"/>
              <a:t> Products needed a modern, easy-to-manage website to better showcase their industrial product catalog and support their marketing efforts. Their previous site was difficult to update, lacked a strong mobile experience, and made it hard for customers to find product information and technical documentation.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C384CF-9FCD-66AB-9ECD-7250F16D598D}"/>
              </a:ext>
            </a:extLst>
          </p:cNvPr>
          <p:cNvSpPr txBox="1"/>
          <p:nvPr/>
        </p:nvSpPr>
        <p:spPr>
          <a:xfrm>
            <a:off x="165808" y="2717910"/>
            <a:ext cx="72176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Redesigned the full user experience with a modern, mobile-responsive interface aligned to </a:t>
            </a:r>
            <a:r>
              <a:rPr lang="en-US" sz="1400" dirty="0" err="1"/>
              <a:t>Resco’s</a:t>
            </a:r>
            <a:r>
              <a:rPr lang="en-US" sz="1400" dirty="0"/>
              <a:t> branding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Implemented a new Sitefinity CMS environment to give the marketing team full control over content, products, and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Reorganized product categories and technical resources into a clean, intuitive information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Migrated legacy content into Sitefinity and provided team training and documentation for ongoing management.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C808DF-7823-8B1E-B8DC-3A82E62B227E}"/>
              </a:ext>
            </a:extLst>
          </p:cNvPr>
          <p:cNvSpPr txBox="1"/>
          <p:nvPr/>
        </p:nvSpPr>
        <p:spPr>
          <a:xfrm>
            <a:off x="170215" y="4817101"/>
            <a:ext cx="724525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Customers can now locate products, datasheets, and resources significantly faster, improving engagement and usability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Sitefinity enables </a:t>
            </a:r>
            <a:r>
              <a:rPr lang="en-US" sz="1400" dirty="0" err="1">
                <a:solidFill>
                  <a:prstClr val="black"/>
                </a:solidFill>
              </a:rPr>
              <a:t>Resco’s</a:t>
            </a:r>
            <a:r>
              <a:rPr lang="en-US" sz="1400" dirty="0">
                <a:solidFill>
                  <a:prstClr val="black"/>
                </a:solidFill>
              </a:rPr>
              <a:t> marketing team to publish updates and launch new pages without developer support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Mobile traffic performance improved through a fully responsive design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Overall site experience became more polished and professional, increasing credibility with prospects and customers.</a:t>
            </a:r>
          </a:p>
        </p:txBody>
      </p:sp>
      <p:pic>
        <p:nvPicPr>
          <p:cNvPr id="1030" name="Picture 6" descr="Extreme Service Castables">
            <a:extLst>
              <a:ext uri="{FF2B5EF4-FFF2-40B4-BE49-F238E27FC236}">
                <a16:creationId xmlns:a16="http://schemas.microsoft.com/office/drawing/2014/main" id="{76EB1BA0-4059-CC04-BC9B-DFE23D8AD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32" y="231569"/>
            <a:ext cx="241935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94CA85-440E-EA80-BCF6-03914ED44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882" y="2850775"/>
            <a:ext cx="4257262" cy="368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Manufacturing</Value>
    </Industries>
    <ApprovedByClient xmlns="f0ee8362-fa7e-4bc9-ab88-7dcfb17cb19b">false</ApprovedByClient>
    <PlatTech xmlns="f0ee8362-fa7e-4bc9-ab88-7dcfb17cb19b">
      <Value>Sitefinity</Value>
    </PlatTech>
    <ProjectCompletionDate xmlns="f0ee8362-fa7e-4bc9-ab88-7dcfb17cb19b" xsi:nil="true"/>
    <BusinessUnit xmlns="f0ee8362-fa7e-4bc9-ab88-7dcfb17cb19b">
      <Value>Custom Development</Value>
    </BusinessUnit>
    <Solutions xmlns="f0ee8362-fa7e-4bc9-ab88-7dcfb17cb19b">
      <Value>Websites</Value>
    </Solutions>
  </documentManagement>
</p:properties>
</file>

<file path=customXml/itemProps1.xml><?xml version="1.0" encoding="utf-8"?>
<ds:datastoreItem xmlns:ds="http://schemas.openxmlformats.org/officeDocument/2006/customXml" ds:itemID="{395DF757-B69F-4289-B291-D9BE5B6C28FA}"/>
</file>

<file path=customXml/itemProps2.xml><?xml version="1.0" encoding="utf-8"?>
<ds:datastoreItem xmlns:ds="http://schemas.openxmlformats.org/officeDocument/2006/customXml" ds:itemID="{C3C4E0A8-DC6A-4F23-9BA9-A3D3D9F07547}"/>
</file>

<file path=customXml/itemProps3.xml><?xml version="1.0" encoding="utf-8"?>
<ds:datastoreItem xmlns:ds="http://schemas.openxmlformats.org/officeDocument/2006/customXml" ds:itemID="{E2F912C8-0BFF-4232-B994-85E31C4516F2}"/>
</file>

<file path=customXml/itemProps4.xml><?xml version="1.0" encoding="utf-8"?>
<ds:datastoreItem xmlns:ds="http://schemas.openxmlformats.org/officeDocument/2006/customXml" ds:itemID="{4492B419-6474-4B99-8C08-CE5B717A1011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Poppins</vt:lpstr>
      <vt:lpstr>Poppins SemiBold</vt:lpstr>
      <vt:lpstr>Segoe UI</vt:lpstr>
      <vt:lpstr>Office Theme</vt:lpstr>
      <vt:lpstr>Resco Products 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1</cp:revision>
  <dcterms:created xsi:type="dcterms:W3CDTF">2025-12-09T00:56:59Z</dcterms:created>
  <dcterms:modified xsi:type="dcterms:W3CDTF">2025-12-09T00:59:56Z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