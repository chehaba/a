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1" r:id="rId2"/>
    <p:sldMasterId id="2147483831" r:id="rId3"/>
  </p:sldMasterIdLst>
  <p:notesMasterIdLst>
    <p:notesMasterId r:id="rId5"/>
  </p:notesMasterIdLst>
  <p:sldIdLst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6845AE-2A7C-14E8-B1BE-C9F095D61A88}" v="10" dt="2020-06-29T18:35:02.0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13" Type="http://schemas.openxmlformats.org/officeDocument/2006/relationships/customXml" Target="../customXml/item3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12" Type="http://schemas.openxmlformats.org/officeDocument/2006/relationships/customXml" Target="../customXml/item2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1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tableStyles" Target="tableStyles.xml"/><Relationship Id="rId14" Type="http://schemas.openxmlformats.org/officeDocument/2006/relationships/customXml" Target="../customXml/item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DAA9C2-C951-471C-B22A-587F4E630ACF}" type="datetimeFigureOut">
              <a:rPr lang="en-US"/>
              <a:t>6/29/2020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33A33-677F-41B6-BA68-31DB88E60FD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7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54050" y="1162050"/>
            <a:ext cx="5573713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0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B5FE165-096F-487F-8435-22B7C977BBAC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56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62FE56-11BB-4F56-957C-E2741DC5B8BB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BA5D076-475A-402B-BFB3-BCB1DB0975A0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491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7A68257-B1D1-45B7-A765-50CDBCA3FD86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9259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FB58377-F27B-4099-8D07-8CC83E9FF8E3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99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6C74676-92AB-4545-938B-1B69D80DB240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7887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A0B79CA-C4D9-4908-8B03-07B20BD050DE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7679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-2390669" y="-1"/>
            <a:ext cx="14582669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2E6861D-08F0-455C-ABA0-53DFF2F796CF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268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A828875-DE2A-4007-BCB0-00064EAA777B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731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79BA1C-FAB8-4D2A-946A-62324E933EF1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3246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FB3B390-3D70-4147-B0BB-53F5951107F8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8031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6ABAB9D-96B1-4270-A3E0-6D838C6F3255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6722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CAA8423-91F7-4752-B324-734304431281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8800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39BA845-8FAA-4FA8-BB03-FCE823510A90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2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2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2088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406F59A-4A5A-4738-AC03-C9914EA55E29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6250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7C5F32E-87BC-41F1-B9F5-46E5C7195E2E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12549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89D8D96-9103-4B38-8327-0EA0FFD24152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7610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48267" indent="0">
              <a:buNone/>
              <a:defRPr sz="2000" b="1"/>
            </a:lvl2pPr>
            <a:lvl3pPr marL="896533" indent="0">
              <a:buNone/>
              <a:defRPr sz="1800" b="1"/>
            </a:lvl3pPr>
            <a:lvl4pPr marL="1344800" indent="0">
              <a:buNone/>
              <a:defRPr sz="1600" b="1"/>
            </a:lvl4pPr>
            <a:lvl5pPr marL="1793067" indent="0">
              <a:buNone/>
              <a:defRPr sz="1600" b="1"/>
            </a:lvl5pPr>
            <a:lvl6pPr marL="2241334" indent="0">
              <a:buNone/>
              <a:defRPr sz="1600" b="1"/>
            </a:lvl6pPr>
            <a:lvl7pPr marL="2689600" indent="0">
              <a:buNone/>
              <a:defRPr sz="1600" b="1"/>
            </a:lvl7pPr>
            <a:lvl8pPr marL="3137867" indent="0">
              <a:buNone/>
              <a:defRPr sz="1600" b="1"/>
            </a:lvl8pPr>
            <a:lvl9pPr marL="358613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48267" indent="0">
              <a:buNone/>
              <a:defRPr sz="2000" b="1"/>
            </a:lvl2pPr>
            <a:lvl3pPr marL="896533" indent="0">
              <a:buNone/>
              <a:defRPr sz="1800" b="1"/>
            </a:lvl3pPr>
            <a:lvl4pPr marL="1344800" indent="0">
              <a:buNone/>
              <a:defRPr sz="1600" b="1"/>
            </a:lvl4pPr>
            <a:lvl5pPr marL="1793067" indent="0">
              <a:buNone/>
              <a:defRPr sz="1600" b="1"/>
            </a:lvl5pPr>
            <a:lvl6pPr marL="2241334" indent="0">
              <a:buNone/>
              <a:defRPr sz="1600" b="1"/>
            </a:lvl6pPr>
            <a:lvl7pPr marL="2689600" indent="0">
              <a:buNone/>
              <a:defRPr sz="1600" b="1"/>
            </a:lvl7pPr>
            <a:lvl8pPr marL="3137867" indent="0">
              <a:buNone/>
              <a:defRPr sz="1600" b="1"/>
            </a:lvl8pPr>
            <a:lvl9pPr marL="358613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093AED9-3F5E-41D4-9FAD-F29D941B4B0A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834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0B76160-1DEB-464C-9113-9118CF4A908A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9787-C03F-45A9-825C-0DE0DCF4B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6593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0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1C78B21-3C28-439F-BCD3-284714CB9E0C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5043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7541201-DC49-46F2-AC4F-0D60C1F63406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1551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198244D-535E-48C4-8BC9-904AE7DD5AF1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5738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858EA56-0E20-4ACC-A046-BE609E544847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7465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00">
                <a:latin typeface="Segoe UI" panose="020B0502040204020203" pitchFamily="34" charset="0"/>
              </a:defRPr>
            </a:lvl1pPr>
            <a:lvl2pPr marL="448267" indent="0">
              <a:buNone/>
              <a:defRPr sz="2700"/>
            </a:lvl2pPr>
            <a:lvl3pPr marL="896533" indent="0">
              <a:buNone/>
              <a:defRPr sz="2400"/>
            </a:lvl3pPr>
            <a:lvl4pPr marL="1344800" indent="0">
              <a:buNone/>
              <a:defRPr sz="2000"/>
            </a:lvl4pPr>
            <a:lvl5pPr marL="1793067" indent="0">
              <a:buNone/>
              <a:defRPr sz="2000"/>
            </a:lvl5pPr>
            <a:lvl6pPr marL="2241334" indent="0">
              <a:buNone/>
              <a:defRPr sz="2000"/>
            </a:lvl6pPr>
            <a:lvl7pPr marL="2689600" indent="0">
              <a:buNone/>
              <a:defRPr sz="2000"/>
            </a:lvl7pPr>
            <a:lvl8pPr marL="3137867" indent="0">
              <a:buNone/>
              <a:defRPr sz="2000"/>
            </a:lvl8pPr>
            <a:lvl9pPr marL="3586133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600">
                <a:latin typeface="Segoe UI" panose="020B0502040204020203" pitchFamily="34" charset="0"/>
              </a:defRPr>
            </a:lvl1pPr>
            <a:lvl2pPr marL="448267" indent="0">
              <a:buNone/>
              <a:defRPr sz="1400"/>
            </a:lvl2pPr>
            <a:lvl3pPr marL="896533" indent="0">
              <a:buNone/>
              <a:defRPr sz="1200"/>
            </a:lvl3pPr>
            <a:lvl4pPr marL="1344800" indent="0">
              <a:buNone/>
              <a:defRPr sz="1000"/>
            </a:lvl4pPr>
            <a:lvl5pPr marL="1793067" indent="0">
              <a:buNone/>
              <a:defRPr sz="1000"/>
            </a:lvl5pPr>
            <a:lvl6pPr marL="2241334" indent="0">
              <a:buNone/>
              <a:defRPr sz="1000"/>
            </a:lvl6pPr>
            <a:lvl7pPr marL="2689600" indent="0">
              <a:buNone/>
              <a:defRPr sz="1000"/>
            </a:lvl7pPr>
            <a:lvl8pPr marL="3137867" indent="0">
              <a:buNone/>
              <a:defRPr sz="1000"/>
            </a:lvl8pPr>
            <a:lvl9pPr marL="3586133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0CBE8F-8AA2-4859-BE6D-C213C1FEDA0E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0290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lIns="9144" tIns="0" rIns="0" bIns="0">
            <a:spAutoFit/>
          </a:bodyPr>
          <a:lstStyle>
            <a:lvl1pPr marL="0" indent="0">
              <a:buNone/>
              <a:defRPr sz="160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180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A526457-AFF9-4C64-ACA9-57BFCF79B20E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668A5FB-A35F-4120-A0D4-DDE534D458D5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471800EB-F6BF-4776-B506-3056304E5AE7}"/>
              </a:ext>
            </a:extLst>
          </p:cNvPr>
          <p:cNvSpPr txBox="1">
            <a:spLocks/>
          </p:cNvSpPr>
          <p:nvPr userDrawn="1"/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76200" tIns="38100" rIns="76200" bIns="38100" rtlCol="0" anchor="ctr"/>
          <a:lstStyle>
            <a:defPPr>
              <a:defRPr lang="en-US"/>
            </a:defPPr>
            <a:lvl1pPr marL="0" algn="r" defTabSz="1172261" rtl="0" eaLnBrk="1" latinLnBrk="0" hangingPunct="1">
              <a:defRPr sz="1412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DF3BEF6-9E38-45B1-97EE-47997846C2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569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 descr="Image result for kia motors HQ">
            <a:extLst>
              <a:ext uri="{FF2B5EF4-FFF2-40B4-BE49-F238E27FC236}">
                <a16:creationId xmlns:a16="http://schemas.microsoft.com/office/drawing/2014/main" id="{7F3ACFE8-90CC-4B43-AE07-40731FF60D5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43" r="10905" b="24509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820B2A3-6DEC-48BD-904B-6CFD85288AA6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4915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CA9C6B9-101A-4078-BFF5-F56952814220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5690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62FE56-11BB-4F56-957C-E2741DC5B8BB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78578D0-B866-4B94-8BFB-0A234E982D92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49154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Boca Images, Stock Photos &amp; Vectors | Shutterstock">
            <a:extLst>
              <a:ext uri="{FF2B5EF4-FFF2-40B4-BE49-F238E27FC236}">
                <a16:creationId xmlns:a16="http://schemas.microsoft.com/office/drawing/2014/main" id="{C796B139-EDD6-418B-86B6-AFF547D02BC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48" b="8520"/>
          <a:stretch/>
        </p:blipFill>
        <p:spPr bwMode="auto">
          <a:xfrm>
            <a:off x="0" y="4984"/>
            <a:ext cx="12192000" cy="6848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0CD3886-D9E7-4332-8F54-DED4C0459D9D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-4984"/>
            <a:ext cx="12192000" cy="6858000"/>
          </a:xfrm>
          <a:prstGeom prst="rect">
            <a:avLst/>
          </a:prstGeom>
          <a:solidFill>
            <a:srgbClr val="004E5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5394915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C28AE92-E7FB-45DC-A9F2-947463E77ED3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9259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D49941C-DB0A-4679-89B5-9C21D0DD35E3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9911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DF9E67F-A3B7-4A8B-9FCE-386664CBB2FF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9911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8B99226-B444-44C2-887F-F0B1EA1A8CDA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7887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DD0E02C-78BB-4309-ADFF-DF612ADAA572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76792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-2390669" y="-1"/>
            <a:ext cx="14582669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B405617-3D1C-4DDF-BD2C-09ADAA70053A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2682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4CDD809-FD8E-4297-82D9-21DF4F1C1BFB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2043" y="2679540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2682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FDDE210-ACBE-4586-9A46-AFFFDBFA714C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731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Boca Images, Stock Photos &amp; Vectors | Shutterstock">
            <a:extLst>
              <a:ext uri="{FF2B5EF4-FFF2-40B4-BE49-F238E27FC236}">
                <a16:creationId xmlns:a16="http://schemas.microsoft.com/office/drawing/2014/main" id="{3512A7AD-6981-4690-B10A-F58BE14975C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48" b="8520"/>
          <a:stretch/>
        </p:blipFill>
        <p:spPr bwMode="auto">
          <a:xfrm>
            <a:off x="0" y="-95250"/>
            <a:ext cx="12192000" cy="7042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2281ED2-674C-47AC-9CED-8B0BA72C064C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929" y="2532447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D4D9476-FB4A-49DC-9ECA-F76016464E91}"/>
              </a:ext>
            </a:extLst>
          </p:cNvPr>
          <p:cNvSpPr/>
          <p:nvPr userDrawn="1"/>
        </p:nvSpPr>
        <p:spPr>
          <a:xfrm>
            <a:off x="-6225" y="-105220"/>
            <a:ext cx="12198224" cy="7042901"/>
          </a:xfrm>
          <a:prstGeom prst="rect">
            <a:avLst/>
          </a:prstGeom>
          <a:solidFill>
            <a:srgbClr val="004E59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89082682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76941" y="6370233"/>
            <a:ext cx="2743459" cy="3048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0656312-FEEB-418F-A540-2E2358D5B219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34060" y="6370233"/>
            <a:ext cx="4115189" cy="364224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2170" y="6318284"/>
            <a:ext cx="533400" cy="3048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731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AB9380-E128-4FF7-894E-99C44FC5B490}" type="datetime1">
              <a:rPr lang="en-US" smtClean="0"/>
              <a:t>6/29/2020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3246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8D8F9B5-2365-4F3C-A11A-B43FB5EEA6E1}" type="datetime1">
              <a:rPr lang="en-US" smtClean="0"/>
              <a:t>6/29/2020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80311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62E18B4-4BF6-4329-BD74-08CAE2A73352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6722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26FB18B-FFF7-4131-8050-671229E2954B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88003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7133851-711D-4229-8641-413BA8E8C246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2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2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20880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8281676-E9EE-42A9-99CC-DA71CA2F5009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62501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23EE9C0-65CA-4A04-9E5A-79811F831958}" type="datetime1">
              <a:rPr lang="en-US" smtClean="0"/>
              <a:t>6/29/2020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12549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1EAE8A9-656F-4C7D-BA8F-43CC0D76F5D0}" type="datetime1">
              <a:rPr lang="en-US" smtClean="0"/>
              <a:t>6/29/2020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76103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48267" indent="0">
              <a:buNone/>
              <a:defRPr sz="2000" b="1"/>
            </a:lvl2pPr>
            <a:lvl3pPr marL="896533" indent="0">
              <a:buNone/>
              <a:defRPr sz="1800" b="1"/>
            </a:lvl3pPr>
            <a:lvl4pPr marL="1344800" indent="0">
              <a:buNone/>
              <a:defRPr sz="1600" b="1"/>
            </a:lvl4pPr>
            <a:lvl5pPr marL="1793067" indent="0">
              <a:buNone/>
              <a:defRPr sz="1600" b="1"/>
            </a:lvl5pPr>
            <a:lvl6pPr marL="2241334" indent="0">
              <a:buNone/>
              <a:defRPr sz="1600" b="1"/>
            </a:lvl6pPr>
            <a:lvl7pPr marL="2689600" indent="0">
              <a:buNone/>
              <a:defRPr sz="1600" b="1"/>
            </a:lvl7pPr>
            <a:lvl8pPr marL="3137867" indent="0">
              <a:buNone/>
              <a:defRPr sz="1600" b="1"/>
            </a:lvl8pPr>
            <a:lvl9pPr marL="358613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48267" indent="0">
              <a:buNone/>
              <a:defRPr sz="2000" b="1"/>
            </a:lvl2pPr>
            <a:lvl3pPr marL="896533" indent="0">
              <a:buNone/>
              <a:defRPr sz="1800" b="1"/>
            </a:lvl3pPr>
            <a:lvl4pPr marL="1344800" indent="0">
              <a:buNone/>
              <a:defRPr sz="1600" b="1"/>
            </a:lvl4pPr>
            <a:lvl5pPr marL="1793067" indent="0">
              <a:buNone/>
              <a:defRPr sz="1600" b="1"/>
            </a:lvl5pPr>
            <a:lvl6pPr marL="2241334" indent="0">
              <a:buNone/>
              <a:defRPr sz="1600" b="1"/>
            </a:lvl6pPr>
            <a:lvl7pPr marL="2689600" indent="0">
              <a:buNone/>
              <a:defRPr sz="1600" b="1"/>
            </a:lvl7pPr>
            <a:lvl8pPr marL="3137867" indent="0">
              <a:buNone/>
              <a:defRPr sz="1600" b="1"/>
            </a:lvl8pPr>
            <a:lvl9pPr marL="358613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96303C8-1B53-4BB7-AE15-C2F5A62A1031}" type="datetime1">
              <a:rPr lang="en-US" smtClean="0"/>
              <a:t>6/29/2020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8347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FB0E003-3AC9-4D5D-8A0D-FAFDF1FBAADA}" type="datetime1">
              <a:rPr lang="en-US" smtClean="0"/>
              <a:t>6/29/2020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9787-C03F-45A9-825C-0DE0DCF4B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6593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0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3D4FD17-ECA1-4D84-8789-494BC2CCB6C5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50434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D1D9C14-1010-44FD-B063-1CAF15EDFC85}" type="datetime1">
              <a:rPr lang="en-US" smtClean="0"/>
              <a:t>6/29/2020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1551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A312FED8-773B-426C-92F7-2E468E93F40F}" type="datetime1">
              <a:rPr lang="en-US" smtClean="0"/>
              <a:t>6/29/2020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57387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2E38854-7013-407A-A8DA-C9ED79149C31}" type="datetime1">
              <a:rPr lang="en-US" smtClean="0"/>
              <a:t>6/29/2020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74656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00">
                <a:latin typeface="Segoe UI" panose="020B0502040204020203" pitchFamily="34" charset="0"/>
              </a:defRPr>
            </a:lvl1pPr>
            <a:lvl2pPr marL="448267" indent="0">
              <a:buNone/>
              <a:defRPr sz="2700"/>
            </a:lvl2pPr>
            <a:lvl3pPr marL="896533" indent="0">
              <a:buNone/>
              <a:defRPr sz="2400"/>
            </a:lvl3pPr>
            <a:lvl4pPr marL="1344800" indent="0">
              <a:buNone/>
              <a:defRPr sz="2000"/>
            </a:lvl4pPr>
            <a:lvl5pPr marL="1793067" indent="0">
              <a:buNone/>
              <a:defRPr sz="2000"/>
            </a:lvl5pPr>
            <a:lvl6pPr marL="2241334" indent="0">
              <a:buNone/>
              <a:defRPr sz="2000"/>
            </a:lvl6pPr>
            <a:lvl7pPr marL="2689600" indent="0">
              <a:buNone/>
              <a:defRPr sz="2000"/>
            </a:lvl7pPr>
            <a:lvl8pPr marL="3137867" indent="0">
              <a:buNone/>
              <a:defRPr sz="2000"/>
            </a:lvl8pPr>
            <a:lvl9pPr marL="3586133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600">
                <a:latin typeface="Segoe UI" panose="020B0502040204020203" pitchFamily="34" charset="0"/>
              </a:defRPr>
            </a:lvl1pPr>
            <a:lvl2pPr marL="448267" indent="0">
              <a:buNone/>
              <a:defRPr sz="1400"/>
            </a:lvl2pPr>
            <a:lvl3pPr marL="896533" indent="0">
              <a:buNone/>
              <a:defRPr sz="1200"/>
            </a:lvl3pPr>
            <a:lvl4pPr marL="1344800" indent="0">
              <a:buNone/>
              <a:defRPr sz="1000"/>
            </a:lvl4pPr>
            <a:lvl5pPr marL="1793067" indent="0">
              <a:buNone/>
              <a:defRPr sz="1000"/>
            </a:lvl5pPr>
            <a:lvl6pPr marL="2241334" indent="0">
              <a:buNone/>
              <a:defRPr sz="1000"/>
            </a:lvl6pPr>
            <a:lvl7pPr marL="2689600" indent="0">
              <a:buNone/>
              <a:defRPr sz="1000"/>
            </a:lvl7pPr>
            <a:lvl8pPr marL="3137867" indent="0">
              <a:buNone/>
              <a:defRPr sz="1000"/>
            </a:lvl8pPr>
            <a:lvl9pPr marL="358613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C85A73A-561D-4E70-B956-9C0F5F1CD3C1}" type="datetime1">
              <a:rPr lang="en-US" smtClean="0"/>
              <a:t>6/29/2020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02907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lIns="9144" tIns="0" rIns="0" bIns="0">
            <a:spAutoFit/>
          </a:bodyPr>
          <a:lstStyle>
            <a:lvl1pPr marL="0" indent="0">
              <a:buNone/>
              <a:defRPr sz="160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180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26" Type="http://schemas.openxmlformats.org/officeDocument/2006/relationships/slideLayout" Target="../slideLayouts/slideLayout61.xml"/><Relationship Id="rId3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56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60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5.xml"/><Relationship Id="rId29" Type="http://schemas.openxmlformats.org/officeDocument/2006/relationships/slideLayout" Target="../slideLayouts/slideLayout64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24" Type="http://schemas.openxmlformats.org/officeDocument/2006/relationships/slideLayout" Target="../slideLayouts/slideLayout59.xml"/><Relationship Id="rId32" Type="http://schemas.openxmlformats.org/officeDocument/2006/relationships/theme" Target="../theme/theme3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8.xml"/><Relationship Id="rId28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54.xml"/><Relationship Id="rId31" Type="http://schemas.openxmlformats.org/officeDocument/2006/relationships/slideLayout" Target="../slideLayouts/slideLayout66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7.xml"/><Relationship Id="rId27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6C1EC331-590E-4679-816A-DCB458BBD7AB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8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33" r:id="rId2"/>
    <p:sldLayoutId id="2147483731" r:id="rId3"/>
    <p:sldLayoutId id="2147483732" r:id="rId4"/>
    <p:sldLayoutId id="2147483734" r:id="rId5"/>
    <p:sldLayoutId id="2147483730" r:id="rId6"/>
    <p:sldLayoutId id="2147483714" r:id="rId7"/>
    <p:sldLayoutId id="2147483715" r:id="rId8"/>
    <p:sldLayoutId id="2147483716" r:id="rId9"/>
    <p:sldLayoutId id="2147483738" r:id="rId10"/>
    <p:sldLayoutId id="2147483718" r:id="rId11"/>
    <p:sldLayoutId id="2147483735" r:id="rId12"/>
    <p:sldLayoutId id="2147483736" r:id="rId13"/>
    <p:sldLayoutId id="2147483737" r:id="rId14"/>
    <p:sldLayoutId id="2147483717" r:id="rId15"/>
    <p:sldLayoutId id="2147483719" r:id="rId16"/>
    <p:sldLayoutId id="2147483720" r:id="rId17"/>
    <p:sldLayoutId id="2147483721" r:id="rId18"/>
    <p:sldLayoutId id="2147483713" r:id="rId19"/>
    <p:sldLayoutId id="2147483722" r:id="rId20"/>
    <p:sldLayoutId id="2147483723" r:id="rId21"/>
    <p:sldLayoutId id="2147483724" r:id="rId22"/>
    <p:sldLayoutId id="2147483726" r:id="rId23"/>
    <p:sldLayoutId id="2147483729" r:id="rId24"/>
  </p:sldLayoutIdLst>
  <p:hf sldNum="0" hdr="0" ftr="0" dt="0"/>
  <p:txStyles>
    <p:titleStyle>
      <a:lvl1pPr algn="l" defTabSz="89653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34" indent="-224134" algn="l" defTabSz="896533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724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206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5689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172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465466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137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3620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102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482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96533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80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930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41334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8960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378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86133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8E4EE9DD-6364-4ECD-B2E9-BA18F6E3C8DE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8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832" r:id="rId3"/>
    <p:sldLayoutId id="2147483833" r:id="rId4"/>
    <p:sldLayoutId id="2147483804" r:id="rId5"/>
    <p:sldLayoutId id="2147483742" r:id="rId6"/>
    <p:sldLayoutId id="2147483743" r:id="rId7"/>
    <p:sldLayoutId id="2147483803" r:id="rId8"/>
    <p:sldLayoutId id="2147483744" r:id="rId9"/>
    <p:sldLayoutId id="2147483745" r:id="rId10"/>
    <p:sldLayoutId id="2147483746" r:id="rId11"/>
    <p:sldLayoutId id="2147483741" r:id="rId12"/>
    <p:sldLayoutId id="2147483747" r:id="rId13"/>
    <p:sldLayoutId id="2147483811" r:id="rId14"/>
    <p:sldLayoutId id="2147483812" r:id="rId15"/>
    <p:sldLayoutId id="2147483748" r:id="rId16"/>
    <p:sldLayoutId id="2147483749" r:id="rId17"/>
    <p:sldLayoutId id="2147483750" r:id="rId18"/>
    <p:sldLayoutId id="2147483751" r:id="rId19"/>
    <p:sldLayoutId id="2147483752" r:id="rId20"/>
    <p:sldLayoutId id="2147483753" r:id="rId21"/>
    <p:sldLayoutId id="2147483754" r:id="rId22"/>
    <p:sldLayoutId id="2147483755" r:id="rId23"/>
    <p:sldLayoutId id="2147483756" r:id="rId24"/>
    <p:sldLayoutId id="2147483757" r:id="rId25"/>
    <p:sldLayoutId id="2147483758" r:id="rId26"/>
    <p:sldLayoutId id="2147483759" r:id="rId27"/>
    <p:sldLayoutId id="2147483760" r:id="rId28"/>
    <p:sldLayoutId id="2147483761" r:id="rId29"/>
    <p:sldLayoutId id="2147483762" r:id="rId30"/>
    <p:sldLayoutId id="2147483763" r:id="rId31"/>
  </p:sldLayoutIdLst>
  <p:hf hdr="0" ftr="0" dt="0"/>
  <p:txStyles>
    <p:titleStyle>
      <a:lvl1pPr algn="l" defTabSz="89653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34" indent="-224134" algn="l" defTabSz="896533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724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206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5689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172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465466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137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3620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102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482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96533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80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930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41334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8960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378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86133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88F94-B25D-4165-A05B-C919FE124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Ferguson Enterprises | SharePoint Online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E508DA-8460-4788-8000-47A2BE6DA870}"/>
              </a:ext>
            </a:extLst>
          </p:cNvPr>
          <p:cNvSpPr/>
          <p:nvPr/>
        </p:nvSpPr>
        <p:spPr>
          <a:xfrm>
            <a:off x="281609" y="1320579"/>
            <a:ext cx="5369263" cy="3547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sz="2700" b="1">
                <a:solidFill>
                  <a:srgbClr val="0096A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Engagement Overview</a:t>
            </a:r>
            <a:endParaRPr lang="en-US" sz="17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39" indent="-285739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Intranet redesign and migration for 23,000 user environment</a:t>
            </a:r>
          </a:p>
          <a:p>
            <a:pPr marL="285739" indent="-285739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Migrating from SharePoint 2010 and 2013 to SharePoint Online</a:t>
            </a:r>
          </a:p>
          <a:p>
            <a:pPr marL="285739" indent="-285739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Multiple operating companies in United States, Canada and Europe</a:t>
            </a:r>
          </a:p>
          <a:p>
            <a:pPr marL="285739" indent="-285739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Recreating 20 custom applications on SharePoint Online platform</a:t>
            </a:r>
          </a:p>
          <a:p>
            <a:pPr marL="285739" indent="-285739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Complex integrations with multiple line of business systems, including Workday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ADC037-50B7-4AA6-9BD9-676BEF3A5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812" y="2803036"/>
            <a:ext cx="3214160" cy="35960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C15666-E41A-49F2-9A6A-0CD76F89D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4417" y="2283703"/>
            <a:ext cx="3574648" cy="36853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EADE24-D7B0-401C-8D97-7F5412EB92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2725" y="1376337"/>
            <a:ext cx="3238500" cy="6477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5B144-7DBD-49CA-85AD-41606346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56805"/>
            <a:ext cx="533400" cy="304800"/>
          </a:xfrm>
        </p:spPr>
        <p:txBody>
          <a:bodyPr/>
          <a:lstStyle/>
          <a:p>
            <a:fld id="{49A40DB5-B054-4B52-B27D-446721D6CC2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731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ppt/theme/theme3.xml><?xml version="1.0" encoding="utf-8"?>
<a:theme xmlns:a="http://schemas.openxmlformats.org/drawingml/2006/main" name="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Modern Workplace</Value>
    </BusinessUnit>
    <Solutions xmlns="f0ee8362-fa7e-4bc9-ab88-7dcfb17cb19b">
      <Value>Migrations</Value>
      <Value>Intranet / Extranet</Value>
    </Solutions>
    <Industries xmlns="f0ee8362-fa7e-4bc9-ab88-7dcfb17cb19b">
      <Value>Manufacturing</Value>
    </Industries>
    <Notes0 xmlns="f0ee8362-fa7e-4bc9-ab88-7dcfb17cb19b" xsi:nil="true"/>
    <Named_x0020_Account xmlns="f0ee8362-fa7e-4bc9-ab88-7dcfb17cb19b" xsi:nil="true"/>
    <PlatTech xmlns="f0ee8362-fa7e-4bc9-ab88-7dcfb17cb19b">
      <Value>O365</Value>
      <Value>SharePoint</Value>
    </PlatTech>
    <ProjectCompletionDate xmlns="f0ee8362-fa7e-4bc9-ab88-7dcfb17cb19b" xsi:nil="true"/>
    <ApprovedByClient xmlns="f0ee8362-fa7e-4bc9-ab88-7dcfb17cb19b">false</ApprovedByClient>
  </documentManagement>
</p:properties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B5289CFF-2918-40DD-AA6B-FD26211C0128}"/>
</file>

<file path=customXml/itemProps2.xml><?xml version="1.0" encoding="utf-8"?>
<ds:datastoreItem xmlns:ds="http://schemas.openxmlformats.org/officeDocument/2006/customXml" ds:itemID="{45BDB5D7-16EE-4A71-ABBF-FA074AF8DD8E}"/>
</file>

<file path=customXml/itemProps3.xml><?xml version="1.0" encoding="utf-8"?>
<ds:datastoreItem xmlns:ds="http://schemas.openxmlformats.org/officeDocument/2006/customXml" ds:itemID="{6739EAE1-61F5-4C61-9D02-767FCC7E0D80}"/>
</file>

<file path=customXml/itemProps4.xml><?xml version="1.0" encoding="utf-8"?>
<ds:datastoreItem xmlns:ds="http://schemas.openxmlformats.org/officeDocument/2006/customXml" ds:itemID="{7317DA32-C441-4F91-943D-B2B9DA3778FB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office theme</vt:lpstr>
      <vt:lpstr>Custom Design</vt:lpstr>
      <vt:lpstr>Custom Design</vt:lpstr>
      <vt:lpstr>Ferguson Enterprises | SharePoint Online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10</cp:revision>
  <dcterms:created xsi:type="dcterms:W3CDTF">2020-06-29T18:17:02Z</dcterms:created>
  <dcterms:modified xsi:type="dcterms:W3CDTF">2020-06-29T18:39:25Z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Business Unit">
    <vt:lpwstr/>
  </property>
  <property fmtid="{D5CDD505-2E9C-101B-9397-08002B2CF9AE}" pid="10" name="Industry">
    <vt:lpwstr>55;#Manufacturing|99fc8efc-4fec-46af-b730-04691660d970</vt:lpwstr>
  </property>
  <property fmtid="{D5CDD505-2E9C-101B-9397-08002B2CF9AE}" pid="11" name="Service_x0020_Offering">
    <vt:lpwstr/>
  </property>
  <property fmtid="{D5CDD505-2E9C-101B-9397-08002B2CF9AE}" pid="12" name="Business_x0020_Unit">
    <vt:lpwstr/>
  </property>
  <property fmtid="{D5CDD505-2E9C-101B-9397-08002B2CF9AE}" pid="13" name="_ExtendedDescription">
    <vt:lpwstr/>
  </property>
  <property fmtid="{D5CDD505-2E9C-101B-9397-08002B2CF9AE}" pid="14" name="Service Offering">
    <vt:lpwstr/>
  </property>
  <property fmtid="{D5CDD505-2E9C-101B-9397-08002B2CF9AE}" pid="15" name="Category">
    <vt:lpwstr>6;#Case Study|8faa0ad1-25f0-4f56-8e38-f60e20c455d6</vt:lpwstr>
  </property>
  <property fmtid="{D5CDD505-2E9C-101B-9397-08002B2CF9AE}" pid="16" name="Order">
    <vt:r8>46900</vt:r8>
  </property>
  <property fmtid="{D5CDD505-2E9C-101B-9397-08002B2CF9AE}" pid="17" name="SO">
    <vt:lpwstr>37;#;#38;#;#39;#;#40;#</vt:lpwstr>
  </property>
  <property fmtid="{D5CDD505-2E9C-101B-9397-08002B2CF9AE}" pid="18" name="TriggerFlowInfo">
    <vt:lpwstr/>
  </property>
</Properties>
</file>