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69679" r:id="rId6"/>
    <p:sldId id="11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F4D31-18A2-9620-A9CA-0210895AFC3B}" v="76" dt="2025-01-16T05:01:57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714F15D0-C4A6-6A03-41CA-267DFD268C1E}"/>
    <pc:docChg chg="addSld sldOrd">
      <pc:chgData name="Brendan Murphy" userId="S::bmurphy@affirma.com::e9f923b6-6d89-4d4e-a3b7-d9304b9d44ba" providerId="AD" clId="Web-{714F15D0-C4A6-6A03-41CA-267DFD268C1E}" dt="2025-01-09T00:26:16.330" v="1"/>
      <pc:docMkLst>
        <pc:docMk/>
      </pc:docMkLst>
      <pc:sldChg chg="add ord">
        <pc:chgData name="Brendan Murphy" userId="S::bmurphy@affirma.com::e9f923b6-6d89-4d4e-a3b7-d9304b9d44ba" providerId="AD" clId="Web-{714F15D0-C4A6-6A03-41CA-267DFD268C1E}" dt="2025-01-09T00:26:16.330" v="1"/>
        <pc:sldMkLst>
          <pc:docMk/>
          <pc:sldMk cId="3895171026" sldId="2147469679"/>
        </pc:sldMkLst>
      </pc:sldChg>
      <pc:sldMasterChg chg="addSldLayout">
        <pc:chgData name="Brendan Murphy" userId="S::bmurphy@affirma.com::e9f923b6-6d89-4d4e-a3b7-d9304b9d44ba" providerId="AD" clId="Web-{714F15D0-C4A6-6A03-41CA-267DFD268C1E}" dt="2025-01-09T00:26:11.220" v="0"/>
        <pc:sldMasterMkLst>
          <pc:docMk/>
          <pc:sldMasterMk cId="1380736598" sldId="2147483660"/>
        </pc:sldMasterMkLst>
        <pc:sldLayoutChg chg="add">
          <pc:chgData name="Brendan Murphy" userId="S::bmurphy@affirma.com::e9f923b6-6d89-4d4e-a3b7-d9304b9d44ba" providerId="AD" clId="Web-{714F15D0-C4A6-6A03-41CA-267DFD268C1E}" dt="2025-01-09T00:26:11.220" v="0"/>
          <pc:sldLayoutMkLst>
            <pc:docMk/>
            <pc:sldMasterMk cId="1380736598" sldId="2147483660"/>
            <pc:sldLayoutMk cId="1838307441" sldId="2147483687"/>
          </pc:sldLayoutMkLst>
        </pc:sldLayoutChg>
      </pc:sldMasterChg>
    </pc:docChg>
  </pc:docChgLst>
  <pc:docChgLst>
    <pc:chgData name="Brendan Murphy" userId="S::bmurphy@affirma.com::e9f923b6-6d89-4d4e-a3b7-d9304b9d44ba" providerId="AD" clId="Web-{0FAF4D31-18A2-9620-A9CA-0210895AFC3B}"/>
    <pc:docChg chg="modSld">
      <pc:chgData name="Brendan Murphy" userId="S::bmurphy@affirma.com::e9f923b6-6d89-4d4e-a3b7-d9304b9d44ba" providerId="AD" clId="Web-{0FAF4D31-18A2-9620-A9CA-0210895AFC3B}" dt="2025-01-16T05:01:57.280" v="40" actId="20577"/>
      <pc:docMkLst>
        <pc:docMk/>
      </pc:docMkLst>
      <pc:sldChg chg="modSp">
        <pc:chgData name="Brendan Murphy" userId="S::bmurphy@affirma.com::e9f923b6-6d89-4d4e-a3b7-d9304b9d44ba" providerId="AD" clId="Web-{0FAF4D31-18A2-9620-A9CA-0210895AFC3B}" dt="2025-01-16T05:01:39.014" v="35" actId="20577"/>
        <pc:sldMkLst>
          <pc:docMk/>
          <pc:sldMk cId="2694993700" sldId="1195"/>
        </pc:sldMkLst>
        <pc:spChg chg="mod">
          <ac:chgData name="Brendan Murphy" userId="S::bmurphy@affirma.com::e9f923b6-6d89-4d4e-a3b7-d9304b9d44ba" providerId="AD" clId="Web-{0FAF4D31-18A2-9620-A9CA-0210895AFC3B}" dt="2025-01-16T05:01:39.014" v="35" actId="20577"/>
          <ac:spMkLst>
            <pc:docMk/>
            <pc:sldMk cId="2694993700" sldId="1195"/>
            <ac:spMk id="4" creationId="{186DEB55-545F-420B-8EAA-281E53416E23}"/>
          </ac:spMkLst>
        </pc:spChg>
      </pc:sldChg>
      <pc:sldChg chg="modSp">
        <pc:chgData name="Brendan Murphy" userId="S::bmurphy@affirma.com::e9f923b6-6d89-4d4e-a3b7-d9304b9d44ba" providerId="AD" clId="Web-{0FAF4D31-18A2-9620-A9CA-0210895AFC3B}" dt="2025-01-16T05:01:57.280" v="40" actId="20577"/>
        <pc:sldMkLst>
          <pc:docMk/>
          <pc:sldMk cId="3895171026" sldId="2147469679"/>
        </pc:sldMkLst>
        <pc:spChg chg="mod">
          <ac:chgData name="Brendan Murphy" userId="S::bmurphy@affirma.com::e9f923b6-6d89-4d4e-a3b7-d9304b9d44ba" providerId="AD" clId="Web-{0FAF4D31-18A2-9620-A9CA-0210895AFC3B}" dt="2025-01-16T05:01:51.311" v="37" actId="20577"/>
          <ac:spMkLst>
            <pc:docMk/>
            <pc:sldMk cId="3895171026" sldId="2147469679"/>
            <ac:spMk id="2" creationId="{ACBC3602-50AA-1912-F105-EFB991527E3D}"/>
          </ac:spMkLst>
        </pc:spChg>
        <pc:spChg chg="mod">
          <ac:chgData name="Brendan Murphy" userId="S::bmurphy@affirma.com::e9f923b6-6d89-4d4e-a3b7-d9304b9d44ba" providerId="AD" clId="Web-{0FAF4D31-18A2-9620-A9CA-0210895AFC3B}" dt="2025-01-16T05:01:57.280" v="40" actId="20577"/>
          <ac:spMkLst>
            <pc:docMk/>
            <pc:sldMk cId="3895171026" sldId="2147469679"/>
            <ac:spMk id="5" creationId="{F8347906-92B1-8669-5678-FB3DEC9258D0}"/>
          </ac:spMkLst>
        </pc:spChg>
      </pc:sldChg>
    </pc:docChg>
  </pc:docChgLst>
  <pc:docChgLst>
    <pc:chgData name="Brendan Murphy" userId="S::bmurphy@affirma.com::e9f923b6-6d89-4d4e-a3b7-d9304b9d44ba" providerId="AD" clId="Web-{34D63662-0934-440C-94B8-9E55DBB925A0}"/>
    <pc:docChg chg="modSld">
      <pc:chgData name="Brendan Murphy" userId="S::bmurphy@affirma.com::e9f923b6-6d89-4d4e-a3b7-d9304b9d44ba" providerId="AD" clId="Web-{34D63662-0934-440C-94B8-9E55DBB925A0}" dt="2021-05-19T23:41:18.664" v="0" actId="20577"/>
      <pc:docMkLst>
        <pc:docMk/>
      </pc:docMkLst>
      <pc:sldChg chg="modSp">
        <pc:chgData name="Brendan Murphy" userId="S::bmurphy@affirma.com::e9f923b6-6d89-4d4e-a3b7-d9304b9d44ba" providerId="AD" clId="Web-{34D63662-0934-440C-94B8-9E55DBB925A0}" dt="2021-05-19T23:41:18.664" v="0" actId="20577"/>
        <pc:sldMkLst>
          <pc:docMk/>
          <pc:sldMk cId="2694993700" sldId="1195"/>
        </pc:sldMkLst>
        <pc:spChg chg="mod">
          <ac:chgData name="Brendan Murphy" userId="S::bmurphy@affirma.com::e9f923b6-6d89-4d4e-a3b7-d9304b9d44ba" providerId="AD" clId="Web-{34D63662-0934-440C-94B8-9E55DBB925A0}" dt="2021-05-19T23:41:18.664" v="0" actId="20577"/>
          <ac:spMkLst>
            <pc:docMk/>
            <pc:sldMk cId="2694993700" sldId="1195"/>
            <ac:spMk id="4" creationId="{186DEB55-545F-420B-8EAA-281E53416E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95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5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4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4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0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90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9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8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68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59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71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1160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37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67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69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35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7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97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5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291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6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59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"/>
            <a:ext cx="12192001" cy="11811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874" y="6415788"/>
            <a:ext cx="986733" cy="36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416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830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3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050D0-81C4-C309-D914-F90F43AAF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BB7F0-472E-C802-6369-57131F221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88389"/>
            <a:ext cx="11088655" cy="7643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63A7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Xbox Ambassadors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71522-DE08-AEAF-17D3-1DED2784A522}"/>
              </a:ext>
            </a:extLst>
          </p:cNvPr>
          <p:cNvSpPr/>
          <p:nvPr/>
        </p:nvSpPr>
        <p:spPr>
          <a:xfrm>
            <a:off x="10749643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2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C3602-50AA-1912-F105-EFB991527E3D}"/>
              </a:ext>
            </a:extLst>
          </p:cNvPr>
          <p:cNvSpPr txBox="1"/>
          <p:nvPr/>
        </p:nvSpPr>
        <p:spPr>
          <a:xfrm>
            <a:off x="171861" y="1116549"/>
            <a:ext cx="5266914" cy="53590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76806"/>
            <a:r>
              <a:rPr lang="en-US" sz="2500" dirty="0">
                <a:solidFill>
                  <a:srgbClr val="F97842"/>
                </a:solidFill>
                <a:latin typeface="Segoe UI Light"/>
                <a:ea typeface="MS Mincho"/>
                <a:cs typeface="Segoe UI Light"/>
              </a:rPr>
              <a:t>Goal</a:t>
            </a:r>
          </a:p>
          <a:p>
            <a:pPr defTabSz="976806"/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The Xbox Ambassadors are a community of gamers working together to help the broader gaming community base resolve issues and answer questions.  They came to </a:t>
            </a:r>
            <a:r>
              <a:rPr lang="en-US" sz="1400" dirty="0" err="1">
                <a:solidFill>
                  <a:prstClr val="black"/>
                </a:solidFill>
                <a:latin typeface="Segoe UI"/>
                <a:cs typeface="Segoe UI"/>
              </a:rPr>
              <a:t>Affirma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 initially to set up a team that would reduce call center costs.  At the time, a significant amount service requests were going directly to the Microsoft call center. </a:t>
            </a:r>
          </a:p>
          <a:p>
            <a:pPr defTabSz="976806"/>
            <a:endParaRPr lang="en-US" sz="2500">
              <a:solidFill>
                <a:srgbClr val="202020"/>
              </a:solidFill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  <a:p>
            <a:pPr defTabSz="976806"/>
            <a:r>
              <a:rPr lang="en-US" sz="2500" dirty="0">
                <a:solidFill>
                  <a:srgbClr val="F97842"/>
                </a:solidFill>
                <a:latin typeface="Segoe UI Light"/>
                <a:ea typeface="MS Mincho"/>
                <a:cs typeface="Segoe UI Light"/>
              </a:rPr>
              <a:t>Deliverables</a:t>
            </a:r>
          </a:p>
          <a:p>
            <a:pPr marL="237490" indent="-237490" defTabSz="976806">
              <a:lnSpc>
                <a:spcPct val="120000"/>
              </a:lnSpc>
              <a:buFont typeface="Arial,Sans-Serif" panose="020B0604020202020204" pitchFamily="34" charset="0"/>
              <a:buChar char="•"/>
            </a:pPr>
            <a:r>
              <a:rPr lang="en-US" sz="1400" dirty="0">
                <a:latin typeface="Segoe UI"/>
                <a:ea typeface="MS Mincho"/>
                <a:cs typeface="Segoe UI"/>
              </a:rPr>
              <a:t>Put together a development team dedicated to XA, along with content/social media manager, and community managers.</a:t>
            </a:r>
            <a:endParaRPr lang="en-US" sz="1400" dirty="0">
              <a:latin typeface="Segoe UI" panose="020B0502040204020203" pitchFamily="34" charset="0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37490" indent="-237490" defTabSz="976806">
              <a:lnSpc>
                <a:spcPct val="120000"/>
              </a:lnSpc>
              <a:buFont typeface="Arial,Sans-Serif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ea typeface="MS Mincho"/>
                <a:cs typeface="Segoe UI"/>
              </a:rPr>
              <a:t>Built and maintains the Xbox Ambassador web application and Azure Service Fabric backend platform. We provide general .NET and Azure services to support all platform processes and activities </a:t>
            </a:r>
          </a:p>
          <a:p>
            <a:pPr marL="237490" indent="-237490" defTabSz="976806">
              <a:lnSpc>
                <a:spcPct val="120000"/>
              </a:lnSpc>
              <a:buFont typeface="Arial,Sans-Serif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ea typeface="MS Mincho"/>
                <a:cs typeface="Segoe UI"/>
              </a:rPr>
              <a:t>Created a dashboard for the Xbox Ambassadors with leaderboard KPIs.</a:t>
            </a:r>
            <a:endParaRPr lang="en-US" sz="1400" dirty="0">
              <a:solidFill>
                <a:prstClr val="black"/>
              </a:solidFill>
              <a:latin typeface="Segoe UI" panose="020B0502040204020203" pitchFamily="34" charset="0"/>
              <a:ea typeface="MS Mincho"/>
              <a:cs typeface="Segoe UI" panose="020B0502040204020203" pitchFamily="34" charset="0"/>
            </a:endParaRPr>
          </a:p>
          <a:p>
            <a:pPr marL="237490" indent="-237490" defTabSz="976806">
              <a:lnSpc>
                <a:spcPct val="120000"/>
              </a:lnSpc>
              <a:buFont typeface="Arial,Sans-Serif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ea typeface="MS Mincho"/>
                <a:cs typeface="Segoe UI"/>
              </a:rPr>
              <a:t>Help run seasonal badge driven contests per quarter to drive Ambassador participation and service levels</a:t>
            </a:r>
            <a:endParaRPr lang="en-US" dirty="0">
              <a:solidFill>
                <a:prstClr val="black"/>
              </a:solidFill>
              <a:latin typeface="Segoe UI"/>
              <a:ea typeface="MS Mincho"/>
              <a:cs typeface="Segoe UI"/>
            </a:endParaRPr>
          </a:p>
        </p:txBody>
      </p:sp>
      <p:pic>
        <p:nvPicPr>
          <p:cNvPr id="3" name="Picture 1" descr="image001">
            <a:extLst>
              <a:ext uri="{FF2B5EF4-FFF2-40B4-BE49-F238E27FC236}">
                <a16:creationId xmlns:a16="http://schemas.microsoft.com/office/drawing/2014/main" id="{C42BB0CB-7F10-7B99-58AB-F5C5F9E724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2"/>
          <a:stretch/>
        </p:blipFill>
        <p:spPr bwMode="auto">
          <a:xfrm>
            <a:off x="5586283" y="1193419"/>
            <a:ext cx="6235458" cy="31556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347906-92B1-8669-5678-FB3DEC9258D0}"/>
              </a:ext>
            </a:extLst>
          </p:cNvPr>
          <p:cNvSpPr txBox="1"/>
          <p:nvPr/>
        </p:nvSpPr>
        <p:spPr>
          <a:xfrm>
            <a:off x="5586283" y="4561393"/>
            <a:ext cx="5928772" cy="1932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76806"/>
            <a:r>
              <a:rPr lang="en-US" sz="2500" dirty="0">
                <a:solidFill>
                  <a:srgbClr val="F97842"/>
                </a:solidFill>
                <a:latin typeface="Segoe UI Light"/>
                <a:ea typeface="MS Mincho"/>
                <a:cs typeface="Segoe UI Light"/>
              </a:rPr>
              <a:t>Result</a:t>
            </a:r>
          </a:p>
          <a:p>
            <a:pPr marL="237490" indent="-237490" defTabSz="976806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Reduction in call center cost through online gaming community</a:t>
            </a:r>
          </a:p>
          <a:p>
            <a:pPr marL="237490" indent="-237490" defTabSz="976806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Helped establish a vibrant and active community of enthusiastic Xbox Ambassadors</a:t>
            </a:r>
          </a:p>
          <a:p>
            <a:pPr marL="237490" indent="-237490" defTabSz="976806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Enriched online self-help services to solve issues online, in forums and on social media platforms</a:t>
            </a:r>
          </a:p>
          <a:p>
            <a:pPr marL="237490" indent="-237490" defTabSz="976806">
              <a:buFont typeface="Arial" panose="020B0604020202020204" pitchFamily="34" charset="0"/>
              <a:buChar char="•"/>
            </a:pPr>
            <a:endParaRPr lang="en-US" sz="1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06"/>
            <a:endParaRPr lang="en-US" sz="1059">
              <a:solidFill>
                <a:prstClr val="black"/>
              </a:solidFill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17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48DBFB-7B7E-4F19-BC6F-D04E454A0D12}"/>
              </a:ext>
            </a:extLst>
          </p:cNvPr>
          <p:cNvSpPr/>
          <p:nvPr/>
        </p:nvSpPr>
        <p:spPr>
          <a:xfrm>
            <a:off x="0" y="1"/>
            <a:ext cx="12192000" cy="98107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6806"/>
            <a:endParaRPr lang="en-US" sz="1923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B05CE-8CA2-41BD-A4D9-99045DBB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Xbox Ambassadors XA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DEB55-545F-420B-8EAA-281E53416E23}"/>
              </a:ext>
            </a:extLst>
          </p:cNvPr>
          <p:cNvSpPr txBox="1"/>
          <p:nvPr/>
        </p:nvSpPr>
        <p:spPr>
          <a:xfrm>
            <a:off x="171861" y="1209676"/>
            <a:ext cx="5266914" cy="53590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76806"/>
            <a:r>
              <a:rPr lang="en-US" sz="2500" dirty="0">
                <a:solidFill>
                  <a:srgbClr val="F97842"/>
                </a:solidFill>
                <a:latin typeface="Segoe UI Light"/>
                <a:ea typeface="MS Mincho"/>
                <a:cs typeface="Segoe UI Light"/>
              </a:rPr>
              <a:t>Goal</a:t>
            </a:r>
          </a:p>
          <a:p>
            <a:pPr defTabSz="976806"/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The Xbox Ambassadors are a community of gamers working together to help the broader gaming community base resolve issues and answer questions.  They came to </a:t>
            </a:r>
            <a:r>
              <a:rPr lang="en-US" sz="1400" dirty="0" err="1">
                <a:solidFill>
                  <a:prstClr val="black"/>
                </a:solidFill>
                <a:latin typeface="Segoe UI"/>
                <a:cs typeface="Segoe UI"/>
              </a:rPr>
              <a:t>Affirma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 initially to set up a team that would reduce call center costs.  At the time, a significant amount service requests were going directly to the Microsoft call center. </a:t>
            </a:r>
          </a:p>
          <a:p>
            <a:pPr defTabSz="976806"/>
            <a:endParaRPr lang="en-US" sz="2500">
              <a:solidFill>
                <a:srgbClr val="202020"/>
              </a:solidFill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  <a:p>
            <a:pPr defTabSz="976806"/>
            <a:r>
              <a:rPr lang="en-US" sz="2500" dirty="0">
                <a:solidFill>
                  <a:srgbClr val="F97842"/>
                </a:solidFill>
                <a:latin typeface="Segoe UI Light"/>
                <a:ea typeface="MS Mincho"/>
                <a:cs typeface="Segoe UI Light"/>
              </a:rPr>
              <a:t>Deliverables</a:t>
            </a:r>
          </a:p>
          <a:p>
            <a:pPr marL="237490" indent="-237490" defTabSz="976806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Segoe UI"/>
                <a:ea typeface="MS Mincho"/>
                <a:cs typeface="Segoe UI"/>
              </a:rPr>
              <a:t>Put together a development team dedicated to XA, along with content/social media manager, and community managers.</a:t>
            </a:r>
            <a:endParaRPr lang="en-US" sz="1400" dirty="0">
              <a:latin typeface="Segoe UI" panose="020B0502040204020203" pitchFamily="34" charset="0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37490" indent="-237490" defTabSz="976806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ea typeface="MS Mincho"/>
                <a:cs typeface="Segoe UI"/>
              </a:rPr>
              <a:t>Built and maintains the Xbox Ambassador web application and Azure Service Fabric backend platform.  We provide general  .NET and Azure services to support all platform processes and activities </a:t>
            </a:r>
          </a:p>
          <a:p>
            <a:pPr marL="237490" indent="-237490" defTabSz="976806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ea typeface="MS Mincho"/>
                <a:cs typeface="Segoe UI"/>
              </a:rPr>
              <a:t>Created a dashboard for the Xbox Ambassadors with leaderboard KPIs.</a:t>
            </a:r>
            <a:endParaRPr lang="en-US" sz="1400" dirty="0">
              <a:solidFill>
                <a:prstClr val="black"/>
              </a:solidFill>
              <a:latin typeface="Segoe UI" panose="020B0502040204020203" pitchFamily="34" charset="0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marL="237490" indent="-237490" defTabSz="976806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Segoe UI"/>
                <a:ea typeface="MS Mincho"/>
                <a:cs typeface="Segoe UI"/>
              </a:rPr>
              <a:t>Help run seasonal badge driven contests per quarter to drive Ambassador participation and service levels</a:t>
            </a:r>
          </a:p>
        </p:txBody>
      </p:sp>
      <p:pic>
        <p:nvPicPr>
          <p:cNvPr id="1026" name="Picture 1" descr="image001">
            <a:extLst>
              <a:ext uri="{FF2B5EF4-FFF2-40B4-BE49-F238E27FC236}">
                <a16:creationId xmlns:a16="http://schemas.microsoft.com/office/drawing/2014/main" id="{45522083-D4F1-4CF8-9AC6-EFF7ACF52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2"/>
          <a:stretch/>
        </p:blipFill>
        <p:spPr bwMode="auto">
          <a:xfrm>
            <a:off x="5586283" y="1193419"/>
            <a:ext cx="6235458" cy="31556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C08819-D8A7-4F44-9C7B-D1D32BDBEB74}"/>
              </a:ext>
            </a:extLst>
          </p:cNvPr>
          <p:cNvSpPr txBox="1"/>
          <p:nvPr/>
        </p:nvSpPr>
        <p:spPr>
          <a:xfrm>
            <a:off x="5586283" y="4561393"/>
            <a:ext cx="5928772" cy="2148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06"/>
            <a:r>
              <a:rPr lang="en-US" sz="2500">
                <a:solidFill>
                  <a:srgbClr val="F97842"/>
                </a:solidFill>
                <a:latin typeface="Segoe UI Light" panose="020B0502040204020203" pitchFamily="34" charset="0"/>
                <a:ea typeface="MS Mincho" panose="02020609040205080304" pitchFamily="49" charset="-128"/>
                <a:cs typeface="Segoe UI Light" panose="020B0502040204020203" pitchFamily="34" charset="0"/>
              </a:rPr>
              <a:t>Result</a:t>
            </a:r>
          </a:p>
          <a:p>
            <a:pPr marL="238105" indent="-238105" defTabSz="976806">
              <a:buFont typeface="Arial" panose="020B0604020202020204" pitchFamily="34" charset="0"/>
              <a:buChar char="•"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Reduction in call center cost through online gaming community</a:t>
            </a:r>
          </a:p>
          <a:p>
            <a:pPr marL="238105" indent="-238105" defTabSz="976806">
              <a:buFont typeface="Arial" panose="020B0604020202020204" pitchFamily="34" charset="0"/>
              <a:buChar char="•"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Helped establish a vibrant and active community of enthusiastic Xbox Ambassadors</a:t>
            </a:r>
          </a:p>
          <a:p>
            <a:pPr marL="238105" indent="-238105" defTabSz="976806">
              <a:buFont typeface="Arial" panose="020B0604020202020204" pitchFamily="34" charset="0"/>
              <a:buChar char="•"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Enriched online self-help services to solve issues online, in forums and on social media platforms</a:t>
            </a:r>
          </a:p>
          <a:p>
            <a:pPr marL="238105" indent="-238105" defTabSz="976806">
              <a:buFont typeface="Arial" panose="020B0604020202020204" pitchFamily="34" charset="0"/>
              <a:buChar char="•"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 and content overall are much improved from when Affirma first engaged with the XCS team</a:t>
            </a:r>
          </a:p>
          <a:p>
            <a:pPr defTabSz="976806"/>
            <a:endParaRPr lang="en-US" sz="1059">
              <a:solidFill>
                <a:prstClr val="black"/>
              </a:solidFill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9937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  <Value>Data and Analytics</Value>
      <Value>Creative</Value>
      <Value>Business Process Outsourcing</Value>
      <Value>Customer Relationship Management</Value>
      <Value>Marketing Services</Value>
    </BusinessUnit>
    <Solutions xmlns="f0ee8362-fa7e-4bc9-ab88-7dcfb17cb19b">
      <Value>Websites</Value>
    </Solutions>
    <Industries xmlns="f0ee8362-fa7e-4bc9-ab88-7dcfb17cb19b">
      <Value>Technology</Value>
    </Industries>
    <Notes0 xmlns="f0ee8362-fa7e-4bc9-ab88-7dcfb17cb19b" xsi:nil="true"/>
    <PlatTech xmlns="f0ee8362-fa7e-4bc9-ab88-7dcfb17cb19b">
      <Value>Azure</Value>
      <Value>.NET</Value>
      <Value>Angular</Value>
      <Value>WordPress</Value>
      <Value>Dynamics</Value>
    </PlatTech>
    <Named_x0020_Account xmlns="f0ee8362-fa7e-4bc9-ab88-7dcfb17cb19b">Microsoft</Named_x0020_Account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0A1F6A72-B664-495C-B0E7-F40CFE9109C5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540C1AEB-DD14-45EF-B9F1-49FD6B9EC1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797875-1E22-4220-B223-A2EE8F38713D}"/>
</file>

<file path=customXml/itemProps4.xml><?xml version="1.0" encoding="utf-8"?>
<ds:datastoreItem xmlns:ds="http://schemas.openxmlformats.org/officeDocument/2006/customXml" ds:itemID="{98868C05-C101-4FD9-A3D6-8771A5A325D8}">
  <ds:schemaRefs>
    <ds:schemaRef ds:uri="924b3cd4-9122-4b34-9850-b959735a7319"/>
    <ds:schemaRef ds:uri="f0ee8362-fa7e-4bc9-ab88-7dcfb17cb19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Custom Design</vt:lpstr>
      <vt:lpstr>Xbox Ambassadors</vt:lpstr>
      <vt:lpstr>Xbox Ambassadors XA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Xbox Ambassadors XA</dc:title>
  <dc:creator>Brendan Murphy</dc:creator>
  <cp:revision>10</cp:revision>
  <dcterms:created xsi:type="dcterms:W3CDTF">2020-09-15T00:54:32Z</dcterms:created>
  <dcterms:modified xsi:type="dcterms:W3CDTF">2025-01-16T05:02:00Z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