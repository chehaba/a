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a4d0e924e598400e"/>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a4d0e924e598400e" Type="http://schemas.openxmlformats.org/officeDocument/2006/relationships/slide" Target="/ppt/slides/slide2.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edd25384d1184795"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Microsoft Staffing PM 4</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Microsoft required a senior level Project Manager 4 to manage the various aspects of Global Incentives Infrastructure.  The PM needed to have experience managing global initiatives and engaging with team members at all levels across an organization, SharePoint experience for projects and initiatives, and experience with issue and change management.</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&lt;ul&gt;
&lt;li&gt;Affirma met with the client to sort out details, requirements, timelines, strategies and expectations for the position needs.&lt;/li&gt; 
&lt;li&gt;Our staffing consultants provided details to a recruiting team, and then selected a favorable candidate through a process of detailed screening.&lt;/li&gt;
 &lt;li&gt;Then we provided an executive summary of the top 1 to 2 candidates, coordinated an interview and facilitated an onboarding process.&lt;/li&gt;
&lt;/ul&gt;
</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Affirma successfully provided Microsoft with a qualified senior level Project Manager 4, who has now been in the position for 3 years and continually receives growing responsibilities and workloads. </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Marketing Services</Value>
    </BusinessUnit>
    <Solutions xmlns="f0ee8362-fa7e-4bc9-ab88-7dcfb17cb19b" xsi:nil="true"/>
    <Industries xmlns="f0ee8362-fa7e-4bc9-ab88-7dcfb17cb19b">
      <Value>Technology</Value>
    </Industries>
    <Notes0 xmlns="f0ee8362-fa7e-4bc9-ab88-7dcfb17cb19b" xsi:nil="true"/>
    <Named_x0020_Account xmlns="f0ee8362-fa7e-4bc9-ab88-7dcfb17cb19b">Microsoft</Named_x0020_Account>
    <PlatTech xmlns="f0ee8362-fa7e-4bc9-ab88-7dcfb17cb19b" xsi:nil="true"/>
    <ProjectCompletionDate xmlns="f0ee8362-fa7e-4bc9-ab88-7dcfb17cb19b" xsi:nil="true"/>
    <ApprovedByClient xmlns="f0ee8362-fa7e-4bc9-ab88-7dcfb17cb19b">false</ApprovedByClient>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45EDE3D4-B801-456C-BA55-C65C0F51B4D8}"/>
</file>

<file path=customXml/itemProps2.xml><?xml version="1.0" encoding="utf-8"?>
<ds:datastoreItem xmlns:ds="http://schemas.openxmlformats.org/officeDocument/2006/customXml" ds:itemID="{2F5CF411-7A25-4505-933D-A261B388EB00}"/>
</file>

<file path=customXml/itemProps3.xml><?xml version="1.0" encoding="utf-8"?>
<ds:datastoreItem xmlns:ds="http://schemas.openxmlformats.org/officeDocument/2006/customXml" ds:itemID="{1027DC37-3373-49F6-97AB-3A48CBB99F08}"/>
</file>

<file path=customXml/itemProps4.xml><?xml version="1.0" encoding="utf-8"?>
<ds:datastoreItem xmlns:ds="http://schemas.openxmlformats.org/officeDocument/2006/customXml" ds:itemID="{40F07615-22A7-4F5F-9A3A-A45F3BC21702}"/>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49;#Technology|9fd4705e-a3c7-4085-9147-cb1125b68f2c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20500</vt:r8>
  </property>
  <property fmtid="{D5CDD505-2E9C-101B-9397-08002B2CF9AE}" pid="11" name="xd_Signature">
    <vt:bool>false</vt:bool>
  </property>
  <property fmtid="{D5CDD505-2E9C-101B-9397-08002B2CF9AE}" pid="12" name="SO">
    <vt:lpwstr>32;#</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