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413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4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0EDC-ECB9-225A-D061-EAD1A5897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01CB3-87D8-D998-5306-20CC442C7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329B8-B2A4-F08F-2766-8DCCDE2C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0027-ECE5-5DD9-B4FD-98260453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C1D10-9C44-ACDB-C434-966023FA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8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A4A-6F2F-9E40-8518-7410F56B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6BADC-9065-8414-3FA9-4E558AC74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3BC33-8D19-9C71-082C-3408AF85E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59AB-FA67-3CAF-4A93-25E44230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8016B-C68F-E43B-798A-93469C31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25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B9D1-71FF-963C-9D53-9B8B3251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C09D1-1B95-5635-8DFD-B4626D3BD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151F7-71CA-5E4D-EF07-BEA23880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8091C-A02D-F8A5-D56E-8592188D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211C4-F692-5903-F534-1A29264B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E6BD-DC61-A61E-0D18-B8BAE4CB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2008E-EAED-6837-F239-30E24086B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18652-AD11-6C5F-7E73-F2F524A8E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9F32C-515B-DAEA-7F0F-91AC39BA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334E7-458B-E3A9-EEA8-8B50D055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913D8-9846-E91B-C5B6-656F9FE0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4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CBBE-C049-062F-1DF8-47DB38D4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DDD17-EE95-8959-2F00-9D5B5DA4D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1A55C-2CF6-1E60-BF66-A150EE70D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F1C81-25CF-2EAE-53DF-EE742C769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98BC6-4ECE-D01C-9F11-5BF341802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E1ED3-951B-0247-3D91-24B01BB4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46B2D-3BDE-E51A-E708-C5AE8616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D213F-4E7B-D864-2879-6C88AECD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4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7DED-EDED-4A21-102E-07D5133E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BA29D-6F3C-0B38-EEF4-995C1BD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D7A0C-22C0-A28C-7F1A-41EB07F3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38471-F0E1-12D3-6254-4CA23319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3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1B7BC-B0C4-F934-24D6-C29DE503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4E3E31-C3F6-9BDA-2D9F-7CDC8C11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C9856-AF4E-C498-8642-093EF872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1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8D51-938B-A63E-C794-99147EC5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FDA6-FBED-394C-2AD7-1A8DCC19A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648DB-58D0-EB10-B574-0EB4A52AA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C1344-530C-C524-7F1C-23E541F8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57EC-875F-AE8E-5162-2CAC50F4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8D01-9A7C-4181-F5BA-4264BB4D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0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90EB-1E9A-D110-2F49-830E3410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67369-F8D2-665C-388A-04CB723FC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0D61-F91A-3210-9CD4-514AC4636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13B47-41E4-C085-4342-D555110A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894D7-1D94-CB83-DC18-9C5F8CC4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720CA-D412-9ABB-3F0A-4704A1F6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774E-948A-0DAE-EC64-36A1DDD9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AEE9F-7C7C-5158-7159-86F6D519A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A32EB-7D64-4CD1-7D20-90FC6C40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CD48-C9A0-D83C-B052-36E8D327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8792F-EFB2-2F5C-3D86-44322F99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0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D47B0-6DF3-AF89-3A6E-B300FDA75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4DA20-6D58-DF78-3AC5-555C46D4B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83B67-11A9-3FA2-3D37-90EDB205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785C-8A90-5F3A-3C87-581F2429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7F68E-593F-0947-8170-3A11180B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4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104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34201-0687-6102-9207-CABB732C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9E33E-BB5A-B95F-2041-F19F7F105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1D4C0-0C74-0628-B6AD-63B091945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2D00B-12BB-4231-A930-3F8B657458E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CC1D4-1CE3-853F-2094-418DF34DB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B0048-022B-B1C6-2A1A-ADDA80A9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92AF6-03CE-4740-9EFB-1FB599027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5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503570"/>
            <a:ext cx="10294872" cy="7643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>
                <a:solidFill>
                  <a:srgbClr val="063A79"/>
                </a:solidFill>
                <a:latin typeface="Arial"/>
                <a:cs typeface="Arial"/>
              </a:rPr>
              <a:t>Microsoft - ACS – Onboarding Tool and Reporting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6"/>
            <a:ext cx="2743200" cy="155575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C8B0276-D45D-40DE-A512-6FADB3715747}"/>
              </a:ext>
            </a:extLst>
          </p:cNvPr>
          <p:cNvSpPr txBox="1">
            <a:spLocks/>
          </p:cNvSpPr>
          <p:nvPr/>
        </p:nvSpPr>
        <p:spPr>
          <a:xfrm>
            <a:off x="649246" y="1349124"/>
            <a:ext cx="9813191" cy="150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AD9"/>
                </a:solidFill>
                <a:latin typeface="+mn-lt"/>
                <a:cs typeface="Segoe UI"/>
              </a:rPr>
              <a:t>Business Need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prstClr val="black"/>
                </a:solidFill>
                <a:latin typeface="+mn-lt"/>
                <a:cs typeface="Arial"/>
              </a:rPr>
              <a:t>Azure </a:t>
            </a:r>
            <a:r>
              <a:rPr lang="en-US" sz="1200" err="1">
                <a:solidFill>
                  <a:prstClr val="black"/>
                </a:solidFill>
                <a:latin typeface="+mn-lt"/>
                <a:cs typeface="Arial"/>
              </a:rPr>
              <a:t>Comunication</a:t>
            </a:r>
            <a:r>
              <a:rPr lang="en-US" sz="1200">
                <a:solidFill>
                  <a:prstClr val="black"/>
                </a:solidFill>
                <a:latin typeface="+mn-lt"/>
                <a:cs typeface="Arial"/>
              </a:rPr>
              <a:t> Services was leveraging Azure DevOps to manage product development tasks and sales opportunities. They needed a way to </a:t>
            </a:r>
            <a:r>
              <a:rPr lang="en-US" sz="1200" dirty="0">
                <a:solidFill>
                  <a:prstClr val="black"/>
                </a:solidFill>
                <a:latin typeface="+mn-lt"/>
                <a:cs typeface="Arial"/>
              </a:rPr>
              <a:t>increase visibility and collaboration between the product development team and sales team so that development priorities aligned with revenue opportunities.</a:t>
            </a:r>
          </a:p>
          <a:p>
            <a:pPr>
              <a:lnSpc>
                <a:spcPct val="100000"/>
              </a:lnSpc>
            </a:pP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6E014D-AA59-4232-8CD6-39595F58E803}"/>
              </a:ext>
            </a:extLst>
          </p:cNvPr>
          <p:cNvSpPr txBox="1">
            <a:spLocks/>
          </p:cNvSpPr>
          <p:nvPr/>
        </p:nvSpPr>
        <p:spPr>
          <a:xfrm>
            <a:off x="604857" y="2452825"/>
            <a:ext cx="9813192" cy="26185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8AD9"/>
                </a:solidFill>
                <a:latin typeface="+mn-lt"/>
                <a:ea typeface="Calibri"/>
                <a:cs typeface="Segoe UI"/>
              </a:rPr>
              <a:t>What We Did</a:t>
            </a:r>
            <a:endParaRPr lang="en-US" dirty="0">
              <a:solidFill>
                <a:srgbClr val="008AD9"/>
              </a:solidFill>
              <a:latin typeface="+mn-lt"/>
              <a:ea typeface="Calibri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200">
                <a:solidFill>
                  <a:prstClr val="black"/>
                </a:solidFill>
                <a:latin typeface="+mn-lt"/>
                <a:cs typeface="Arial"/>
              </a:rPr>
              <a:t>Affirma migrated the sales team's ADO driven process to a Dynamics solution that integrated with the product development team's ADO process.</a:t>
            </a:r>
            <a:endParaRPr lang="en-US" sz="1200">
              <a:solidFill>
                <a:prstClr val="black"/>
              </a:solidFill>
              <a:latin typeface="Aptos"/>
            </a:endParaRPr>
          </a:p>
          <a:p>
            <a:pPr marL="342265" indent="-342265">
              <a:lnSpc>
                <a:spcPct val="107000"/>
              </a:lnSpc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Designed and implemented a Dynamics solution for ACS team</a:t>
            </a:r>
            <a:endParaRPr lang="en-US">
              <a:solidFill>
                <a:prstClr val="black"/>
              </a:solidFill>
              <a:latin typeface="Arial"/>
            </a:endParaRPr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Created an automatic customer onboarding solution with Microsoft Forms and Power Automate</a:t>
            </a:r>
            <a:endParaRPr lang="en-US"/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Integrated CRM with ADO through automated syncing and bridging business and engineering</a:t>
            </a:r>
            <a:endParaRPr lang="en-US"/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Implemented a Power BI reporting solution for data-driven business/customer needs assessment</a:t>
            </a:r>
            <a:endParaRPr lang="en-US"/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Developed a manageable CRM infrastructure to enhance customer relationship management</a:t>
            </a:r>
            <a:endParaRPr lang="en-US"/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Integrated a robust Customer Voice-based survey</a:t>
            </a:r>
            <a:endParaRPr lang="en-US"/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prstClr val="black"/>
                </a:solidFill>
                <a:latin typeface="Aptos"/>
                <a:cs typeface="Arial"/>
              </a:rPr>
              <a:t>Trained the ACS team to customize the CRM solution independently</a:t>
            </a:r>
            <a:endParaRPr lang="en-US"/>
          </a:p>
          <a:p>
            <a:pPr marL="342265" indent="-342265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29720-406E-40C7-8FBD-37864206048B}"/>
              </a:ext>
            </a:extLst>
          </p:cNvPr>
          <p:cNvSpPr txBox="1"/>
          <p:nvPr/>
        </p:nvSpPr>
        <p:spPr>
          <a:xfrm>
            <a:off x="649246" y="4882330"/>
            <a:ext cx="981319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dirty="0">
                <a:solidFill>
                  <a:srgbClr val="008AD9"/>
                </a:solidFill>
                <a:cs typeface="Segoe UI"/>
              </a:rPr>
              <a:t>Outcome</a:t>
            </a:r>
          </a:p>
          <a:p>
            <a:r>
              <a:rPr lang="en-US" sz="1200" dirty="0">
                <a:solidFill>
                  <a:prstClr val="black"/>
                </a:solidFill>
                <a:ea typeface="+mn-lt"/>
                <a:cs typeface="+mn-lt"/>
              </a:rPr>
              <a:t>Affirma designed and implemented a state-of-the-art, self-sufficient business solution, including a new CRM environment integrated with ADO, </a:t>
            </a:r>
            <a:r>
              <a:rPr lang="en-US" sz="1200">
                <a:solidFill>
                  <a:prstClr val="black"/>
                </a:solidFill>
                <a:ea typeface="+mn-lt"/>
                <a:cs typeface="+mn-lt"/>
              </a:rPr>
              <a:t>Outlook, and Dynamics 365. We also developed Power BI reporting for insights and forecasting, along with providing necessary infrastructure and </a:t>
            </a:r>
            <a:r>
              <a:rPr lang="en-US" sz="1200" dirty="0">
                <a:solidFill>
                  <a:prstClr val="black"/>
                </a:solidFill>
                <a:ea typeface="+mn-lt"/>
                <a:cs typeface="+mn-lt"/>
              </a:rPr>
              <a:t>engineering support.</a:t>
            </a:r>
            <a:endParaRPr lang="en-US" dirty="0">
              <a:solidFill>
                <a:prstClr val="black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058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 xsi:nil="true"/>
    <Industries xmlns="f0ee8362-fa7e-4bc9-ab88-7dcfb17cb19b">
      <Value>Technology</Value>
    </Industries>
    <Notes0 xmlns="f0ee8362-fa7e-4bc9-ab88-7dcfb17cb19b" xsi:nil="true"/>
    <Named_x0020_Account xmlns="f0ee8362-fa7e-4bc9-ab88-7dcfb17cb19b">Microsoft</Named_x0020_Account>
    <PlatTech xmlns="f0ee8362-fa7e-4bc9-ab88-7dcfb17cb19b">
      <Value>Dynamics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7C1B8C0E-28DC-48E3-9572-0150DEA4E7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C6B693-B4AF-420C-821E-39E2B5A1A3A8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2E341591-1F00-4BE0-B887-BAE3566D3FA2}"/>
</file>

<file path=customXml/itemProps4.xml><?xml version="1.0" encoding="utf-8"?>
<ds:datastoreItem xmlns:ds="http://schemas.openxmlformats.org/officeDocument/2006/customXml" ds:itemID="{3A02B3F4-1A86-413B-8041-4FBAE7CBB5DA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Microsoft - ACS – Onboarding Tool and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- ACS – Onboarding Tool and Reporting</dc:title>
  <dc:creator>Brendan Murphy</dc:creator>
  <cp:lastModifiedBy>Brendan Murphy</cp:lastModifiedBy>
  <cp:revision>55</cp:revision>
  <dcterms:created xsi:type="dcterms:W3CDTF">2024-05-28T15:51:21Z</dcterms:created>
  <dcterms:modified xsi:type="dcterms:W3CDTF">2025-10-20T22:32:37Z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