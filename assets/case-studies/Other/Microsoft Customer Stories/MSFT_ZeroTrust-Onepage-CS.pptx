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8"/>
  </p:notesMasterIdLst>
  <p:sldIdLst>
    <p:sldId id="4043" r:id="rId6"/>
    <p:sldId id="404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271B46-E164-367B-823F-3F2F23BDFB67}" name="Pamela Franklin" initials="PF" userId="S::pfranklin@affirma.com::8106f2c5-df70-49fd-b5d7-bbbe241af3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ela Cook" initials="PC" lastIdx="6" clrIdx="0">
    <p:extLst>
      <p:ext uri="{19B8F6BF-5375-455C-9EA6-DF929625EA0E}">
        <p15:presenceInfo xmlns:p15="http://schemas.microsoft.com/office/powerpoint/2012/main" userId="S::pcook@affirma.com::8106f2c5-df70-49fd-b5d7-bbbe241af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4BC"/>
    <a:srgbClr val="063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21D20-F6B7-FEA4-679B-14C952A8D6FE}" v="8" dt="2025-12-01T14:12:26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51" autoAdjust="0"/>
  </p:normalViewPr>
  <p:slideViewPr>
    <p:cSldViewPr snapToGrid="0">
      <p:cViewPr varScale="1">
        <p:scale>
          <a:sx n="69" d="100"/>
          <a:sy n="69" d="100"/>
        </p:scale>
        <p:origin x="12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inelli" userId="S::mminelli@affirma.com::8aabbc37-ad6b-4f0e-b68e-6b3b4d01d997" providerId="AD" clId="Web-{83E21D20-F6B7-FEA4-679B-14C952A8D6FE}"/>
    <pc:docChg chg="modSld">
      <pc:chgData name="Matt Minelli" userId="S::mminelli@affirma.com::8aabbc37-ad6b-4f0e-b68e-6b3b4d01d997" providerId="AD" clId="Web-{83E21D20-F6B7-FEA4-679B-14C952A8D6FE}" dt="2025-12-01T14:12:25.066" v="5" actId="20577"/>
      <pc:docMkLst>
        <pc:docMk/>
      </pc:docMkLst>
      <pc:sldChg chg="modSp">
        <pc:chgData name="Matt Minelli" userId="S::mminelli@affirma.com::8aabbc37-ad6b-4f0e-b68e-6b3b4d01d997" providerId="AD" clId="Web-{83E21D20-F6B7-FEA4-679B-14C952A8D6FE}" dt="2025-12-01T14:12:25.066" v="5" actId="20577"/>
        <pc:sldMkLst>
          <pc:docMk/>
          <pc:sldMk cId="1100200736" sldId="4043"/>
        </pc:sldMkLst>
        <pc:spChg chg="mod">
          <ac:chgData name="Matt Minelli" userId="S::mminelli@affirma.com::8aabbc37-ad6b-4f0e-b68e-6b3b4d01d997" providerId="AD" clId="Web-{83E21D20-F6B7-FEA4-679B-14C952A8D6FE}" dt="2025-12-01T14:12:25.066" v="5" actId="20577"/>
          <ac:spMkLst>
            <pc:docMk/>
            <pc:sldMk cId="1100200736" sldId="4043"/>
            <ac:spMk id="12" creationId="{E778A92C-1382-1A12-8A05-918932FFC4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A8312-0222-40F5-BDEB-4F92AEA4934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2A0CD-526E-4BDB-8351-4C4F909F5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4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0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15E7-052A-4307-9B29-D94C120A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948D8-569C-4F33-A588-CD6694576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281A2-D60F-4888-AE2B-90C0CF87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0EB7-B10B-42C2-82C9-5225B2C6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F5954-2944-4607-93C6-42F4895F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D27F-2229-4DC3-B368-5546AAA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98AD-9BD4-494B-81C9-E3D54A03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111F-21B9-4D4D-B19B-AA4895D6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77AB-A577-43A4-9665-378A0898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4B8D-3ADB-4ACE-A07B-3E5396AA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072E-319B-435E-B13B-8D697D6D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04F99-1042-4B32-A848-3678122E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5C7B7-CBFA-4F5E-A09A-17CE96A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ADDD-08E7-446B-8FAC-7EDCA8BE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90F7-C7A2-4747-93DA-358DD261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2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6218-E355-4987-9F74-50AA6F49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890-8D3C-4A1B-8564-A2C712D8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E8437-8408-40E0-AA99-697E74A7A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65E1A-40D2-4889-BBA1-07A2A16E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3FD0-DE43-4F11-AE83-48FC3070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682E-F29D-4B88-BBB8-973C574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1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AB1-E62F-4492-81EF-91C5FDE8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9A55C-272E-47E5-B065-685D9815E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F5B06-3E0D-4CE2-8ACF-7D6484505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73769-0210-448C-BBC1-5EFF1AF6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9F34-C025-44FE-A2A6-85A115CC5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D54AD-7E17-4774-96A5-D1AC7E74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25054-379F-445D-AD4C-AE18D7A1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BC507-9A75-4657-9EE9-8D5A4336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5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439-4B84-4857-84EB-B54AD27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F5BF-154C-4036-8C98-690E93B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9E2E3-C6D0-4B99-B0B4-E48E07F4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5F9B-FE71-46BC-A3A3-2135A649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E579-783C-4D17-A7DC-C411FBEE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65766-0F37-42F0-8639-460FE109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6DEA-0A45-462E-8442-6387082D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E5B7-896F-48A5-BB9D-B77BF288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666F-5B5B-4B4E-B138-9A8A8C13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C3DC-C555-4A54-95AB-3B32ADF4E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93A1B-7501-4697-931A-25F39DD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95F1-D8DA-4206-9AFF-00D59481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FE04-5D15-40EF-AD83-D13A5D19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F919-A990-4F12-9028-71B315A8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86613-7A59-4C61-B3F6-7012A1BD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933E-50A4-4710-BB2D-A06BD457B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26195-96A9-4742-995F-058B9ED5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1C13-BB64-412D-BE0D-B72162B0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CCC33-0A96-4574-9FCE-C963B4DD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0D31-2E04-4930-B433-FE01F69D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A1223-8702-4A56-A992-564F31129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329D-DD17-4CA2-9F96-B0E0E54F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100C-C12F-42D8-ADA6-B8095B59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E089-A93D-48A7-80CF-282B66B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5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3E5D-328A-4752-9A3D-14435EAEC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F347-1374-41B7-B805-081C8BBE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7BE4-0B41-4311-8A52-22D200FC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12F91-8B92-459E-910B-650D1475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AED4-D7AD-494F-98D9-610DE1E3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3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8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76570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F126-03DC-4D7B-B379-3C62C269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EFBD2-0F96-403C-A7DF-F428121C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80A0-A885-4476-AA4A-C36F45F3B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B687-F61F-4D35-B03F-2CFB2F729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2791-AB6D-414E-8F2A-F80201D92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9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dropbox.com/scl/fi/qk7l7fqmrse310mu8q0tg/SCI_Zero-Trust-in-the-Age-of-AI_Demo_FINAL.mp4?rlkey=cfcp6rqjweqecvbdm0jho8u9b&amp;st=gf7gyak2&amp;dl=0" TargetMode="External"/><Relationship Id="rId7" Type="http://schemas.openxmlformats.org/officeDocument/2006/relationships/hyperlink" Target="https://www.dropbox.com/scl/fo/5upehw875tuau46prl6es/ABSZy8FO9WlcvXH4kas-sqI?e=1&amp;preview=SCI_Zero+Trust+in+the+Age+of+AI_Highlight+Sizzle_FINAL_no+CC.mp4&amp;rlkey=tm5j35gbfqy3ygoqyo9744u1n&amp;st=hiixd9sv&amp;dl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info.microsoft.com/ww-landing-zero-trust-in-the-age-of-ai-webinar.html?lcid=en-us" TargetMode="External"/><Relationship Id="rId5" Type="http://schemas.openxmlformats.org/officeDocument/2006/relationships/hyperlink" Target="https://www.linkedin.com/posts/microsoft-security_zerotrust-activity-7221911082682970112-3tWW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x.com/msftsecurity/status/1816145159207411919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x.com/msftsecurity/status/1816145159207411919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dropbox.com/scl/fo/5upehw875tuau46prl6es/ABSZy8FO9WlcvXH4kas-sqI?e=1&amp;preview=SCI_Zero+Trust+in+the+Age+of+AI_Highlight+Sizzle_FINAL_no+CC.mp4&amp;rlkey=tm5j35gbfqy3ygoqyo9744u1n&amp;st=hiixd9sv&amp;dl=0" TargetMode="External"/><Relationship Id="rId5" Type="http://schemas.openxmlformats.org/officeDocument/2006/relationships/hyperlink" Target="https://info.microsoft.com/ww-landing-zero-trust-in-the-age-of-ai-webinar.html?lcid=en-us" TargetMode="External"/><Relationship Id="rId4" Type="http://schemas.openxmlformats.org/officeDocument/2006/relationships/hyperlink" Target="https://www.linkedin.com/posts/microsoft-security_zerotrust-activity-7221911082682970112-3tWW" TargetMode="Externa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91" y="94011"/>
            <a:ext cx="8804051" cy="8446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/>
                <a:cs typeface="Poppins"/>
              </a:rPr>
              <a:t>Webinar Demos and Testimonials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764" y="938683"/>
            <a:ext cx="7660455" cy="1080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9999"/>
              </a:lnSpc>
            </a:pPr>
            <a:r>
              <a:rPr lang="en-US" sz="1400" dirty="0">
                <a:latin typeface="Poppins"/>
                <a:ea typeface="Calibri"/>
                <a:cs typeface="Poppins"/>
              </a:rPr>
              <a:t>The Microsoft Security team wanted to </a:t>
            </a:r>
            <a:r>
              <a:rPr lang="en-US" sz="14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showcase their innovative solutions </a:t>
            </a:r>
            <a:r>
              <a:rPr lang="en-US" sz="1400" dirty="0">
                <a:latin typeface="Poppins"/>
                <a:ea typeface="Calibri"/>
                <a:cs typeface="Poppins"/>
              </a:rPr>
              <a:t>to </a:t>
            </a:r>
            <a:r>
              <a:rPr lang="en-US" sz="14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support organizations on their Zero Trust journey. They were planning a webinar to not only inform the public about their new launches but also to showcase demonstrate the products in action through live demos and customer testimonials.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endParaRPr lang="en-US" sz="1400" dirty="0">
              <a:solidFill>
                <a:srgbClr val="404040"/>
              </a:solidFill>
              <a:latin typeface="Poppins"/>
              <a:cs typeface="Poppin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78A92C-1382-1A12-8A05-918932FFC49A}"/>
              </a:ext>
            </a:extLst>
          </p:cNvPr>
          <p:cNvSpPr txBox="1">
            <a:spLocks/>
          </p:cNvSpPr>
          <p:nvPr/>
        </p:nvSpPr>
        <p:spPr>
          <a:xfrm>
            <a:off x="267635" y="2014763"/>
            <a:ext cx="7544170" cy="44346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rgbClr val="3774BC"/>
                </a:solidFill>
                <a:latin typeface="Poppins"/>
                <a:cs typeface="Poppins"/>
              </a:rPr>
              <a:t>Our Work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Offered on-site and hybrid recording solutions to accomplish the Microsoft Security team's goals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Provided high-quality full pre-production, production, and post-production support to bring the vision to life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  <a:hlinkClick r:id="rId3"/>
              </a:rPr>
              <a:t>Recorded and edited a demos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 and testimonials on-site.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Offered full webinar end-to-end support</a:t>
            </a:r>
            <a:endParaRPr lang="en-US" sz="1300" dirty="0">
              <a:solidFill>
                <a:srgbClr val="404040"/>
              </a:solidFill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latin typeface="Poppins"/>
                <a:ea typeface="Calibri" panose="020F0502020204030204"/>
                <a:cs typeface="Poppins"/>
              </a:rPr>
              <a:t>Cut the webinar into two shorter sizzles to promote on-demand (edited to custom social sized videos)</a:t>
            </a: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endParaRPr lang="en-US" sz="600" dirty="0">
              <a:latin typeface="Poppins"/>
              <a:ea typeface="Calibri" panose="020F0502020204030204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rgbClr val="3774BC"/>
                </a:solidFill>
                <a:latin typeface="Poppins"/>
                <a:ea typeface="Calibri" panose="020F0502020204030204"/>
                <a:cs typeface="Poppins"/>
              </a:rPr>
              <a:t>The Result</a:t>
            </a:r>
            <a:endParaRPr lang="en-US" sz="1400" b="1" u="sng" dirty="0"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en-US" sz="1300" dirty="0">
                <a:latin typeface="Poppins"/>
                <a:ea typeface="+mn-lt"/>
                <a:cs typeface="Poppins"/>
              </a:rPr>
              <a:t>Pre-event teasers </a:t>
            </a:r>
            <a:r>
              <a:rPr lang="en-US" sz="1300" dirty="0">
                <a:latin typeface="Poppins"/>
                <a:ea typeface="+mn-lt"/>
                <a:cs typeface="Poppins"/>
                <a:hlinkClick r:id="rId4"/>
              </a:rPr>
              <a:t>shared on X</a:t>
            </a:r>
            <a:r>
              <a:rPr lang="en-US" sz="1300" dirty="0">
                <a:latin typeface="Poppins"/>
                <a:ea typeface="+mn-lt"/>
                <a:cs typeface="Poppins"/>
              </a:rPr>
              <a:t> and </a:t>
            </a:r>
            <a:r>
              <a:rPr lang="en-US" sz="1300" dirty="0">
                <a:latin typeface="Poppins"/>
                <a:ea typeface="+mn-lt"/>
                <a:cs typeface="Poppins"/>
                <a:hlinkClick r:id="rId5"/>
              </a:rPr>
              <a:t>LinkedIn</a:t>
            </a:r>
            <a:r>
              <a:rPr lang="en-US" sz="1300" dirty="0">
                <a:latin typeface="Poppins"/>
                <a:ea typeface="+mn-lt"/>
                <a:cs typeface="Poppins"/>
              </a:rPr>
              <a:t> generated excitement, resulting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 in 3,591 webinar registrations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The client continues to drive traffic using 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  <a:hlinkClick r:id="rId6"/>
              </a:rPr>
              <a:t>on-demand access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 and engaging 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  <a:hlinkClick r:id="rId7"/>
              </a:rPr>
              <a:t>post-event highlight videos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, keeping the momentum going beyond the live event</a:t>
            </a:r>
            <a:endParaRPr lang="en-US" sz="1300">
              <a:latin typeface="Poppins"/>
              <a:cs typeface="Poppins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1D49BB-0CA6-7457-4EE1-08B39AA714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251" y="268089"/>
            <a:ext cx="3452193" cy="1975111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E34760-770E-2521-4021-7CE9A7576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5252" y="4605130"/>
            <a:ext cx="3491949" cy="1983909"/>
          </a:xfrm>
          <a:prstGeom prst="rect">
            <a:avLst/>
          </a:prstGeom>
        </p:spPr>
      </p:pic>
      <p:pic>
        <p:nvPicPr>
          <p:cNvPr id="7" name="Picture 6" descr="A person with long hair wearing a floral dress&#10;&#10;AI-generated content may be incorrect.">
            <a:extLst>
              <a:ext uri="{FF2B5EF4-FFF2-40B4-BE49-F238E27FC236}">
                <a16:creationId xmlns:a16="http://schemas.microsoft.com/office/drawing/2014/main" id="{C6102872-3BD7-FF33-8E7C-329377EA71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5251" y="2446185"/>
            <a:ext cx="3478696" cy="19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0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91" y="94011"/>
            <a:ext cx="8170469" cy="8446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/>
                <a:cs typeface="Poppins"/>
              </a:rPr>
              <a:t>Elevated On-site Webinar Production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764" y="938683"/>
            <a:ext cx="7660455" cy="1080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9999"/>
              </a:lnSpc>
            </a:pPr>
            <a:r>
              <a:rPr lang="en-US" sz="1400" dirty="0">
                <a:latin typeface="Poppins"/>
                <a:ea typeface="Calibri"/>
                <a:cs typeface="Poppins"/>
              </a:rPr>
              <a:t>The Microsoft Security team wanted to </a:t>
            </a:r>
            <a:r>
              <a:rPr lang="en-US" sz="14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showcase their innovative solutions </a:t>
            </a:r>
            <a:r>
              <a:rPr lang="en-US" sz="1400" dirty="0">
                <a:latin typeface="Poppins"/>
                <a:ea typeface="Calibri"/>
                <a:cs typeface="Poppins"/>
              </a:rPr>
              <a:t>to </a:t>
            </a:r>
            <a:r>
              <a:rPr lang="en-US" sz="14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support organizations on their Zero Trust journey. They were planning a webinar to not only inform the public about their new launches but also to demonstrate the products in action through live demos and customer testimonials.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endParaRPr lang="en-US" sz="1400" dirty="0">
              <a:solidFill>
                <a:srgbClr val="404040"/>
              </a:solidFill>
              <a:latin typeface="Poppins"/>
              <a:cs typeface="Poppin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78A92C-1382-1A12-8A05-918932FFC49A}"/>
              </a:ext>
            </a:extLst>
          </p:cNvPr>
          <p:cNvSpPr txBox="1">
            <a:spLocks/>
          </p:cNvSpPr>
          <p:nvPr/>
        </p:nvSpPr>
        <p:spPr>
          <a:xfrm>
            <a:off x="304211" y="2093147"/>
            <a:ext cx="7702666" cy="44468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rgbClr val="0070C0"/>
                </a:solidFill>
                <a:latin typeface="Poppins"/>
                <a:cs typeface="Poppins"/>
              </a:rPr>
              <a:t>Our Work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Offered on-site and hybrid recording solutions to accomplish the Microsoft Security team's goals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Provided high-quality full pre-production, production, and post-production support to bring the vision to life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Recorded and edited a dynamic pre-event sizzle promoting the live event</a:t>
            </a:r>
            <a:endParaRPr lang="en-US" sz="1300" dirty="0">
              <a:solidFill>
                <a:srgbClr val="404040"/>
              </a:solidFill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Offered full webinar end-to-end support</a:t>
            </a:r>
            <a:endParaRPr lang="en-US" sz="1300" dirty="0">
              <a:solidFill>
                <a:srgbClr val="404040"/>
              </a:solidFill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latin typeface="Poppins"/>
                <a:ea typeface="Calibri" panose="020F0502020204030204"/>
                <a:cs typeface="Poppins"/>
              </a:rPr>
              <a:t>Cut the webinar into two shorter sizzles to promote on-demand (edited to custom social sized videos)</a:t>
            </a: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endParaRPr lang="en-US" sz="600" dirty="0">
              <a:latin typeface="Poppins"/>
              <a:ea typeface="Calibri" panose="020F0502020204030204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rgbClr val="0070C0"/>
                </a:solidFill>
                <a:latin typeface="Poppins"/>
                <a:ea typeface="Calibri" panose="020F0502020204030204"/>
                <a:cs typeface="Poppins"/>
              </a:rPr>
              <a:t>The Result</a:t>
            </a:r>
            <a:endParaRPr lang="en-US" sz="1400">
              <a:solidFill>
                <a:srgbClr val="0070C0"/>
              </a:solidFill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en-US" sz="1300" dirty="0">
                <a:latin typeface="Poppins"/>
                <a:ea typeface="+mn-lt"/>
                <a:cs typeface="Poppins"/>
              </a:rPr>
              <a:t>Pre-event teasers </a:t>
            </a:r>
            <a:r>
              <a:rPr lang="en-US" sz="1300" dirty="0">
                <a:latin typeface="Poppins"/>
                <a:ea typeface="+mn-lt"/>
                <a:cs typeface="Poppins"/>
                <a:hlinkClick r:id="rId3"/>
              </a:rPr>
              <a:t>shared on X</a:t>
            </a:r>
            <a:r>
              <a:rPr lang="en-US" sz="1300" dirty="0">
                <a:latin typeface="Poppins"/>
                <a:ea typeface="+mn-lt"/>
                <a:cs typeface="Poppins"/>
              </a:rPr>
              <a:t> and </a:t>
            </a:r>
            <a:r>
              <a:rPr lang="en-US" sz="1300" dirty="0">
                <a:latin typeface="Poppins"/>
                <a:ea typeface="+mn-lt"/>
                <a:cs typeface="Poppins"/>
                <a:hlinkClick r:id="rId4"/>
              </a:rPr>
              <a:t>LinkedIn</a:t>
            </a:r>
            <a:r>
              <a:rPr lang="en-US" sz="1300" dirty="0">
                <a:latin typeface="Poppins"/>
                <a:ea typeface="+mn-lt"/>
                <a:cs typeface="Poppins"/>
              </a:rPr>
              <a:t> generated excitement, resulting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 in 3,591 webinar registrations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The client continues to drive traffic using 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  <a:hlinkClick r:id="rId5"/>
              </a:rPr>
              <a:t>on-demand access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 and engaging 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  <a:hlinkClick r:id="rId6"/>
              </a:rPr>
              <a:t>post-event highlight videos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, keeping the momentum going beyond the live event</a:t>
            </a:r>
            <a:endParaRPr lang="en-US" sz="1300" dirty="0">
              <a:latin typeface="Poppins"/>
              <a:cs typeface="Poppins"/>
            </a:endParaRPr>
          </a:p>
        </p:txBody>
      </p:sp>
      <p:pic>
        <p:nvPicPr>
          <p:cNvPr id="23" name="Picture 22" descr="A person standing in front of a large window with a camera and other people&#10;&#10;Description automatically generated">
            <a:extLst>
              <a:ext uri="{FF2B5EF4-FFF2-40B4-BE49-F238E27FC236}">
                <a16:creationId xmlns:a16="http://schemas.microsoft.com/office/drawing/2014/main" id="{818CFC5F-095B-F5F1-B6A7-95A331104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292" y="2439459"/>
            <a:ext cx="3116792" cy="16298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 descr="A person smiling at camera&#10;&#10;Description automatically generated">
            <a:extLst>
              <a:ext uri="{FF2B5EF4-FFF2-40B4-BE49-F238E27FC236}">
                <a16:creationId xmlns:a16="http://schemas.microsoft.com/office/drawing/2014/main" id="{3FB06228-BACE-2455-8B43-F8F1D187DA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4832" y="338667"/>
            <a:ext cx="3178175" cy="1898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Picture 24" descr="A group of people sitting in chairs in front of a camera&#10;&#10;Description automatically generated">
            <a:extLst>
              <a:ext uri="{FF2B5EF4-FFF2-40B4-BE49-F238E27FC236}">
                <a16:creationId xmlns:a16="http://schemas.microsoft.com/office/drawing/2014/main" id="{865FB913-2E30-89A7-36DB-B0E9C0DD67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4316942"/>
            <a:ext cx="3183467" cy="20023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854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>Full In-Person Production Support; Pre &amp; Post-Event Marketing</Notes0>
    <Named_x0020_Account xmlns="f0ee8362-fa7e-4bc9-ab88-7dcfb17cb19b">Microsoft</Named_x0020_Account>
    <Industries xmlns="f0ee8362-fa7e-4bc9-ab88-7dcfb17cb19b">
      <Value>AI / AI Models</Value>
    </Industries>
    <ApprovedByClient xmlns="f0ee8362-fa7e-4bc9-ab88-7dcfb17cb19b">false</ApprovedByClient>
    <PlatTech xmlns="f0ee8362-fa7e-4bc9-ab88-7dcfb17cb19b" xsi:nil="true"/>
    <ProjectCompletionDate xmlns="f0ee8362-fa7e-4bc9-ab88-7dcfb17cb19b">2024-08-01T07:00:00+00:00</ProjectCompletionDate>
    <BusinessUnit xmlns="f0ee8362-fa7e-4bc9-ab88-7dcfb17cb19b">
      <Value>Marketing Services</Value>
    </BusinessUnit>
    <Solutions xmlns="f0ee8362-fa7e-4bc9-ab88-7dcfb17cb19b">
      <Value>Video Production</Value>
    </Solutions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4D687F-EEC0-4E19-9802-0E1749BFBF88}"/>
</file>

<file path=customXml/itemProps2.xml><?xml version="1.0" encoding="utf-8"?>
<ds:datastoreItem xmlns:ds="http://schemas.openxmlformats.org/officeDocument/2006/customXml" ds:itemID="{7492A6AC-846C-4C99-9FCB-674377CCD386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BCE9A8C3-D206-4A84-877A-E0C5CA85C111}">
  <ds:schemaRefs>
    <ds:schemaRef ds:uri="730c8cfc-f4d5-4aa5-a17c-77b240e5b207"/>
    <ds:schemaRef ds:uri="79eba559-d33b-47f5-9450-1109314090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a674d8d-5ae4-473c-b67e-b0301c6146a3"/>
    <ds:schemaRef ds:uri="8e8b519a-9c33-4eb5-8032-b8e2911b08d8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77ECDF0C-9559-4EBB-A79E-6EF16B2CBC6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5265dd0-4b20-44a4-aca4-b7ecbb143664}" enabled="0" method="" siteId="{65265dd0-4b20-44a4-aca4-b7ecbb143664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53</Paragraphs>
  <Slides>2</Slides>
  <Notes>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Webinar Demos and Testimonials</vt:lpstr>
      <vt:lpstr>Elevated On-site Webinar Production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 Video Production Projects</dc:title>
  <dc:creator>Julia Trupp (AFFIRMA)</dc:creator>
  <cp:lastModifiedBy>Wardah Ajaz</cp:lastModifiedBy>
  <cp:revision>186</cp:revision>
  <dcterms:created xsi:type="dcterms:W3CDTF">2021-01-15T21:45:02Z</dcterms:created>
  <dcterms:modified xsi:type="dcterms:W3CDTF">2025-12-01T14:12:29Z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2021-01-15T21:45:02Z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a7192c71-12cc-4895-a527-adb89be4cef4</vt:lpwstr>
  </property>
  <property fmtid="{D5CDD505-2E9C-101B-9397-08002B2CF9AE}" pid="8" name="MSIP_Label_f42aa342-8706-4288-bd11-ebb85995028c_ContentBits">
    <vt:lpwstr>0</vt:lpwstr>
  </property>
  <property fmtid="{D5CDD505-2E9C-101B-9397-08002B2CF9AE}" pid="9" name="ContentTypeId">
    <vt:lpwstr>0x0101000D23BCBB7020E34DAE994A365BA94206</vt:lpwstr>
  </property>
  <property fmtid="{D5CDD505-2E9C-101B-9397-08002B2CF9AE}" pid="10" name="MediaServiceImageTags">
    <vt:lpwstr/>
  </property>
</Properties>
</file>