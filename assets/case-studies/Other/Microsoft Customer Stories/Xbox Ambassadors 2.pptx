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07613894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7D8C0-81A1-47D8-9BA4-79FBCFAEF49F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37F68-6763-41A9-8869-4240D277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42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4CEB-9E5E-9D4B-B232-5810D6ED9B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7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6852-F989-0945-3E7D-D8183FA29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739BD-9BE5-97F9-F43B-21C44A0C1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47B89-2970-ED45-8D88-110B66A60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19C01-6ED5-02E4-1F6B-21563410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2D4E4-6E9D-A337-ED4B-EA6370D3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4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714F-1792-EE05-1814-154A7A70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CC04E-8CE2-83A5-902C-DA0BCBE68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05D5C-E210-D97B-6842-7AFC332D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29BD0-D5DC-20C0-8E59-FAAC449F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96FD5-F269-43CE-D81A-B5BCCC22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1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EDEC-AC7C-10CE-AEA0-89093D0B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F92BE-DD53-D869-2AF2-FCD8B082E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178E-ED8F-E67D-347A-899AE586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E8FC0-F069-C0EB-2171-C94BDDB2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7AD77-CF9B-068E-054B-203FC2DB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66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CED3-3B95-8D0B-8FA0-B6D0DABA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F8325-0A5B-2098-69B1-F9AE57155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59EE7-AF69-EDBF-FB81-08280D416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3D4C0-B4F1-C7A4-7621-7106FBC0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40024-5351-2725-6F6F-A4DDC7B6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4FBD7-9318-059B-A669-9E6BEAE6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4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9EA8-026F-F26C-3420-8BD415904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5AEBC-10E9-31D8-08E9-87A465762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89F9F-9E44-554C-C107-0BBE995D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76615-29A8-DA4A-2CC9-093AEF02E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C0A3F-DA63-2D86-A79E-7015E1713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AFCAE-A0F4-39AE-E7E9-47AAC451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7D0A5-CA7C-FFCE-5FE1-F49AFD15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DD3C8-AB3A-F244-6B7F-874AE85D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69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4E9C-7862-6A6F-C9CF-38EDBC6A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2174A-BBB1-30BD-AD29-59E4280EC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4E36B-522E-7C09-FEEC-2487F911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BB1E4-DEE2-A987-3D59-9F4EB361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8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F543B-D876-C229-043C-0E044293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5F930-BEA2-2045-A543-785E4EB3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DDE5C-8652-6CF2-1F46-FF1313F0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6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EC8B-9F85-9867-3376-5F9B19AF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3875A-C2B4-E801-3F81-1CC563B2E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3B49-4104-101E-1779-780D3A8A3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C2EB1-7561-577E-5D2D-E18CD45B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12E05-A9DC-B62F-7CC6-5F8672D2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A5717-CC92-78CD-F2AB-C3F23803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4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AC23-8D8F-946D-CEC5-38F4CC6C7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4D82F-E998-20E4-937B-BF08BBB17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B08C8-8333-7D4E-8F6D-4E3ED2637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AF072-A62B-87DB-A1F7-5592924B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69BC6-4133-1622-928A-5F88B627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31C00-D1F4-6DDB-0B2D-5F24A8C3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28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B612-C474-8F3F-69E5-366D1FD8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256AE-D8EC-BC6E-B29C-D7D77DFE4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7F44A-9C51-2C13-3DB6-4B723311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9D9CE-52D9-7E48-E42C-F8AB92871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CAE76-F618-635C-F565-DDB6704A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0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23B00-03CD-85B5-6F60-6A6578BB4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E1B8E-7926-FD3E-BFC1-7E03C6D91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C48F0-6594-AAE0-8A5F-9AA05CD9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10042-3BDB-DEA4-E6A0-BAA8760A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00C46-F883-4E6F-F156-A9879BD5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87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3 colum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1481B15-7EC7-6F4A-B2A5-B009A42588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09620" y="1873250"/>
            <a:ext cx="2757487" cy="173513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C282AC2-BECF-2543-8629-470F64719A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3527" y="1873250"/>
            <a:ext cx="2757487" cy="173513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116AEF1-4F06-D84D-B613-54F8E79DF4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5713" y="1873250"/>
            <a:ext cx="2757487" cy="173513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4AFCDF-11EB-F047-9AD0-F5FACA0249C6}"/>
              </a:ext>
            </a:extLst>
          </p:cNvPr>
          <p:cNvSpPr/>
          <p:nvPr userDrawn="1"/>
        </p:nvSpPr>
        <p:spPr>
          <a:xfrm>
            <a:off x="-5311" y="6730048"/>
            <a:ext cx="12200696" cy="127952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1C16221-F2AB-8947-9C9C-F9FAFCC55B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53503" y="3865614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Jane Doe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77A14F6-C2A2-A040-A584-9CC7A617B0A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3503" y="4259153"/>
            <a:ext cx="2766222" cy="206207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Positions Placeholder, Company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8FF4944D-DFC8-9D49-9D8E-01BB990BFF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12889" y="3865614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Jane Doe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B6B715E-4D8E-7F4E-9CCB-1F1C1A710B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12889" y="4259153"/>
            <a:ext cx="2766222" cy="206207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Positions Placeholder, Company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D420648-26E5-F541-A606-C26A851D57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3527" y="3868176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Jane Doe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A0F8829-CED3-BF41-AE62-5ECCE0D883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63527" y="4261715"/>
            <a:ext cx="2766222" cy="206207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Positions Placeholder, Company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B3CEE7-0A9D-F549-B296-70ACC86C0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8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9B797E-AB4F-1BAB-EBBD-3CEE2D18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BB25E-3957-41C2-14EE-7041DB68E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01B60-FC82-2489-4EB6-5C5363397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97865-4569-49F9-838B-D8AB0FD7B72C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83A8E-5CED-CB93-FA8A-F328118D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A08EF-21B3-0F7B-6D0B-3EE80E983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F443C-9034-464C-A829-08D50C33D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47F232-D398-5E40-956E-3E044E825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Xbox Ambassadors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03F2675-83F2-40F4-B296-D193678E0957}"/>
              </a:ext>
            </a:extLst>
          </p:cNvPr>
          <p:cNvSpPr txBox="1">
            <a:spLocks/>
          </p:cNvSpPr>
          <p:nvPr/>
        </p:nvSpPr>
        <p:spPr>
          <a:xfrm>
            <a:off x="602822" y="1330885"/>
            <a:ext cx="4031044" cy="27987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 Metrics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C606714-07C8-4035-8DAC-B01047F70BB2}"/>
              </a:ext>
            </a:extLst>
          </p:cNvPr>
          <p:cNvSpPr txBox="1">
            <a:spLocks/>
          </p:cNvSpPr>
          <p:nvPr/>
        </p:nvSpPr>
        <p:spPr>
          <a:xfrm>
            <a:off x="602822" y="1781578"/>
            <a:ext cx="4448572" cy="76439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3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The team is focused on continuing to grow the number of Ambassadors and maintaining a healthy level of activity after they join. Tracking is a key part to the continued success.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Segoe UI Light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1B33C4-BFA0-4459-98DF-73E6AD011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121" y="1152779"/>
            <a:ext cx="6579477" cy="1853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8AB3F1-4438-4007-BBF3-ABDA66060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880" y="2379818"/>
            <a:ext cx="3419016" cy="3965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4530FB3-02AD-42AC-BA26-32AE5BF68492}"/>
              </a:ext>
            </a:extLst>
          </p:cNvPr>
          <p:cNvSpPr txBox="1">
            <a:spLocks/>
          </p:cNvSpPr>
          <p:nvPr/>
        </p:nvSpPr>
        <p:spPr>
          <a:xfrm>
            <a:off x="602822" y="2633368"/>
            <a:ext cx="5585327" cy="371180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Affirma tracks the following general program metrics: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Total Ambassadors</a:t>
            </a:r>
          </a:p>
          <a:p>
            <a:pPr marL="628650" marR="0" lvl="1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New Ambassadors</a:t>
            </a:r>
          </a:p>
          <a:p>
            <a:pPr marL="628650" marR="0" lvl="1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Active Ambassadors </a:t>
            </a:r>
          </a:p>
          <a:p>
            <a:pPr marL="628650" marR="0" lvl="1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Retained Ambassadors</a:t>
            </a:r>
          </a:p>
          <a:p>
            <a:pPr marL="628650" marR="0" lvl="1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Missions Published</a:t>
            </a:r>
          </a:p>
          <a:p>
            <a:pPr marL="628650" marR="0" lvl="1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Missions Completed</a:t>
            </a:r>
          </a:p>
          <a:p>
            <a:pPr marL="628650" marR="0" lvl="1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Activities Completed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The program has a total of almost </a:t>
            </a:r>
            <a:r>
              <a:rPr lang="en-US" sz="1200" b="1">
                <a:solidFill>
                  <a:schemeClr val="accent6"/>
                </a:solidFill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300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,000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 ambassadors, with over half of those being active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Over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600,000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 activities have been completed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New Ambassadors have increased each season to the most recent season ending with over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100,000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Segoe UI Light" panose="020B0502040204020203" pitchFamily="34" charset="0"/>
              </a:rPr>
              <a:t> new ambassadors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0A033D-782B-2642-BFA0-A3C3B16037B4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0487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  <Value>Creative</Value>
      <Value>Business Process Outsourcing</Value>
      <Value>Customer Relationship Management</Value>
      <Value>Marketing Services</Value>
    </BusinessUnit>
    <Solutions xmlns="f0ee8362-fa7e-4bc9-ab88-7dcfb17cb19b">
      <Value>Websites</Value>
    </Solutions>
    <Industries xmlns="f0ee8362-fa7e-4bc9-ab88-7dcfb17cb19b">
      <Value>Technology</Value>
    </Industries>
    <Notes0 xmlns="f0ee8362-fa7e-4bc9-ab88-7dcfb17cb19b" xsi:nil="true"/>
    <PlatTech xmlns="f0ee8362-fa7e-4bc9-ab88-7dcfb17cb19b">
      <Value>Azure</Value>
      <Value>.NET</Value>
      <Value>Angular</Value>
      <Value>WordPress</Value>
      <Value>Dynamics</Value>
    </PlatTech>
    <Named_x0020_Account xmlns="f0ee8362-fa7e-4bc9-ab88-7dcfb17cb19b">Microsoft</Named_x0020_Account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5F351BA0-F9A3-4871-BE75-9F8C7BAA8B5C}"/>
</file>

<file path=customXml/itemProps2.xml><?xml version="1.0" encoding="utf-8"?>
<ds:datastoreItem xmlns:ds="http://schemas.openxmlformats.org/officeDocument/2006/customXml" ds:itemID="{E14B0189-B2A7-4D54-A309-EDAF95FB1F5E}"/>
</file>

<file path=customXml/itemProps3.xml><?xml version="1.0" encoding="utf-8"?>
<ds:datastoreItem xmlns:ds="http://schemas.openxmlformats.org/officeDocument/2006/customXml" ds:itemID="{26609396-05F4-44A1-8BE1-C21866A91487}"/>
</file>

<file path=customXml/itemProps4.xml><?xml version="1.0" encoding="utf-8"?>
<ds:datastoreItem xmlns:ds="http://schemas.openxmlformats.org/officeDocument/2006/customXml" ds:itemID="{F576BF2A-E04E-4474-94A9-5F20959CB67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Xbox Ambassadors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Xbox Ambassadors</dc:title>
  <dc:creator>Brendan Murphy</dc:creator>
  <cp:lastModifiedBy>Brendan Murphy</cp:lastModifiedBy>
  <cp:revision>1</cp:revision>
  <dcterms:created xsi:type="dcterms:W3CDTF">2024-03-12T14:59:18Z</dcterms:created>
  <dcterms:modified xsi:type="dcterms:W3CDTF">2024-03-12T14:59:28Z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