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4c83b8d2d6da4e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4c83b8d2d6da4e75" Type="http://schemas.openxmlformats.org/officeDocument/2006/relationships/slide" Target="/ppt/slides/slide2.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33fa424d88ff485e"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Microsoft Channel Incentives Support</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Microsoft WWPG needed outstanding employees to manage onboarding and support for tens of thousands of Microsoft Partners. Affirma was engaged to help solve this unique challenge by recruiting and hiring the best available talent for this project.</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The Channel Incentives Support team works in a very dynamic and challenging environment to deliver excellent support to the Worldwide Partner Group at Microsoft.  This team continues to manage on boarding and support for tens of thousands of Microsoft Partners in FY13.</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The Channel Incentives Support Team has received kudos from the Vice President of Operations at Microsoft for their fantastic work.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Marketing Services</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xsi:nil="true"/>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526C14CB-A83C-4A44-BCDF-54D5C40714B1}"/>
</file>

<file path=customXml/itemProps2.xml><?xml version="1.0" encoding="utf-8"?>
<ds:datastoreItem xmlns:ds="http://schemas.openxmlformats.org/officeDocument/2006/customXml" ds:itemID="{0C26A6AA-C442-43D3-8D02-827BD85633AE}"/>
</file>

<file path=customXml/itemProps3.xml><?xml version="1.0" encoding="utf-8"?>
<ds:datastoreItem xmlns:ds="http://schemas.openxmlformats.org/officeDocument/2006/customXml" ds:itemID="{1541F263-8770-472E-B997-23A0C8BD5BF8}"/>
</file>

<file path=customXml/itemProps4.xml><?xml version="1.0" encoding="utf-8"?>
<ds:datastoreItem xmlns:ds="http://schemas.openxmlformats.org/officeDocument/2006/customXml" ds:itemID="{D05B345B-F1C3-4FBE-BF69-57AA337B2FD7}"/>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21200</vt:r8>
  </property>
  <property fmtid="{D5CDD505-2E9C-101B-9397-08002B2CF9AE}" pid="11" name="xd_Signature">
    <vt:bool>false</vt:bool>
  </property>
  <property fmtid="{D5CDD505-2E9C-101B-9397-08002B2CF9AE}" pid="12" name="SO">
    <vt:lpwstr>7;#</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