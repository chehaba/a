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5"/>
  </p:sldMasterIdLst>
  <p:notesMasterIdLst>
    <p:notesMasterId r:id="rId7"/>
  </p:notesMasterIdLst>
  <p:sldIdLst>
    <p:sldId id="2147481337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30ECBA0-D88B-B8B9-472F-4DEF550E4E84}" v="6" dt="2025-09-02T16:06:34.43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10" Type="http://schemas.openxmlformats.org/officeDocument/2006/relationships/theme" Target="theme/theme1.xml"/><Relationship Id="rId4" Type="http://schemas.openxmlformats.org/officeDocument/2006/relationships/customXml" Target="../customXml/item4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clId="Web-{7F683A0D-E767-E801-0C3C-57E4595DADAD}"/>
    <pc:docChg chg="addSld">
      <pc:chgData name="" userId="" providerId="" clId="Web-{7F683A0D-E767-E801-0C3C-57E4595DADAD}" dt="2025-01-16T07:03:43.193" v="0"/>
      <pc:docMkLst>
        <pc:docMk/>
      </pc:docMkLst>
      <pc:sldChg chg="new">
        <pc:chgData name="" userId="" providerId="" clId="Web-{7F683A0D-E767-E801-0C3C-57E4595DADAD}" dt="2025-01-16T07:03:43.193" v="0"/>
        <pc:sldMkLst>
          <pc:docMk/>
          <pc:sldMk cId="3687654432" sldId="2076139102"/>
        </pc:sldMkLst>
      </pc:sldChg>
    </pc:docChg>
  </pc:docChgLst>
  <pc:docChgLst>
    <pc:chgData clId="Web-{530ECBA0-D88B-B8B9-472F-4DEF550E4E84}"/>
    <pc:docChg chg="addSld">
      <pc:chgData name="" userId="" providerId="" clId="Web-{530ECBA0-D88B-B8B9-472F-4DEF550E4E84}" dt="2025-09-02T16:06:25.212" v="0"/>
      <pc:docMkLst>
        <pc:docMk/>
      </pc:docMkLst>
      <pc:sldChg chg="add">
        <pc:chgData name="" userId="" providerId="" clId="Web-{530ECBA0-D88B-B8B9-472F-4DEF550E4E84}" dt="2025-09-02T16:06:25.212" v="0"/>
        <pc:sldMkLst>
          <pc:docMk/>
          <pc:sldMk cId="1202712080" sldId="2147481337"/>
        </pc:sldMkLst>
      </pc:sldChg>
    </pc:docChg>
  </pc:docChgLst>
  <pc:docChgLst>
    <pc:chgData name="Brendan Murphy" userId="S::bmurphy@affirma.com::e9f923b6-6d89-4d4e-a3b7-d9304b9d44ba" providerId="AD" clId="Web-{114F03B4-D2DD-362E-9FE4-2163286E3EC3}"/>
    <pc:docChg chg="addSld delSld">
      <pc:chgData name="Brendan Murphy" userId="S::bmurphy@affirma.com::e9f923b6-6d89-4d4e-a3b7-d9304b9d44ba" providerId="AD" clId="Web-{114F03B4-D2DD-362E-9FE4-2163286E3EC3}" dt="2025-01-16T04:15:32.777" v="1"/>
      <pc:docMkLst>
        <pc:docMk/>
      </pc:docMkLst>
      <pc:sldChg chg="del">
        <pc:chgData name="Brendan Murphy" userId="S::bmurphy@affirma.com::e9f923b6-6d89-4d4e-a3b7-d9304b9d44ba" providerId="AD" clId="Web-{114F03B4-D2DD-362E-9FE4-2163286E3EC3}" dt="2025-01-16T04:15:32.777" v="1"/>
        <pc:sldMkLst>
          <pc:docMk/>
          <pc:sldMk cId="109857222" sldId="256"/>
        </pc:sldMkLst>
      </pc:sldChg>
      <pc:sldChg chg="add">
        <pc:chgData name="Brendan Murphy" userId="S::bmurphy@affirma.com::e9f923b6-6d89-4d4e-a3b7-d9304b9d44ba" providerId="AD" clId="Web-{114F03B4-D2DD-362E-9FE4-2163286E3EC3}" dt="2025-01-16T04:15:30.574" v="0"/>
        <pc:sldMkLst>
          <pc:docMk/>
          <pc:sldMk cId="1895616048" sldId="2076139101"/>
        </pc:sldMkLst>
      </pc:sldChg>
      <pc:sldMasterChg chg="addSldLayout">
        <pc:chgData name="Brendan Murphy" userId="S::bmurphy@affirma.com::e9f923b6-6d89-4d4e-a3b7-d9304b9d44ba" providerId="AD" clId="Web-{114F03B4-D2DD-362E-9FE4-2163286E3EC3}" dt="2025-01-16T04:15:30.574" v="0"/>
        <pc:sldMasterMkLst>
          <pc:docMk/>
          <pc:sldMasterMk cId="2460954070" sldId="2147483660"/>
        </pc:sldMasterMkLst>
        <pc:sldLayoutChg chg="add">
          <pc:chgData name="Brendan Murphy" userId="S::bmurphy@affirma.com::e9f923b6-6d89-4d4e-a3b7-d9304b9d44ba" providerId="AD" clId="Web-{114F03B4-D2DD-362E-9FE4-2163286E3EC3}" dt="2025-01-16T04:15:30.574" v="0"/>
          <pc:sldLayoutMkLst>
            <pc:docMk/>
            <pc:sldMasterMk cId="2460954070" sldId="2147483660"/>
            <pc:sldLayoutMk cId="3796967660" sldId="2147483672"/>
          </pc:sldLayoutMkLst>
        </pc:sldLayoutChg>
      </pc:sldMasterChg>
    </pc:docChg>
  </pc:docChgLst>
  <pc:docChgLst>
    <pc:chgData name="Brendan Murphy" userId="S::bmurphy@affirma.com::e9f923b6-6d89-4d4e-a3b7-d9304b9d44ba" providerId="AD" clId="Web-{530ECBA0-D88B-B8B9-472F-4DEF550E4E84}"/>
    <pc:docChg chg="delSld sldOrd">
      <pc:chgData name="Brendan Murphy" userId="S::bmurphy@affirma.com::e9f923b6-6d89-4d4e-a3b7-d9304b9d44ba" providerId="AD" clId="Web-{530ECBA0-D88B-B8B9-472F-4DEF550E4E84}" dt="2025-09-02T16:06:34.431" v="4"/>
      <pc:docMkLst>
        <pc:docMk/>
      </pc:docMkLst>
      <pc:sldChg chg="del">
        <pc:chgData name="Brendan Murphy" userId="S::bmurphy@affirma.com::e9f923b6-6d89-4d4e-a3b7-d9304b9d44ba" providerId="AD" clId="Web-{530ECBA0-D88B-B8B9-472F-4DEF550E4E84}" dt="2025-09-02T16:06:34.431" v="1"/>
        <pc:sldMkLst>
          <pc:docMk/>
          <pc:sldMk cId="1895616048" sldId="2076139101"/>
        </pc:sldMkLst>
      </pc:sldChg>
      <pc:sldChg chg="del">
        <pc:chgData name="Brendan Murphy" userId="S::bmurphy@affirma.com::e9f923b6-6d89-4d4e-a3b7-d9304b9d44ba" providerId="AD" clId="Web-{530ECBA0-D88B-B8B9-472F-4DEF550E4E84}" dt="2025-09-02T16:06:34.431" v="4"/>
        <pc:sldMkLst>
          <pc:docMk/>
          <pc:sldMk cId="3687654432" sldId="2076139102"/>
        </pc:sldMkLst>
      </pc:sldChg>
      <pc:sldChg chg="del">
        <pc:chgData name="Brendan Murphy" userId="S::bmurphy@affirma.com::e9f923b6-6d89-4d4e-a3b7-d9304b9d44ba" providerId="AD" clId="Web-{530ECBA0-D88B-B8B9-472F-4DEF550E4E84}" dt="2025-09-02T16:06:34.431" v="3"/>
        <pc:sldMkLst>
          <pc:docMk/>
          <pc:sldMk cId="464821252" sldId="2076139103"/>
        </pc:sldMkLst>
      </pc:sldChg>
      <pc:sldChg chg="del">
        <pc:chgData name="Brendan Murphy" userId="S::bmurphy@affirma.com::e9f923b6-6d89-4d4e-a3b7-d9304b9d44ba" providerId="AD" clId="Web-{530ECBA0-D88B-B8B9-472F-4DEF550E4E84}" dt="2025-09-02T16:06:34.431" v="2"/>
        <pc:sldMkLst>
          <pc:docMk/>
          <pc:sldMk cId="3094417625" sldId="2076139104"/>
        </pc:sldMkLst>
      </pc:sldChg>
      <pc:sldChg chg="ord">
        <pc:chgData name="Brendan Murphy" userId="S::bmurphy@affirma.com::e9f923b6-6d89-4d4e-a3b7-d9304b9d44ba" providerId="AD" clId="Web-{530ECBA0-D88B-B8B9-472F-4DEF550E4E84}" dt="2025-09-02T16:06:31.321" v="0"/>
        <pc:sldMkLst>
          <pc:docMk/>
          <pc:sldMk cId="1202712080" sldId="2147481337"/>
        </pc:sldMkLst>
      </pc:sldChg>
    </pc:docChg>
  </pc:docChgLst>
  <pc:docChgLst>
    <pc:chgData name="Ravi Mori" userId="S::rmori@affirma.com::b2f545e3-7433-421d-91cd-58f17fb3c28d" providerId="AD" clId="Web-{7F683A0D-E767-E801-0C3C-57E4595DADAD}"/>
    <pc:docChg chg="addSld delSld modSld sldOrd">
      <pc:chgData name="Ravi Mori" userId="S::rmori@affirma.com::b2f545e3-7433-421d-91cd-58f17fb3c28d" providerId="AD" clId="Web-{7F683A0D-E767-E801-0C3C-57E4595DADAD}" dt="2025-01-16T07:48:15.803" v="277" actId="20577"/>
      <pc:docMkLst>
        <pc:docMk/>
      </pc:docMkLst>
      <pc:sldChg chg="addSp delSp modSp ord">
        <pc:chgData name="Ravi Mori" userId="S::rmori@affirma.com::b2f545e3-7433-421d-91cd-58f17fb3c28d" providerId="AD" clId="Web-{7F683A0D-E767-E801-0C3C-57E4595DADAD}" dt="2025-01-16T07:34:00.582" v="155" actId="20577"/>
        <pc:sldMkLst>
          <pc:docMk/>
          <pc:sldMk cId="3687654432" sldId="2076139102"/>
        </pc:sldMkLst>
      </pc:sldChg>
      <pc:sldChg chg="addSp modSp add replId">
        <pc:chgData name="Ravi Mori" userId="S::rmori@affirma.com::b2f545e3-7433-421d-91cd-58f17fb3c28d" providerId="AD" clId="Web-{7F683A0D-E767-E801-0C3C-57E4595DADAD}" dt="2025-01-16T07:31:50.171" v="135" actId="14100"/>
        <pc:sldMkLst>
          <pc:docMk/>
          <pc:sldMk cId="464821252" sldId="2076139103"/>
        </pc:sldMkLst>
      </pc:sldChg>
      <pc:sldChg chg="new del">
        <pc:chgData name="Ravi Mori" userId="S::rmori@affirma.com::b2f545e3-7433-421d-91cd-58f17fb3c28d" providerId="AD" clId="Web-{7F683A0D-E767-E801-0C3C-57E4595DADAD}" dt="2025-01-16T07:30:34.856" v="108"/>
        <pc:sldMkLst>
          <pc:docMk/>
          <pc:sldMk cId="612655686" sldId="2076139103"/>
        </pc:sldMkLst>
      </pc:sldChg>
      <pc:sldChg chg="addSp delSp modSp new">
        <pc:chgData name="Ravi Mori" userId="S::rmori@affirma.com::b2f545e3-7433-421d-91cd-58f17fb3c28d" providerId="AD" clId="Web-{7F683A0D-E767-E801-0C3C-57E4595DADAD}" dt="2025-01-16T07:48:15.803" v="277" actId="20577"/>
        <pc:sldMkLst>
          <pc:docMk/>
          <pc:sldMk cId="3094417625" sldId="207613910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86787B-D31B-400D-8416-62827141189E}" type="datetimeFigureOut">
              <a:t>9/2/2025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205D5F-CFEB-4A30-B361-4ADAC14F500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3969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66D65F-CD06-EE51-DEAD-6D128EF8D8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C3E469-EF0C-98FC-135D-F531202C6D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5CC43A-9082-8B58-C0AE-81C069063C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824DB1-C2DA-A7A7-370A-5A2DC73554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25AD8A-B327-4DFB-89C1-D7EDDAE5DBE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4780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: 8 grid, no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6EA12840-236E-2A46-905C-291BEDC73E4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58592" y="1816850"/>
            <a:ext cx="2423833" cy="368461"/>
          </a:xfrm>
        </p:spPr>
        <p:txBody>
          <a:bodyPr anchor="ctr">
            <a:noAutofit/>
          </a:bodyPr>
          <a:lstStyle>
            <a:lvl1pPr marL="0" indent="0" algn="ctr">
              <a:buNone/>
              <a:defRPr sz="1400" b="1" i="0">
                <a:solidFill>
                  <a:srgbClr val="008AD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</a:lstStyle>
          <a:p>
            <a:pPr lvl="0"/>
            <a:r>
              <a:rPr lang="en-US"/>
              <a:t>Lorem Ipsum</a:t>
            </a:r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DCDDE330-0916-C845-97A2-AB2191EA29D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58592" y="2210388"/>
            <a:ext cx="2423839" cy="1333890"/>
          </a:xfrm>
        </p:spPr>
        <p:txBody>
          <a:bodyPr anchor="t">
            <a:noAutofit/>
          </a:bodyPr>
          <a:lstStyle>
            <a:lvl1pPr marL="0" indent="0" algn="ctr">
              <a:lnSpc>
                <a:spcPct val="150000"/>
              </a:lnSpc>
              <a:buNone/>
              <a:defRPr sz="1200" b="0" i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</a:lstStyle>
          <a:p>
            <a:pPr lvl="0"/>
            <a:r>
              <a:rPr lang="en-US"/>
              <a:t>Nam </a:t>
            </a:r>
            <a:r>
              <a:rPr lang="en-US" err="1"/>
              <a:t>ut</a:t>
            </a:r>
            <a:r>
              <a:rPr lang="en-US"/>
              <a:t> pharetra ex. </a:t>
            </a:r>
            <a:r>
              <a:rPr lang="en-US" err="1"/>
              <a:t>Praesent</a:t>
            </a:r>
            <a:r>
              <a:rPr lang="en-US"/>
              <a:t> fermentum, </a:t>
            </a:r>
            <a:r>
              <a:rPr lang="en-US" err="1"/>
              <a:t>turpis</a:t>
            </a:r>
            <a:r>
              <a:rPr lang="en-US"/>
              <a:t> </a:t>
            </a:r>
            <a:r>
              <a:rPr lang="en-US" err="1"/>
              <a:t>nec</a:t>
            </a:r>
            <a:r>
              <a:rPr lang="en-US"/>
              <a:t>.</a:t>
            </a:r>
          </a:p>
        </p:txBody>
      </p:sp>
      <p:sp>
        <p:nvSpPr>
          <p:cNvPr id="37" name="Text Placeholder 4">
            <a:extLst>
              <a:ext uri="{FF2B5EF4-FFF2-40B4-BE49-F238E27FC236}">
                <a16:creationId xmlns:a16="http://schemas.microsoft.com/office/drawing/2014/main" id="{7BDD9E4A-FBB0-F34A-A4AD-43002C80DB0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509323" y="1811218"/>
            <a:ext cx="2423833" cy="368461"/>
          </a:xfrm>
        </p:spPr>
        <p:txBody>
          <a:bodyPr anchor="ctr">
            <a:noAutofit/>
          </a:bodyPr>
          <a:lstStyle>
            <a:lvl1pPr marL="0" indent="0" algn="ctr">
              <a:buNone/>
              <a:defRPr sz="1400" b="1" i="0">
                <a:solidFill>
                  <a:srgbClr val="008AD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</a:lstStyle>
          <a:p>
            <a:pPr lvl="0"/>
            <a:r>
              <a:rPr lang="en-US"/>
              <a:t>Lorem Ipsum</a:t>
            </a:r>
          </a:p>
        </p:txBody>
      </p:sp>
      <p:sp>
        <p:nvSpPr>
          <p:cNvPr id="38" name="Text Placeholder 4">
            <a:extLst>
              <a:ext uri="{FF2B5EF4-FFF2-40B4-BE49-F238E27FC236}">
                <a16:creationId xmlns:a16="http://schemas.microsoft.com/office/drawing/2014/main" id="{BF5A558D-9D15-9C47-BE61-669C7571DD0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09323" y="2204756"/>
            <a:ext cx="2423839" cy="1333890"/>
          </a:xfrm>
        </p:spPr>
        <p:txBody>
          <a:bodyPr anchor="t">
            <a:noAutofit/>
          </a:bodyPr>
          <a:lstStyle>
            <a:lvl1pPr marL="0" indent="0" algn="ctr">
              <a:lnSpc>
                <a:spcPct val="150000"/>
              </a:lnSpc>
              <a:buNone/>
              <a:defRPr sz="1200" b="0" i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</a:lstStyle>
          <a:p>
            <a:pPr lvl="0"/>
            <a:r>
              <a:rPr lang="en-US"/>
              <a:t>Nam </a:t>
            </a:r>
            <a:r>
              <a:rPr lang="en-US" err="1"/>
              <a:t>ut</a:t>
            </a:r>
            <a:r>
              <a:rPr lang="en-US"/>
              <a:t> pharetra ex. </a:t>
            </a:r>
            <a:r>
              <a:rPr lang="en-US" err="1"/>
              <a:t>Praesent</a:t>
            </a:r>
            <a:r>
              <a:rPr lang="en-US"/>
              <a:t> fermentum, </a:t>
            </a:r>
            <a:r>
              <a:rPr lang="en-US" err="1"/>
              <a:t>turpis</a:t>
            </a:r>
            <a:r>
              <a:rPr lang="en-US"/>
              <a:t> </a:t>
            </a:r>
            <a:r>
              <a:rPr lang="en-US" err="1"/>
              <a:t>nec</a:t>
            </a:r>
            <a:r>
              <a:rPr lang="en-US"/>
              <a:t>.</a:t>
            </a:r>
          </a:p>
        </p:txBody>
      </p:sp>
      <p:sp>
        <p:nvSpPr>
          <p:cNvPr id="40" name="Text Placeholder 4">
            <a:extLst>
              <a:ext uri="{FF2B5EF4-FFF2-40B4-BE49-F238E27FC236}">
                <a16:creationId xmlns:a16="http://schemas.microsoft.com/office/drawing/2014/main" id="{A1FBBADE-FE8C-3A42-80AE-C2F04080190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58586" y="4348077"/>
            <a:ext cx="2423833" cy="368461"/>
          </a:xfrm>
        </p:spPr>
        <p:txBody>
          <a:bodyPr anchor="ctr">
            <a:noAutofit/>
          </a:bodyPr>
          <a:lstStyle>
            <a:lvl1pPr marL="0" indent="0" algn="ctr">
              <a:buNone/>
              <a:defRPr sz="1400" b="1" i="0">
                <a:solidFill>
                  <a:srgbClr val="008AD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</a:lstStyle>
          <a:p>
            <a:pPr lvl="0"/>
            <a:r>
              <a:rPr lang="en-US"/>
              <a:t>Lorem Ipsum</a:t>
            </a:r>
          </a:p>
        </p:txBody>
      </p:sp>
      <p:sp>
        <p:nvSpPr>
          <p:cNvPr id="42" name="Text Placeholder 4">
            <a:extLst>
              <a:ext uri="{FF2B5EF4-FFF2-40B4-BE49-F238E27FC236}">
                <a16:creationId xmlns:a16="http://schemas.microsoft.com/office/drawing/2014/main" id="{EFB5DFFC-B95F-D74D-8343-03DDBC6C608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58586" y="4741615"/>
            <a:ext cx="2423839" cy="1333890"/>
          </a:xfrm>
        </p:spPr>
        <p:txBody>
          <a:bodyPr anchor="t">
            <a:noAutofit/>
          </a:bodyPr>
          <a:lstStyle>
            <a:lvl1pPr marL="0" indent="0" algn="ctr">
              <a:lnSpc>
                <a:spcPct val="150000"/>
              </a:lnSpc>
              <a:buNone/>
              <a:defRPr sz="1200" b="0" i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</a:lstStyle>
          <a:p>
            <a:pPr lvl="0"/>
            <a:r>
              <a:rPr lang="en-US"/>
              <a:t>Nam </a:t>
            </a:r>
            <a:r>
              <a:rPr lang="en-US" err="1"/>
              <a:t>ut</a:t>
            </a:r>
            <a:r>
              <a:rPr lang="en-US"/>
              <a:t> pharetra ex. </a:t>
            </a:r>
            <a:r>
              <a:rPr lang="en-US" err="1"/>
              <a:t>Praesent</a:t>
            </a:r>
            <a:r>
              <a:rPr lang="en-US"/>
              <a:t> fermentum, </a:t>
            </a:r>
            <a:r>
              <a:rPr lang="en-US" err="1"/>
              <a:t>turpis</a:t>
            </a:r>
            <a:r>
              <a:rPr lang="en-US"/>
              <a:t> </a:t>
            </a:r>
            <a:r>
              <a:rPr lang="en-US" err="1"/>
              <a:t>nec</a:t>
            </a:r>
            <a:r>
              <a:rPr lang="en-US"/>
              <a:t>.</a:t>
            </a:r>
          </a:p>
        </p:txBody>
      </p:sp>
      <p:sp>
        <p:nvSpPr>
          <p:cNvPr id="44" name="Text Placeholder 4">
            <a:extLst>
              <a:ext uri="{FF2B5EF4-FFF2-40B4-BE49-F238E27FC236}">
                <a16:creationId xmlns:a16="http://schemas.microsoft.com/office/drawing/2014/main" id="{56F74489-41DA-984A-961A-3BFC7DD9758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509317" y="4342445"/>
            <a:ext cx="2423833" cy="368461"/>
          </a:xfrm>
        </p:spPr>
        <p:txBody>
          <a:bodyPr anchor="ctr">
            <a:noAutofit/>
          </a:bodyPr>
          <a:lstStyle>
            <a:lvl1pPr marL="0" indent="0" algn="ctr">
              <a:buNone/>
              <a:defRPr sz="1400" b="1" i="0">
                <a:solidFill>
                  <a:srgbClr val="008AD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</a:lstStyle>
          <a:p>
            <a:pPr lvl="0"/>
            <a:r>
              <a:rPr lang="en-US"/>
              <a:t>Lorem Ipsum</a:t>
            </a:r>
          </a:p>
        </p:txBody>
      </p:sp>
      <p:sp>
        <p:nvSpPr>
          <p:cNvPr id="46" name="Text Placeholder 4">
            <a:extLst>
              <a:ext uri="{FF2B5EF4-FFF2-40B4-BE49-F238E27FC236}">
                <a16:creationId xmlns:a16="http://schemas.microsoft.com/office/drawing/2014/main" id="{3D872FA8-7452-4B42-9E82-0BF661418AB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509317" y="4735983"/>
            <a:ext cx="2423839" cy="1333890"/>
          </a:xfrm>
        </p:spPr>
        <p:txBody>
          <a:bodyPr anchor="t">
            <a:noAutofit/>
          </a:bodyPr>
          <a:lstStyle>
            <a:lvl1pPr marL="0" indent="0" algn="ctr">
              <a:lnSpc>
                <a:spcPct val="150000"/>
              </a:lnSpc>
              <a:buNone/>
              <a:defRPr sz="1200" b="0" i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</a:lstStyle>
          <a:p>
            <a:pPr lvl="0"/>
            <a:r>
              <a:rPr lang="en-US"/>
              <a:t>Nam </a:t>
            </a:r>
            <a:r>
              <a:rPr lang="en-US" err="1"/>
              <a:t>ut</a:t>
            </a:r>
            <a:r>
              <a:rPr lang="en-US"/>
              <a:t> pharetra ex. </a:t>
            </a:r>
            <a:r>
              <a:rPr lang="en-US" err="1"/>
              <a:t>Praesent</a:t>
            </a:r>
            <a:r>
              <a:rPr lang="en-US"/>
              <a:t> fermentum, </a:t>
            </a:r>
            <a:r>
              <a:rPr lang="en-US" err="1"/>
              <a:t>turpis</a:t>
            </a:r>
            <a:r>
              <a:rPr lang="en-US"/>
              <a:t> </a:t>
            </a:r>
            <a:r>
              <a:rPr lang="en-US" err="1"/>
              <a:t>nec</a:t>
            </a:r>
            <a:r>
              <a:rPr lang="en-US"/>
              <a:t>.</a:t>
            </a:r>
          </a:p>
        </p:txBody>
      </p:sp>
      <p:sp>
        <p:nvSpPr>
          <p:cNvPr id="48" name="Text Placeholder 4">
            <a:extLst>
              <a:ext uri="{FF2B5EF4-FFF2-40B4-BE49-F238E27FC236}">
                <a16:creationId xmlns:a16="http://schemas.microsoft.com/office/drawing/2014/main" id="{044088E7-1012-4C48-88F6-ADBFAB2ADF4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275677" y="1811218"/>
            <a:ext cx="2423833" cy="368461"/>
          </a:xfrm>
        </p:spPr>
        <p:txBody>
          <a:bodyPr anchor="ctr">
            <a:noAutofit/>
          </a:bodyPr>
          <a:lstStyle>
            <a:lvl1pPr marL="0" indent="0" algn="ctr">
              <a:buNone/>
              <a:defRPr sz="1400" b="1" i="0">
                <a:solidFill>
                  <a:srgbClr val="008AD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</a:lstStyle>
          <a:p>
            <a:pPr lvl="0"/>
            <a:r>
              <a:rPr lang="en-US"/>
              <a:t>Lorem Ipsum</a:t>
            </a:r>
          </a:p>
        </p:txBody>
      </p:sp>
      <p:sp>
        <p:nvSpPr>
          <p:cNvPr id="49" name="Text Placeholder 4">
            <a:extLst>
              <a:ext uri="{FF2B5EF4-FFF2-40B4-BE49-F238E27FC236}">
                <a16:creationId xmlns:a16="http://schemas.microsoft.com/office/drawing/2014/main" id="{295F5CA5-D58F-5C40-8ADA-6539BEA88D3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275677" y="2204756"/>
            <a:ext cx="2423839" cy="1333890"/>
          </a:xfrm>
        </p:spPr>
        <p:txBody>
          <a:bodyPr anchor="t">
            <a:noAutofit/>
          </a:bodyPr>
          <a:lstStyle>
            <a:lvl1pPr marL="0" indent="0" algn="ctr">
              <a:lnSpc>
                <a:spcPct val="150000"/>
              </a:lnSpc>
              <a:buNone/>
              <a:defRPr sz="1200" b="0" i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</a:lstStyle>
          <a:p>
            <a:pPr lvl="0"/>
            <a:r>
              <a:rPr lang="en-US"/>
              <a:t>Nam </a:t>
            </a:r>
            <a:r>
              <a:rPr lang="en-US" err="1"/>
              <a:t>ut</a:t>
            </a:r>
            <a:r>
              <a:rPr lang="en-US"/>
              <a:t> pharetra ex. </a:t>
            </a:r>
            <a:r>
              <a:rPr lang="en-US" err="1"/>
              <a:t>Praesent</a:t>
            </a:r>
            <a:r>
              <a:rPr lang="en-US"/>
              <a:t> fermentum, </a:t>
            </a:r>
            <a:r>
              <a:rPr lang="en-US" err="1"/>
              <a:t>turpis</a:t>
            </a:r>
            <a:r>
              <a:rPr lang="en-US"/>
              <a:t> </a:t>
            </a:r>
            <a:r>
              <a:rPr lang="en-US" err="1"/>
              <a:t>nec</a:t>
            </a:r>
            <a:r>
              <a:rPr lang="en-US"/>
              <a:t>.</a:t>
            </a:r>
          </a:p>
        </p:txBody>
      </p:sp>
      <p:sp>
        <p:nvSpPr>
          <p:cNvPr id="58" name="Text Placeholder 4">
            <a:extLst>
              <a:ext uri="{FF2B5EF4-FFF2-40B4-BE49-F238E27FC236}">
                <a16:creationId xmlns:a16="http://schemas.microsoft.com/office/drawing/2014/main" id="{B72F790F-F360-0F40-89D1-D65FBF62278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026408" y="1805586"/>
            <a:ext cx="2423833" cy="368461"/>
          </a:xfrm>
        </p:spPr>
        <p:txBody>
          <a:bodyPr anchor="ctr">
            <a:noAutofit/>
          </a:bodyPr>
          <a:lstStyle>
            <a:lvl1pPr marL="0" indent="0" algn="ctr">
              <a:buNone/>
              <a:defRPr sz="1400" b="1" i="0">
                <a:solidFill>
                  <a:srgbClr val="008AD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</a:lstStyle>
          <a:p>
            <a:pPr lvl="0"/>
            <a:r>
              <a:rPr lang="en-US"/>
              <a:t>Lorem Ipsum</a:t>
            </a:r>
          </a:p>
        </p:txBody>
      </p:sp>
      <p:sp>
        <p:nvSpPr>
          <p:cNvPr id="59" name="Text Placeholder 4">
            <a:extLst>
              <a:ext uri="{FF2B5EF4-FFF2-40B4-BE49-F238E27FC236}">
                <a16:creationId xmlns:a16="http://schemas.microsoft.com/office/drawing/2014/main" id="{7C2FD664-5810-E246-9253-EDF031BDA12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026408" y="2199124"/>
            <a:ext cx="2423839" cy="1333890"/>
          </a:xfrm>
        </p:spPr>
        <p:txBody>
          <a:bodyPr anchor="t">
            <a:noAutofit/>
          </a:bodyPr>
          <a:lstStyle>
            <a:lvl1pPr marL="0" indent="0" algn="ctr">
              <a:lnSpc>
                <a:spcPct val="150000"/>
              </a:lnSpc>
              <a:buNone/>
              <a:defRPr sz="1200" b="0" i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</a:lstStyle>
          <a:p>
            <a:pPr lvl="0"/>
            <a:r>
              <a:rPr lang="en-US"/>
              <a:t>Nam </a:t>
            </a:r>
            <a:r>
              <a:rPr lang="en-US" err="1"/>
              <a:t>ut</a:t>
            </a:r>
            <a:r>
              <a:rPr lang="en-US"/>
              <a:t> pharetra ex. </a:t>
            </a:r>
            <a:r>
              <a:rPr lang="en-US" err="1"/>
              <a:t>Praesent</a:t>
            </a:r>
            <a:r>
              <a:rPr lang="en-US"/>
              <a:t> fermentum, </a:t>
            </a:r>
            <a:r>
              <a:rPr lang="en-US" err="1"/>
              <a:t>turpis</a:t>
            </a:r>
            <a:r>
              <a:rPr lang="en-US"/>
              <a:t> </a:t>
            </a:r>
            <a:r>
              <a:rPr lang="en-US" err="1"/>
              <a:t>nec</a:t>
            </a:r>
            <a:r>
              <a:rPr lang="en-US"/>
              <a:t>.</a:t>
            </a:r>
          </a:p>
        </p:txBody>
      </p:sp>
      <p:sp>
        <p:nvSpPr>
          <p:cNvPr id="60" name="Text Placeholder 4">
            <a:extLst>
              <a:ext uri="{FF2B5EF4-FFF2-40B4-BE49-F238E27FC236}">
                <a16:creationId xmlns:a16="http://schemas.microsoft.com/office/drawing/2014/main" id="{8CB335D9-CB53-FD47-8622-151263D4DF84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275671" y="4342445"/>
            <a:ext cx="2423833" cy="368461"/>
          </a:xfrm>
        </p:spPr>
        <p:txBody>
          <a:bodyPr anchor="ctr">
            <a:noAutofit/>
          </a:bodyPr>
          <a:lstStyle>
            <a:lvl1pPr marL="0" indent="0" algn="ctr">
              <a:buNone/>
              <a:defRPr sz="1400" b="1" i="0">
                <a:solidFill>
                  <a:srgbClr val="008AD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</a:lstStyle>
          <a:p>
            <a:pPr lvl="0"/>
            <a:r>
              <a:rPr lang="en-US"/>
              <a:t>Lorem Ipsum</a:t>
            </a:r>
          </a:p>
        </p:txBody>
      </p:sp>
      <p:sp>
        <p:nvSpPr>
          <p:cNvPr id="61" name="Text Placeholder 4">
            <a:extLst>
              <a:ext uri="{FF2B5EF4-FFF2-40B4-BE49-F238E27FC236}">
                <a16:creationId xmlns:a16="http://schemas.microsoft.com/office/drawing/2014/main" id="{C9AD0CE0-6870-F343-8A66-506DC93E1B2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275671" y="4735983"/>
            <a:ext cx="2423839" cy="1333890"/>
          </a:xfrm>
        </p:spPr>
        <p:txBody>
          <a:bodyPr anchor="t">
            <a:noAutofit/>
          </a:bodyPr>
          <a:lstStyle>
            <a:lvl1pPr marL="0" indent="0" algn="ctr">
              <a:lnSpc>
                <a:spcPct val="150000"/>
              </a:lnSpc>
              <a:buNone/>
              <a:defRPr sz="1200" b="0" i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</a:lstStyle>
          <a:p>
            <a:pPr lvl="0"/>
            <a:r>
              <a:rPr lang="en-US"/>
              <a:t>Nam </a:t>
            </a:r>
            <a:r>
              <a:rPr lang="en-US" err="1"/>
              <a:t>ut</a:t>
            </a:r>
            <a:r>
              <a:rPr lang="en-US"/>
              <a:t> pharetra ex. </a:t>
            </a:r>
            <a:r>
              <a:rPr lang="en-US" err="1"/>
              <a:t>Praesent</a:t>
            </a:r>
            <a:r>
              <a:rPr lang="en-US"/>
              <a:t> fermentum, </a:t>
            </a:r>
            <a:r>
              <a:rPr lang="en-US" err="1"/>
              <a:t>turpis</a:t>
            </a:r>
            <a:r>
              <a:rPr lang="en-US"/>
              <a:t> </a:t>
            </a:r>
            <a:r>
              <a:rPr lang="en-US" err="1"/>
              <a:t>nec</a:t>
            </a:r>
            <a:r>
              <a:rPr lang="en-US"/>
              <a:t>.</a:t>
            </a:r>
          </a:p>
        </p:txBody>
      </p:sp>
      <p:sp>
        <p:nvSpPr>
          <p:cNvPr id="62" name="Text Placeholder 4">
            <a:extLst>
              <a:ext uri="{FF2B5EF4-FFF2-40B4-BE49-F238E27FC236}">
                <a16:creationId xmlns:a16="http://schemas.microsoft.com/office/drawing/2014/main" id="{596F69C4-2AEA-FD41-BC4D-E1893F04423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26402" y="4336813"/>
            <a:ext cx="2423833" cy="368461"/>
          </a:xfrm>
        </p:spPr>
        <p:txBody>
          <a:bodyPr anchor="ctr">
            <a:noAutofit/>
          </a:bodyPr>
          <a:lstStyle>
            <a:lvl1pPr marL="0" indent="0" algn="ctr">
              <a:buNone/>
              <a:defRPr sz="1400" b="1" i="0">
                <a:solidFill>
                  <a:srgbClr val="008AD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</a:lstStyle>
          <a:p>
            <a:pPr lvl="0"/>
            <a:r>
              <a:rPr lang="en-US"/>
              <a:t>Lorem Ipsum</a:t>
            </a:r>
          </a:p>
        </p:txBody>
      </p:sp>
      <p:sp>
        <p:nvSpPr>
          <p:cNvPr id="63" name="Text Placeholder 4">
            <a:extLst>
              <a:ext uri="{FF2B5EF4-FFF2-40B4-BE49-F238E27FC236}">
                <a16:creationId xmlns:a16="http://schemas.microsoft.com/office/drawing/2014/main" id="{8449D13F-0852-6D44-A899-74D116F6C4B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026402" y="4730351"/>
            <a:ext cx="2423839" cy="1333890"/>
          </a:xfrm>
        </p:spPr>
        <p:txBody>
          <a:bodyPr anchor="t">
            <a:noAutofit/>
          </a:bodyPr>
          <a:lstStyle>
            <a:lvl1pPr marL="0" indent="0" algn="ctr">
              <a:lnSpc>
                <a:spcPct val="150000"/>
              </a:lnSpc>
              <a:buNone/>
              <a:defRPr sz="1200" b="0" i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</a:lstStyle>
          <a:p>
            <a:pPr lvl="0"/>
            <a:r>
              <a:rPr lang="en-US"/>
              <a:t>Nam </a:t>
            </a:r>
            <a:r>
              <a:rPr lang="en-US" err="1"/>
              <a:t>ut</a:t>
            </a:r>
            <a:r>
              <a:rPr lang="en-US"/>
              <a:t> pharetra ex. </a:t>
            </a:r>
            <a:r>
              <a:rPr lang="en-US" err="1"/>
              <a:t>Praesent</a:t>
            </a:r>
            <a:r>
              <a:rPr lang="en-US"/>
              <a:t> fermentum, </a:t>
            </a:r>
            <a:r>
              <a:rPr lang="en-US" err="1"/>
              <a:t>turpis</a:t>
            </a:r>
            <a:r>
              <a:rPr lang="en-US"/>
              <a:t> </a:t>
            </a:r>
            <a:r>
              <a:rPr lang="en-US" err="1"/>
              <a:t>nec</a:t>
            </a:r>
            <a:r>
              <a:rPr lang="en-US"/>
              <a:t>.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6C0C770B-B4AF-E443-922A-886366399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45516" y="6454780"/>
            <a:ext cx="2743200" cy="154809"/>
          </a:xfrm>
        </p:spPr>
        <p:txBody>
          <a:bodyPr/>
          <a:lstStyle>
            <a:lvl1pPr>
              <a:defRPr sz="7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056F86DB-78DF-EB43-A6BE-40415A3A005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E93CEEC-4F06-5349-BB63-F02B2B211B2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3284" y="388389"/>
            <a:ext cx="10985432" cy="764390"/>
          </a:xfrm>
        </p:spPr>
        <p:txBody>
          <a:bodyPr anchor="b">
            <a:normAutofit/>
          </a:bodyPr>
          <a:lstStyle>
            <a:lvl1pPr algn="l">
              <a:defRPr sz="4000" b="0" i="0">
                <a:solidFill>
                  <a:srgbClr val="063A7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Placeholder for Title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EEE3EBE-0A2A-3C4B-BE4E-8F881671DBC0}"/>
              </a:ext>
            </a:extLst>
          </p:cNvPr>
          <p:cNvSpPr/>
          <p:nvPr userDrawn="1"/>
        </p:nvSpPr>
        <p:spPr>
          <a:xfrm>
            <a:off x="-5311" y="6730048"/>
            <a:ext cx="12200696" cy="127952"/>
          </a:xfrm>
          <a:prstGeom prst="rect">
            <a:avLst/>
          </a:prstGeom>
          <a:solidFill>
            <a:srgbClr val="008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FDCC37A0-8967-3647-BA4A-2371275A98D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3284" y="6440198"/>
            <a:ext cx="767123" cy="264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6967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hyperlink" Target="https://microsoft.sharepoint.com/teams/CGG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45419E-02F7-009F-E1A2-F626DCD267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2">
            <a:extLst>
              <a:ext uri="{FF2B5EF4-FFF2-40B4-BE49-F238E27FC236}">
                <a16:creationId xmlns:a16="http://schemas.microsoft.com/office/drawing/2014/main" id="{6C4D3039-90FA-ADDD-AE9C-23BB6D3F1FFA}"/>
              </a:ext>
            </a:extLst>
          </p:cNvPr>
          <p:cNvSpPr txBox="1">
            <a:spLocks/>
          </p:cNvSpPr>
          <p:nvPr/>
        </p:nvSpPr>
        <p:spPr>
          <a:xfrm>
            <a:off x="615487" y="480057"/>
            <a:ext cx="10265320" cy="712417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896533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33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>
                <a:solidFill>
                  <a:srgbClr val="002060"/>
                </a:solidFill>
                <a:latin typeface="Poppins SemiBold"/>
                <a:cs typeface="Poppins SemiBold"/>
              </a:rPr>
              <a:t>Microsoft OCG Campaign Submission Portal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6793184-933D-D1F3-0B84-751C9884E8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73048" y="6488028"/>
            <a:ext cx="755176" cy="260788"/>
          </a:xfrm>
          <a:prstGeom prst="rect">
            <a:avLst/>
          </a:prstGeom>
        </p:spPr>
      </p:pic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D0F2E499-C260-BC99-23BE-80E606F3F32F}"/>
              </a:ext>
            </a:extLst>
          </p:cNvPr>
          <p:cNvSpPr txBox="1">
            <a:spLocks/>
          </p:cNvSpPr>
          <p:nvPr/>
        </p:nvSpPr>
        <p:spPr>
          <a:xfrm>
            <a:off x="615488" y="1793143"/>
            <a:ext cx="5059756" cy="1830451"/>
          </a:xfrm>
          <a:prstGeom prst="rect">
            <a:avLst/>
          </a:prstGeom>
        </p:spPr>
        <p:txBody>
          <a:bodyPr lIns="91440" tIns="45720" rIns="91440" bIns="45720" anchor="t">
            <a:normAutofit/>
          </a:bodyPr>
          <a:lstStyle>
            <a:lvl1pPr marL="224134" indent="-224134" algn="l" defTabSz="896533" rtl="0" eaLnBrk="1" latinLnBrk="0" hangingPunct="1">
              <a:lnSpc>
                <a:spcPct val="90000"/>
              </a:lnSpc>
              <a:spcBef>
                <a:spcPts val="981"/>
              </a:spcBef>
              <a:buFont typeface="Arial" panose="020B0604020202020204" pitchFamily="34" charset="0"/>
              <a:buChar char="•"/>
              <a:defRPr sz="1961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1pPr>
            <a:lvl2pPr marL="672400" indent="-224134" algn="l" defTabSz="896533" rtl="0" eaLnBrk="1" latinLnBrk="0" hangingPunct="1">
              <a:lnSpc>
                <a:spcPct val="90000"/>
              </a:lnSpc>
              <a:spcBef>
                <a:spcPts val="490"/>
              </a:spcBef>
              <a:buFont typeface="Arial" panose="020B0604020202020204" pitchFamily="34" charset="0"/>
              <a:buChar char="•"/>
              <a:defRPr sz="1765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2pPr>
            <a:lvl3pPr marL="1120667" indent="-224134" algn="l" defTabSz="896533" rtl="0" eaLnBrk="1" latinLnBrk="0" hangingPunct="1">
              <a:lnSpc>
                <a:spcPct val="90000"/>
              </a:lnSpc>
              <a:spcBef>
                <a:spcPts val="490"/>
              </a:spcBef>
              <a:buFont typeface="Arial" panose="020B0604020202020204" pitchFamily="34" charset="0"/>
              <a:buChar char="•"/>
              <a:defRPr sz="1569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3pPr>
            <a:lvl4pPr marL="1568933" indent="-224134" algn="l" defTabSz="896533" rtl="0" eaLnBrk="1" latinLnBrk="0" hangingPunct="1">
              <a:lnSpc>
                <a:spcPct val="90000"/>
              </a:lnSpc>
              <a:spcBef>
                <a:spcPts val="490"/>
              </a:spcBef>
              <a:buFont typeface="Arial" panose="020B0604020202020204" pitchFamily="34" charset="0"/>
              <a:buChar char="•"/>
              <a:defRPr sz="1372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4pPr>
            <a:lvl5pPr marL="2017200" indent="-224134" algn="l" defTabSz="896533" rtl="0" eaLnBrk="1" latinLnBrk="0" hangingPunct="1">
              <a:lnSpc>
                <a:spcPct val="90000"/>
              </a:lnSpc>
              <a:spcBef>
                <a:spcPts val="490"/>
              </a:spcBef>
              <a:buFont typeface="Arial" panose="020B0604020202020204" pitchFamily="34" charset="0"/>
              <a:buChar char="•"/>
              <a:defRPr sz="1372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5pPr>
            <a:lvl6pPr marL="2465466" indent="-224134" algn="l" defTabSz="896533" rtl="0" eaLnBrk="1" latinLnBrk="0" hangingPunct="1">
              <a:lnSpc>
                <a:spcPct val="90000"/>
              </a:lnSpc>
              <a:spcBef>
                <a:spcPts val="490"/>
              </a:spcBef>
              <a:buFont typeface="Arial" panose="020B0604020202020204" pitchFamily="34" charset="0"/>
              <a:buChar char="•"/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13733" indent="-224134" algn="l" defTabSz="896533" rtl="0" eaLnBrk="1" latinLnBrk="0" hangingPunct="1">
              <a:lnSpc>
                <a:spcPct val="90000"/>
              </a:lnSpc>
              <a:spcBef>
                <a:spcPts val="490"/>
              </a:spcBef>
              <a:buFont typeface="Arial" panose="020B0604020202020204" pitchFamily="34" charset="0"/>
              <a:buChar char="•"/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62000" indent="-224134" algn="l" defTabSz="896533" rtl="0" eaLnBrk="1" latinLnBrk="0" hangingPunct="1">
              <a:lnSpc>
                <a:spcPct val="90000"/>
              </a:lnSpc>
              <a:spcBef>
                <a:spcPts val="490"/>
              </a:spcBef>
              <a:buFont typeface="Arial" panose="020B0604020202020204" pitchFamily="34" charset="0"/>
              <a:buChar char="•"/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10267" indent="-224134" algn="l" defTabSz="896533" rtl="0" eaLnBrk="1" latinLnBrk="0" hangingPunct="1">
              <a:lnSpc>
                <a:spcPct val="90000"/>
              </a:lnSpc>
              <a:spcBef>
                <a:spcPts val="490"/>
              </a:spcBef>
              <a:buFont typeface="Arial" panose="020B0604020202020204" pitchFamily="34" charset="0"/>
              <a:buChar char="•"/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chemeClr val="bg2">
                    <a:lumMod val="10000"/>
                  </a:schemeClr>
                </a:solidFill>
                <a:latin typeface="Poppins" pitchFamily="2" charset="77"/>
                <a:cs typeface="Poppins" pitchFamily="2" charset="77"/>
              </a:rPr>
              <a:t>The Office Communications Governance committee reviews and approves all proposed campaigns targeting Office users on various surfaces. The submission portal is a centralized platform for review, triage, and approval of all M365 communications.  </a:t>
            </a:r>
            <a:endParaRPr lang="en-US" sz="1200" dirty="0">
              <a:latin typeface="Poppins" pitchFamily="2" charset="77"/>
              <a:cs typeface="Poppins" pitchFamily="2" charset="77"/>
            </a:endParaRPr>
          </a:p>
          <a:p>
            <a:pPr marL="0" indent="0">
              <a:buNone/>
            </a:pPr>
            <a:endParaRPr lang="en-US" sz="1200" dirty="0">
              <a:solidFill>
                <a:schemeClr val="bg2">
                  <a:lumMod val="10000"/>
                </a:schemeClr>
              </a:solidFill>
              <a:latin typeface="+mn-lt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1200" dirty="0">
              <a:solidFill>
                <a:schemeClr val="bg2">
                  <a:lumMod val="10000"/>
                </a:schemeClr>
              </a:solidFill>
              <a:latin typeface="+mn-lt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1200" dirty="0">
              <a:solidFill>
                <a:schemeClr val="bg2">
                  <a:lumMod val="10000"/>
                </a:schemeClr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6CC5DC-5D04-600E-FD30-1587C16A6678}"/>
              </a:ext>
            </a:extLst>
          </p:cNvPr>
          <p:cNvSpPr/>
          <p:nvPr/>
        </p:nvSpPr>
        <p:spPr>
          <a:xfrm>
            <a:off x="615487" y="2977658"/>
            <a:ext cx="4689568" cy="4513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333" b="1" dirty="0">
                <a:solidFill>
                  <a:srgbClr val="0070C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Affirma Deliverables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739C075-CB8F-A1D0-3B3B-33E3B359BE7D}"/>
              </a:ext>
            </a:extLst>
          </p:cNvPr>
          <p:cNvSpPr/>
          <p:nvPr/>
        </p:nvSpPr>
        <p:spPr>
          <a:xfrm>
            <a:off x="615487" y="1341801"/>
            <a:ext cx="2388969" cy="4513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333" b="1" dirty="0">
                <a:solidFill>
                  <a:srgbClr val="0070C0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Overview 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3F0015CD-1218-4EBA-2031-6160B6F2C68D}"/>
              </a:ext>
            </a:extLst>
          </p:cNvPr>
          <p:cNvSpPr txBox="1">
            <a:spLocks/>
          </p:cNvSpPr>
          <p:nvPr/>
        </p:nvSpPr>
        <p:spPr>
          <a:xfrm>
            <a:off x="615487" y="3491011"/>
            <a:ext cx="5480513" cy="2886932"/>
          </a:xfrm>
          <a:prstGeom prst="rect">
            <a:avLst/>
          </a:prstGeom>
        </p:spPr>
        <p:txBody>
          <a:bodyPr lIns="91440" tIns="45720" rIns="91440" bIns="45720" anchor="t">
            <a:noAutofit/>
          </a:bodyPr>
          <a:lstStyle>
            <a:lvl1pPr marL="224134" indent="-224134" algn="l" defTabSz="896533" rtl="0" eaLnBrk="1" latinLnBrk="0" hangingPunct="1">
              <a:lnSpc>
                <a:spcPct val="90000"/>
              </a:lnSpc>
              <a:spcBef>
                <a:spcPts val="981"/>
              </a:spcBef>
              <a:buFont typeface="Arial" panose="020B0604020202020204" pitchFamily="34" charset="0"/>
              <a:buChar char="•"/>
              <a:defRPr sz="1961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1pPr>
            <a:lvl2pPr marL="672400" indent="-224134" algn="l" defTabSz="896533" rtl="0" eaLnBrk="1" latinLnBrk="0" hangingPunct="1">
              <a:lnSpc>
                <a:spcPct val="90000"/>
              </a:lnSpc>
              <a:spcBef>
                <a:spcPts val="490"/>
              </a:spcBef>
              <a:buFont typeface="Arial" panose="020B0604020202020204" pitchFamily="34" charset="0"/>
              <a:buChar char="•"/>
              <a:defRPr sz="1765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2pPr>
            <a:lvl3pPr marL="1120667" indent="-224134" algn="l" defTabSz="896533" rtl="0" eaLnBrk="1" latinLnBrk="0" hangingPunct="1">
              <a:lnSpc>
                <a:spcPct val="90000"/>
              </a:lnSpc>
              <a:spcBef>
                <a:spcPts val="490"/>
              </a:spcBef>
              <a:buFont typeface="Arial" panose="020B0604020202020204" pitchFamily="34" charset="0"/>
              <a:buChar char="•"/>
              <a:defRPr sz="1569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3pPr>
            <a:lvl4pPr marL="1568933" indent="-224134" algn="l" defTabSz="896533" rtl="0" eaLnBrk="1" latinLnBrk="0" hangingPunct="1">
              <a:lnSpc>
                <a:spcPct val="90000"/>
              </a:lnSpc>
              <a:spcBef>
                <a:spcPts val="490"/>
              </a:spcBef>
              <a:buFont typeface="Arial" panose="020B0604020202020204" pitchFamily="34" charset="0"/>
              <a:buChar char="•"/>
              <a:defRPr sz="1372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4pPr>
            <a:lvl5pPr marL="2017200" indent="-224134" algn="l" defTabSz="896533" rtl="0" eaLnBrk="1" latinLnBrk="0" hangingPunct="1">
              <a:lnSpc>
                <a:spcPct val="90000"/>
              </a:lnSpc>
              <a:spcBef>
                <a:spcPts val="490"/>
              </a:spcBef>
              <a:buFont typeface="Arial" panose="020B0604020202020204" pitchFamily="34" charset="0"/>
              <a:buChar char="•"/>
              <a:defRPr sz="1372" kern="1200">
                <a:solidFill>
                  <a:schemeClr val="tx1"/>
                </a:solidFill>
                <a:latin typeface="Segoe UI" panose="020B0502040204020203" pitchFamily="34" charset="0"/>
                <a:ea typeface="+mn-ea"/>
                <a:cs typeface="+mn-cs"/>
              </a:defRPr>
            </a:lvl5pPr>
            <a:lvl6pPr marL="2465466" indent="-224134" algn="l" defTabSz="896533" rtl="0" eaLnBrk="1" latinLnBrk="0" hangingPunct="1">
              <a:lnSpc>
                <a:spcPct val="90000"/>
              </a:lnSpc>
              <a:spcBef>
                <a:spcPts val="490"/>
              </a:spcBef>
              <a:buFont typeface="Arial" panose="020B0604020202020204" pitchFamily="34" charset="0"/>
              <a:buChar char="•"/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13733" indent="-224134" algn="l" defTabSz="896533" rtl="0" eaLnBrk="1" latinLnBrk="0" hangingPunct="1">
              <a:lnSpc>
                <a:spcPct val="90000"/>
              </a:lnSpc>
              <a:spcBef>
                <a:spcPts val="490"/>
              </a:spcBef>
              <a:buFont typeface="Arial" panose="020B0604020202020204" pitchFamily="34" charset="0"/>
              <a:buChar char="•"/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362000" indent="-224134" algn="l" defTabSz="896533" rtl="0" eaLnBrk="1" latinLnBrk="0" hangingPunct="1">
              <a:lnSpc>
                <a:spcPct val="90000"/>
              </a:lnSpc>
              <a:spcBef>
                <a:spcPts val="490"/>
              </a:spcBef>
              <a:buFont typeface="Arial" panose="020B0604020202020204" pitchFamily="34" charset="0"/>
              <a:buChar char="•"/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10267" indent="-224134" algn="l" defTabSz="896533" rtl="0" eaLnBrk="1" latinLnBrk="0" hangingPunct="1">
              <a:lnSpc>
                <a:spcPct val="90000"/>
              </a:lnSpc>
              <a:spcBef>
                <a:spcPts val="490"/>
              </a:spcBef>
              <a:buFont typeface="Arial" panose="020B0604020202020204" pitchFamily="34" charset="0"/>
              <a:buChar char="•"/>
              <a:defRPr sz="17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en-US" sz="1200" dirty="0"/>
              <a:t>Client was using Power App embedded in SharePoint.​</a:t>
            </a:r>
          </a:p>
          <a:p>
            <a:pPr fontAlgn="base"/>
            <a:r>
              <a:rPr lang="en-US" sz="1200" dirty="0"/>
              <a:t>On Power App form submission, record gets inserted in SharePoint list and using Power Automate it was syncing with Dynamics365 (backend admin management) as well.​</a:t>
            </a:r>
          </a:p>
          <a:p>
            <a:pPr fontAlgn="base"/>
            <a:r>
              <a:rPr lang="en-US" sz="1200" dirty="0"/>
              <a:t>Due to challenges in embedded power app, we had suggested to go with Power App Portal (Now called Power Pages)​</a:t>
            </a:r>
          </a:p>
          <a:p>
            <a:pPr fontAlgn="base"/>
            <a:r>
              <a:rPr lang="en-US" sz="1200" dirty="0"/>
              <a:t>Removed dependency of using SharePoint list and now SharePoint is only getting used for storing files.​</a:t>
            </a:r>
          </a:p>
          <a:p>
            <a:pPr fontAlgn="base"/>
            <a:r>
              <a:rPr lang="en-US" sz="1200" dirty="0"/>
              <a:t>Using Power Pages, customization is very quick, and we can easily add/remove fields and some more sections.​</a:t>
            </a:r>
          </a:p>
          <a:p>
            <a:pPr fontAlgn="base"/>
            <a:r>
              <a:rPr lang="en-US" sz="1200" dirty="0"/>
              <a:t>We have integrated Microsoft Teams with D365 using Power Automate for this project.​</a:t>
            </a:r>
          </a:p>
          <a:p>
            <a:pPr fontAlgn="base"/>
            <a:r>
              <a:rPr lang="en-US" sz="1200" dirty="0"/>
              <a:t>Migrated all archived data into D365 from SharePoint list.</a:t>
            </a:r>
            <a:endParaRPr lang="en-US" sz="1200" dirty="0">
              <a:solidFill>
                <a:schemeClr val="bg2">
                  <a:lumMod val="10000"/>
                </a:schemeClr>
              </a:solidFill>
              <a:latin typeface="+mn-lt"/>
              <a:cs typeface="Arial" panose="020B0604020202020204" pitchFamily="34" charset="0"/>
            </a:endParaRPr>
          </a:p>
          <a:p>
            <a:pPr marL="223520" indent="-223520"/>
            <a:endParaRPr lang="en-US" sz="1200" dirty="0">
              <a:solidFill>
                <a:schemeClr val="bg2">
                  <a:lumMod val="10000"/>
                </a:schemeClr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EF8610D-F33F-B170-3401-554B86CE9EE2}"/>
              </a:ext>
            </a:extLst>
          </p:cNvPr>
          <p:cNvSpPr/>
          <p:nvPr/>
        </p:nvSpPr>
        <p:spPr>
          <a:xfrm flipV="1">
            <a:off x="0" y="365239"/>
            <a:ext cx="243068" cy="764390"/>
          </a:xfrm>
          <a:prstGeom prst="rect">
            <a:avLst/>
          </a:prstGeom>
          <a:solidFill>
            <a:srgbClr val="FF8E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 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723BCBE-404D-91E7-D43D-5E5673DBA6D7}"/>
              </a:ext>
            </a:extLst>
          </p:cNvPr>
          <p:cNvSpPr txBox="1"/>
          <p:nvPr/>
        </p:nvSpPr>
        <p:spPr>
          <a:xfrm>
            <a:off x="6329208" y="5831251"/>
            <a:ext cx="609765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hlinkClick r:id="rId4"/>
              </a:rPr>
              <a:t>Office Communications Governance - Home</a:t>
            </a:r>
            <a:endParaRPr lang="en-US" sz="1400" dirty="0"/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0196ABF8-56E1-A292-A15F-02769881BA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9208" y="1471900"/>
            <a:ext cx="5544786" cy="37125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027120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D23BCBB7020E34DAE994A365BA94206" ma:contentTypeVersion="12" ma:contentTypeDescription="Create a new document." ma:contentTypeScope="" ma:versionID="b1c940a28d9f7ed7841dd66e388476ed">
  <xsd:schema xmlns:xsd="http://www.w3.org/2001/XMLSchema" xmlns:xs="http://www.w3.org/2001/XMLSchema" xmlns:p="http://schemas.microsoft.com/office/2006/metadata/properties" xmlns:ns2="f0ee8362-fa7e-4bc9-ab88-7dcfb17cb19b" targetNamespace="http://schemas.microsoft.com/office/2006/metadata/properties" ma:root="true" ma:fieldsID="8c9fb4aa225d81f58c6fca2e551d2526" ns2:_="">
    <xsd:import namespace="f0ee8362-fa7e-4bc9-ab88-7dcfb17cb19b"/>
    <xsd:element name="properties">
      <xsd:complexType>
        <xsd:sequence>
          <xsd:element name="documentManagement">
            <xsd:complexType>
              <xsd:all>
                <xsd:element ref="ns2:BusinessUnit" minOccurs="0"/>
                <xsd:element ref="ns2:Industries" minOccurs="0"/>
                <xsd:element ref="ns2:Solutions" minOccurs="0"/>
                <xsd:element ref="ns2:PlatTech" minOccurs="0"/>
                <xsd:element ref="ns2:Notes0" minOccurs="0"/>
                <xsd:element ref="ns2:Named_x0020_Account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ProjectCompletionDate" minOccurs="0"/>
                <xsd:element ref="ns2:ApprovedByClie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ee8362-fa7e-4bc9-ab88-7dcfb17cb19b" elementFormDefault="qualified">
    <xsd:import namespace="http://schemas.microsoft.com/office/2006/documentManagement/types"/>
    <xsd:import namespace="http://schemas.microsoft.com/office/infopath/2007/PartnerControls"/>
    <xsd:element name="BusinessUnit" ma:index="8" nillable="true" ma:displayName="Business Unit" ma:internalName="BusinessUnit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Business Process Outsourcing"/>
                    <xsd:enumeration value="Content and Change Management"/>
                    <xsd:enumeration value="Creative"/>
                    <xsd:enumeration value="Custom Development"/>
                    <xsd:enumeration value="Customer Relationship Management"/>
                    <xsd:enumeration value="Data and Analytics"/>
                    <xsd:enumeration value="Engagement Marketing"/>
                    <xsd:enumeration value="Infrastructure"/>
                    <xsd:enumeration value="Marketing Services"/>
                    <xsd:enumeration value="Modern Workplace"/>
                    <xsd:enumeration value="NetSuite"/>
                  </xsd:restriction>
                </xsd:simpleType>
              </xsd:element>
            </xsd:sequence>
          </xsd:extension>
        </xsd:complexContent>
      </xsd:complexType>
    </xsd:element>
    <xsd:element name="Industries" ma:index="9" nillable="true" ma:displayName="Industries" ma:format="Dropdown" ma:internalName="Industri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erospace"/>
                    <xsd:enumeration value="Agriculture"/>
                    <xsd:enumeration value="Agriculture Food"/>
                    <xsd:enumeration value="AI / AI Models"/>
                    <xsd:enumeration value="B2B"/>
                    <xsd:enumeration value="B2C"/>
                    <xsd:enumeration value="Chemical"/>
                    <xsd:enumeration value="Construction"/>
                    <xsd:enumeration value="Defence"/>
                    <xsd:enumeration value="Education"/>
                    <xsd:enumeration value="Energy"/>
                    <xsd:enumeration value="Engineering"/>
                    <xsd:enumeration value="Entertainment"/>
                    <xsd:enumeration value="Financial Services"/>
                    <xsd:enumeration value="Food"/>
                    <xsd:enumeration value="Government"/>
                    <xsd:enumeration value="Healthcare"/>
                    <xsd:enumeration value="Hospitality"/>
                    <xsd:enumeration value="Legal"/>
                    <xsd:enumeration value="Life Sciences"/>
                    <xsd:enumeration value="Manufacturing"/>
                    <xsd:enumeration value="Media"/>
                    <xsd:enumeration value="Non-Profit"/>
                    <xsd:enumeration value="Real Estate"/>
                    <xsd:enumeration value="Retail"/>
                    <xsd:enumeration value="Services"/>
                    <xsd:enumeration value="Technology"/>
                    <xsd:enumeration value="Telecommunications"/>
                    <xsd:enumeration value="Transportation"/>
                    <xsd:enumeration value="Water"/>
                    <xsd:enumeration value="Wellness"/>
                    <xsd:enumeration value="BPO"/>
                  </xsd:restriction>
                </xsd:simpleType>
              </xsd:element>
            </xsd:sequence>
          </xsd:extension>
        </xsd:complexContent>
      </xsd:complexType>
    </xsd:element>
    <xsd:element name="Solutions" ma:index="10" nillable="true" ma:displayName="Solutions" ma:format="Dropdown" ma:internalName="Solution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BM Marketing"/>
                    <xsd:enumeration value="AI"/>
                    <xsd:enumeration value="Audit"/>
                    <xsd:enumeration value="Change Management"/>
                    <xsd:enumeration value="Cloud"/>
                    <xsd:enumeration value="Configurations"/>
                    <xsd:enumeration value="Content"/>
                    <xsd:enumeration value="Customer &amp; Partner Support BPO"/>
                    <xsd:enumeration value="Customer / Partner Portal"/>
                    <xsd:enumeration value="Custom Search"/>
                    <xsd:enumeration value="Cybersecurity"/>
                    <xsd:enumeration value="Data Analytics"/>
                    <xsd:enumeration value="Design"/>
                    <xsd:enumeration value="Email Campaigns"/>
                    <xsd:enumeration value="Event support"/>
                    <xsd:enumeration value="HelpDesk Outsourcing BPO"/>
                    <xsd:enumeration value="Integrations"/>
                    <xsd:enumeration value="Intranet / Extranet"/>
                    <xsd:enumeration value="IoT"/>
                    <xsd:enumeration value="Link Building"/>
                    <xsd:enumeration value="Marketing Automation"/>
                    <xsd:enumeration value="Marketing Strategy"/>
                    <xsd:enumeration value="Marketing Technology"/>
                    <xsd:enumeration value="Migrations"/>
                    <xsd:enumeration value="Mobile Application"/>
                    <xsd:enumeration value="Organic Social Media"/>
                    <xsd:enumeration value="PPC"/>
                    <xsd:enumeration value="Personas &amp; Journey Mapping"/>
                    <xsd:enumeration value="Process Automation"/>
                    <xsd:enumeration value="Product Development"/>
                    <xsd:enumeration value="Research"/>
                    <xsd:enumeration value="SEO/ AEO"/>
                    <xsd:enumeration value="SPFx"/>
                    <xsd:enumeration value="Training"/>
                    <xsd:enumeration value="UX/ UI Design"/>
                    <xsd:enumeration value="Video Production"/>
                    <xsd:enumeration value="Webinars"/>
                    <xsd:enumeration value="Websites"/>
                    <xsd:enumeration value="DevOps"/>
                  </xsd:restriction>
                </xsd:simpleType>
              </xsd:element>
            </xsd:sequence>
          </xsd:extension>
        </xsd:complexContent>
      </xsd:complexType>
    </xsd:element>
    <xsd:element name="PlatTech" ma:index="11" nillable="true" ma:displayName="Platform / Technology" ma:format="Dropdown" ma:internalName="PlatTech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.NET"/>
                    <xsd:enumeration value="Android App"/>
                    <xsd:enumeration value="AWS"/>
                    <xsd:enumeration value="Angular"/>
                    <xsd:enumeration value="Azure"/>
                    <xsd:enumeration value="Azure DevOps"/>
                    <xsd:enumeration value="Boomi"/>
                    <xsd:enumeration value="Drupal"/>
                    <xsd:enumeration value="Dynamics"/>
                    <xsd:enumeration value="Flutter"/>
                    <xsd:enumeration value="GCP"/>
                    <xsd:enumeration value="Google"/>
                    <xsd:enumeration value="Great Plains"/>
                    <xsd:enumeration value="Hootsuite"/>
                    <xsd:enumeration value="HubSpot"/>
                    <xsd:enumeration value="iOS App"/>
                    <xsd:enumeration value="Java"/>
                    <xsd:enumeration value="Kentico"/>
                    <xsd:enumeration value="Looker Studio"/>
                    <xsd:enumeration value="Mobile App"/>
                    <xsd:enumeration value="Marketo / Adobe"/>
                    <xsd:enumeration value="NetSuite"/>
                    <xsd:enumeration value="O365"/>
                    <xsd:enumeration value="OneDrive"/>
                    <xsd:enumeration value="PowerSuite"/>
                    <xsd:enumeration value="Power BI"/>
                    <xsd:enumeration value="QuickBooks"/>
                    <xsd:enumeration value="React"/>
                    <xsd:enumeration value="React Native"/>
                    <xsd:enumeration value="Sage"/>
                    <xsd:enumeration value="Salesforce"/>
                    <xsd:enumeration value="Salesforce Experience Cloud"/>
                    <xsd:enumeration value="Salesforce Marketing Cloud"/>
                    <xsd:enumeration value="Salesforce CPQ"/>
                    <xsd:enumeration value="Salesforce Pardot"/>
                    <xsd:enumeration value="SharePoint"/>
                    <xsd:enumeration value="Shopify"/>
                    <xsd:enumeration value="Sitecore"/>
                    <xsd:enumeration value="Sitefinity"/>
                    <xsd:enumeration value="Snowflake"/>
                    <xsd:enumeration value="Sprinklr"/>
                    <xsd:enumeration value="SproutSocial"/>
                    <xsd:enumeration value="Tableau"/>
                    <xsd:enumeration value="WP Engine"/>
                    <xsd:enumeration value="Webflow"/>
                    <xsd:enumeration value="WooCommerce"/>
                    <xsd:enumeration value="WordPress"/>
                    <xsd:enumeration value="Zoho"/>
                    <xsd:enumeration value="Power Apps"/>
                    <xsd:enumeration value="Teams"/>
                    <xsd:enumeration value="Azure Data Factory"/>
                    <xsd:enumeration value="Zendesk"/>
                    <xsd:enumeration value="Business Central"/>
                    <xsd:enumeration value="Viva"/>
                  </xsd:restriction>
                </xsd:simpleType>
              </xsd:element>
            </xsd:sequence>
          </xsd:extension>
        </xsd:complexContent>
      </xsd:complexType>
    </xsd:element>
    <xsd:element name="Notes0" ma:index="12" nillable="true" ma:displayName="Notes" ma:internalName="Notes0">
      <xsd:simpleType>
        <xsd:restriction base="dms:Text">
          <xsd:maxLength value="255"/>
        </xsd:restriction>
      </xsd:simpleType>
    </xsd:element>
    <xsd:element name="Named_x0020_Account" ma:index="13" nillable="true" ma:displayName="Named Account" ma:format="Dropdown" ma:internalName="Named_x0020_Account">
      <xsd:simpleType>
        <xsd:restriction base="dms:Choice">
          <xsd:enumeration value="Microsoft"/>
          <xsd:enumeration value="Meta"/>
          <xsd:enumeration value="Amazon"/>
        </xsd:restriction>
      </xsd:simpleType>
    </xsd:element>
    <xsd:element name="MediaServiceMetadata" ma:index="14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5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ProjectCompletionDate" ma:index="18" nillable="true" ma:displayName="Project Completion Date" ma:format="DateOnly" ma:internalName="ProjectCompletionDate">
      <xsd:simpleType>
        <xsd:restriction base="dms:DateTime"/>
      </xsd:simpleType>
    </xsd:element>
    <xsd:element name="ApprovedByClient" ma:index="19" nillable="true" ma:displayName="Approved By Client" ma:default="0" ma:format="Dropdown" ma:internalName="ApprovedByClient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Notes0 xmlns="f0ee8362-fa7e-4bc9-ab88-7dcfb17cb19b" xsi:nil="true"/>
    <Named_x0020_Account xmlns="f0ee8362-fa7e-4bc9-ab88-7dcfb17cb19b">Microsoft</Named_x0020_Account>
    <Industries xmlns="f0ee8362-fa7e-4bc9-ab88-7dcfb17cb19b">
      <Value>Technology</Value>
    </Industries>
    <PlatTech xmlns="f0ee8362-fa7e-4bc9-ab88-7dcfb17cb19b">
      <Value>Dynamics</Value>
      <Value>Power Apps</Value>
    </PlatTech>
    <BusinessUnit xmlns="f0ee8362-fa7e-4bc9-ab88-7dcfb17cb19b">
      <Value>Modern Workplace</Value>
      <Value>Customer Relationship Management</Value>
    </BusinessUnit>
    <Solutions xmlns="f0ee8362-fa7e-4bc9-ab88-7dcfb17cb19b" xsi:nil="true"/>
    <ProjectCompletionDate xmlns="f0ee8362-fa7e-4bc9-ab88-7dcfb17cb19b" xsi:nil="true"/>
    <ApprovedByClient xmlns="f0ee8362-fa7e-4bc9-ab88-7dcfb17cb19b">false</ApprovedByClient>
  </documentManagement>
</p:properties>
</file>

<file path=customXml/item4.xml><?xml version="1.0" encoding="utf-8"?>
<?mso-contentType ?>
<customXsn xmlns="http://schemas.microsoft.com/office/2006/metadata/customXsn">
  <xsnLocation/>
  <cached>True</cached>
  <openByDefault>False</openByDefault>
  <xsnScope/>
</customXsn>
</file>

<file path=customXml/itemProps1.xml><?xml version="1.0" encoding="utf-8"?>
<ds:datastoreItem xmlns:ds="http://schemas.openxmlformats.org/officeDocument/2006/customXml" ds:itemID="{3AE8DD43-C23C-417D-BE89-98BB8116E627}"/>
</file>

<file path=customXml/itemProps2.xml><?xml version="1.0" encoding="utf-8"?>
<ds:datastoreItem xmlns:ds="http://schemas.openxmlformats.org/officeDocument/2006/customXml" ds:itemID="{18D1F5AA-C617-4526-8832-80521E35BB1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869A394-4001-4946-B72D-01E5A03F1031}">
  <ds:schemaRefs>
    <ds:schemaRef ds:uri="http://schemas.microsoft.com/office/2006/metadata/properties"/>
    <ds:schemaRef ds:uri="http://schemas.microsoft.com/office/infopath/2007/PartnerControls"/>
    <ds:schemaRef ds:uri="f0ee8362-fa7e-4bc9-ab88-7dcfb17cb19b"/>
  </ds:schemaRefs>
</ds:datastoreItem>
</file>

<file path=customXml/itemProps4.xml><?xml version="1.0" encoding="utf-8"?>
<ds:datastoreItem xmlns:ds="http://schemas.openxmlformats.org/officeDocument/2006/customXml" ds:itemID="{DB0AA074-642E-410E-B6F5-6A6A5CB85BB6}">
  <ds:schemaRefs>
    <ds:schemaRef ds:uri="http://schemas.microsoft.com/office/2006/metadata/customXsn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74</cp:revision>
  <dcterms:created xsi:type="dcterms:W3CDTF">2025-01-16T04:15:26Z</dcterms:created>
  <dcterms:modified xsi:type="dcterms:W3CDTF">2025-09-02T16:06:35Z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0x0101000D23BCBB7020E34DAE994A365BA94206</vt:lpwstr>
  </property>
</Properties>
</file>