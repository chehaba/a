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1858" r:id="rId2"/>
    <p:sldId id="2076139092"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44" d="100"/>
          <a:sy n="144" d="100"/>
        </p:scale>
        <p:origin x="138"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12" Type="http://schemas.openxmlformats.org/officeDocument/2006/relationships/customXml" Target="../customXml/item4.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openxmlformats.org/officeDocument/2006/relationships/customXml" Target="../customXml/item3.xml"/><Relationship Id="rId5" Type="http://schemas.openxmlformats.org/officeDocument/2006/relationships/presProps" Target="presProps.xml"/><Relationship Id="rId10" Type="http://schemas.openxmlformats.org/officeDocument/2006/relationships/customXml" Target="../customXml/item2.xml"/><Relationship Id="rId4" Type="http://schemas.openxmlformats.org/officeDocument/2006/relationships/notesMaster" Target="notesMasters/notesMaster1.xml"/><Relationship Id="rId9"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20B127-38C4-47A0-B14F-A753E614477A}" type="datetimeFigureOut">
              <a:rPr lang="en-US" smtClean="0"/>
              <a:t>11/8/2024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1971CB-A484-43E0-8B27-D308DD22325E}" type="slidenum">
              <a:rPr lang="en-US" smtClean="0"/>
              <a:t>‹#›</a:t>
            </a:fld>
            <a:endParaRPr lang="en-US"/>
          </a:p>
        </p:txBody>
      </p:sp>
    </p:spTree>
    <p:extLst>
      <p:ext uri="{BB962C8B-B14F-4D97-AF65-F5344CB8AC3E}">
        <p14:creationId xmlns:p14="http://schemas.microsoft.com/office/powerpoint/2010/main" val="2274051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EE3F6CF-073A-4B4F-A2B7-08B9C7DBCB96}" type="slidenum">
              <a:rPr lang="en-US" smtClean="0"/>
              <a:t>1</a:t>
            </a:fld>
            <a:endParaRPr lang="en-US"/>
          </a:p>
        </p:txBody>
      </p:sp>
    </p:spTree>
    <p:extLst>
      <p:ext uri="{BB962C8B-B14F-4D97-AF65-F5344CB8AC3E}">
        <p14:creationId xmlns:p14="http://schemas.microsoft.com/office/powerpoint/2010/main" val="4055603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EE3F6CF-073A-4B4F-A2B7-08B9C7DBCB96}" type="slidenum">
              <a:rPr lang="en-US" smtClean="0"/>
              <a:t>2</a:t>
            </a:fld>
            <a:endParaRPr lang="en-US"/>
          </a:p>
        </p:txBody>
      </p:sp>
    </p:spTree>
    <p:extLst>
      <p:ext uri="{BB962C8B-B14F-4D97-AF65-F5344CB8AC3E}">
        <p14:creationId xmlns:p14="http://schemas.microsoft.com/office/powerpoint/2010/main" val="401460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0D44B-8E51-89F6-AB9F-1B80F97C27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CFD6F6-8FF1-C65F-83C9-796FA96DDA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9A13B4-8555-C359-4422-8666721AE44A}"/>
              </a:ext>
            </a:extLst>
          </p:cNvPr>
          <p:cNvSpPr>
            <a:spLocks noGrp="1"/>
          </p:cNvSpPr>
          <p:nvPr>
            <p:ph type="dt" sz="half" idx="10"/>
          </p:nvPr>
        </p:nvSpPr>
        <p:spPr/>
        <p:txBody>
          <a:bodyPr/>
          <a:lstStyle/>
          <a:p>
            <a:fld id="{B59ED8FF-81B4-4593-8AF4-39EA86C74650}" type="datetimeFigureOut">
              <a:rPr lang="en-US" smtClean="0"/>
              <a:t>11/8/2024</a:t>
            </a:fld>
            <a:endParaRPr lang="en-US"/>
          </a:p>
        </p:txBody>
      </p:sp>
      <p:sp>
        <p:nvSpPr>
          <p:cNvPr id="5" name="Footer Placeholder 4">
            <a:extLst>
              <a:ext uri="{FF2B5EF4-FFF2-40B4-BE49-F238E27FC236}">
                <a16:creationId xmlns:a16="http://schemas.microsoft.com/office/drawing/2014/main" id="{326E75E6-885B-9FC0-F4C6-AB074F00B4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C502B4-2CC3-9F73-19D3-766E36E4BD79}"/>
              </a:ext>
            </a:extLst>
          </p:cNvPr>
          <p:cNvSpPr>
            <a:spLocks noGrp="1"/>
          </p:cNvSpPr>
          <p:nvPr>
            <p:ph type="sldNum" sz="quarter" idx="12"/>
          </p:nvPr>
        </p:nvSpPr>
        <p:spPr/>
        <p:txBody>
          <a:bodyPr/>
          <a:lstStyle/>
          <a:p>
            <a:fld id="{07D32766-6DD6-4D37-9E38-9194B66E5D2E}" type="slidenum">
              <a:rPr lang="en-US" smtClean="0"/>
              <a:t>‹#›</a:t>
            </a:fld>
            <a:endParaRPr lang="en-US"/>
          </a:p>
        </p:txBody>
      </p:sp>
    </p:spTree>
    <p:extLst>
      <p:ext uri="{BB962C8B-B14F-4D97-AF65-F5344CB8AC3E}">
        <p14:creationId xmlns:p14="http://schemas.microsoft.com/office/powerpoint/2010/main" val="4283686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96B05-1411-34B0-D6CD-C183EDBF61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19992A-BA89-0935-8665-F9B60C10EC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D4C3FF-5639-DAB8-7A2C-93D03F68A8E3}"/>
              </a:ext>
            </a:extLst>
          </p:cNvPr>
          <p:cNvSpPr>
            <a:spLocks noGrp="1"/>
          </p:cNvSpPr>
          <p:nvPr>
            <p:ph type="dt" sz="half" idx="10"/>
          </p:nvPr>
        </p:nvSpPr>
        <p:spPr/>
        <p:txBody>
          <a:bodyPr/>
          <a:lstStyle/>
          <a:p>
            <a:fld id="{B59ED8FF-81B4-4593-8AF4-39EA86C74650}" type="datetimeFigureOut">
              <a:rPr lang="en-US" smtClean="0"/>
              <a:t>11/8/2024</a:t>
            </a:fld>
            <a:endParaRPr lang="en-US"/>
          </a:p>
        </p:txBody>
      </p:sp>
      <p:sp>
        <p:nvSpPr>
          <p:cNvPr id="5" name="Footer Placeholder 4">
            <a:extLst>
              <a:ext uri="{FF2B5EF4-FFF2-40B4-BE49-F238E27FC236}">
                <a16:creationId xmlns:a16="http://schemas.microsoft.com/office/drawing/2014/main" id="{66772455-CDEF-7FB1-EE63-ECE80A5986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08F0C-0477-2BCE-C958-7728E5B6C9A7}"/>
              </a:ext>
            </a:extLst>
          </p:cNvPr>
          <p:cNvSpPr>
            <a:spLocks noGrp="1"/>
          </p:cNvSpPr>
          <p:nvPr>
            <p:ph type="sldNum" sz="quarter" idx="12"/>
          </p:nvPr>
        </p:nvSpPr>
        <p:spPr/>
        <p:txBody>
          <a:bodyPr/>
          <a:lstStyle/>
          <a:p>
            <a:fld id="{07D32766-6DD6-4D37-9E38-9194B66E5D2E}" type="slidenum">
              <a:rPr lang="en-US" smtClean="0"/>
              <a:t>‹#›</a:t>
            </a:fld>
            <a:endParaRPr lang="en-US"/>
          </a:p>
        </p:txBody>
      </p:sp>
    </p:spTree>
    <p:extLst>
      <p:ext uri="{BB962C8B-B14F-4D97-AF65-F5344CB8AC3E}">
        <p14:creationId xmlns:p14="http://schemas.microsoft.com/office/powerpoint/2010/main" val="3216825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D799A-4F17-5833-5F1A-9CB59F953B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B8F8302-B585-40BB-50FA-4CB9E9AAAE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F27204-1E6E-F406-D0D4-1EC7042CF1C4}"/>
              </a:ext>
            </a:extLst>
          </p:cNvPr>
          <p:cNvSpPr>
            <a:spLocks noGrp="1"/>
          </p:cNvSpPr>
          <p:nvPr>
            <p:ph type="dt" sz="half" idx="10"/>
          </p:nvPr>
        </p:nvSpPr>
        <p:spPr/>
        <p:txBody>
          <a:bodyPr/>
          <a:lstStyle/>
          <a:p>
            <a:fld id="{B59ED8FF-81B4-4593-8AF4-39EA86C74650}" type="datetimeFigureOut">
              <a:rPr lang="en-US" smtClean="0"/>
              <a:t>11/8/2024</a:t>
            </a:fld>
            <a:endParaRPr lang="en-US"/>
          </a:p>
        </p:txBody>
      </p:sp>
      <p:sp>
        <p:nvSpPr>
          <p:cNvPr id="5" name="Footer Placeholder 4">
            <a:extLst>
              <a:ext uri="{FF2B5EF4-FFF2-40B4-BE49-F238E27FC236}">
                <a16:creationId xmlns:a16="http://schemas.microsoft.com/office/drawing/2014/main" id="{9E18298A-683F-DBE9-46EE-7BA1473739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D57F8A-1BDD-7762-44F0-0228B505FF93}"/>
              </a:ext>
            </a:extLst>
          </p:cNvPr>
          <p:cNvSpPr>
            <a:spLocks noGrp="1"/>
          </p:cNvSpPr>
          <p:nvPr>
            <p:ph type="sldNum" sz="quarter" idx="12"/>
          </p:nvPr>
        </p:nvSpPr>
        <p:spPr/>
        <p:txBody>
          <a:bodyPr/>
          <a:lstStyle/>
          <a:p>
            <a:fld id="{07D32766-6DD6-4D37-9E38-9194B66E5D2E}" type="slidenum">
              <a:rPr lang="en-US" smtClean="0"/>
              <a:t>‹#›</a:t>
            </a:fld>
            <a:endParaRPr lang="en-US"/>
          </a:p>
        </p:txBody>
      </p:sp>
    </p:spTree>
    <p:extLst>
      <p:ext uri="{BB962C8B-B14F-4D97-AF65-F5344CB8AC3E}">
        <p14:creationId xmlns:p14="http://schemas.microsoft.com/office/powerpoint/2010/main" val="2397935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9584F-F6BC-9831-6016-E3A23C4077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FF7634-2E3F-5DBB-35AC-A313298E9D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5F6009-6D58-4DE9-2EE5-D7E3633A7A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689950-D18A-EB14-2DAB-DFEB327F4137}"/>
              </a:ext>
            </a:extLst>
          </p:cNvPr>
          <p:cNvSpPr>
            <a:spLocks noGrp="1"/>
          </p:cNvSpPr>
          <p:nvPr>
            <p:ph type="dt" sz="half" idx="10"/>
          </p:nvPr>
        </p:nvSpPr>
        <p:spPr/>
        <p:txBody>
          <a:bodyPr/>
          <a:lstStyle/>
          <a:p>
            <a:fld id="{B59ED8FF-81B4-4593-8AF4-39EA86C74650}" type="datetimeFigureOut">
              <a:rPr lang="en-US" smtClean="0"/>
              <a:t>11/8/2024</a:t>
            </a:fld>
            <a:endParaRPr lang="en-US"/>
          </a:p>
        </p:txBody>
      </p:sp>
      <p:sp>
        <p:nvSpPr>
          <p:cNvPr id="6" name="Footer Placeholder 5">
            <a:extLst>
              <a:ext uri="{FF2B5EF4-FFF2-40B4-BE49-F238E27FC236}">
                <a16:creationId xmlns:a16="http://schemas.microsoft.com/office/drawing/2014/main" id="{BBDBE690-7654-2805-51FF-71547C56A7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F7F85F-3A79-86E1-2693-BC27E01C51D4}"/>
              </a:ext>
            </a:extLst>
          </p:cNvPr>
          <p:cNvSpPr>
            <a:spLocks noGrp="1"/>
          </p:cNvSpPr>
          <p:nvPr>
            <p:ph type="sldNum" sz="quarter" idx="12"/>
          </p:nvPr>
        </p:nvSpPr>
        <p:spPr/>
        <p:txBody>
          <a:bodyPr/>
          <a:lstStyle/>
          <a:p>
            <a:fld id="{07D32766-6DD6-4D37-9E38-9194B66E5D2E}" type="slidenum">
              <a:rPr lang="en-US" smtClean="0"/>
              <a:t>‹#›</a:t>
            </a:fld>
            <a:endParaRPr lang="en-US"/>
          </a:p>
        </p:txBody>
      </p:sp>
    </p:spTree>
    <p:extLst>
      <p:ext uri="{BB962C8B-B14F-4D97-AF65-F5344CB8AC3E}">
        <p14:creationId xmlns:p14="http://schemas.microsoft.com/office/powerpoint/2010/main" val="3757272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F18C8-E304-3535-5AB7-E05AC0674AC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501017-EB01-1947-BD1C-8117130B57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E6D57A-6042-2141-A262-1F554A9FA0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4A06AC-DEC3-CF27-091A-5CE87B7F5F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CE96E6-8470-EECD-D19A-6E1AFE3AB7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21CE03-C1BA-8193-9520-77C0F9DD8365}"/>
              </a:ext>
            </a:extLst>
          </p:cNvPr>
          <p:cNvSpPr>
            <a:spLocks noGrp="1"/>
          </p:cNvSpPr>
          <p:nvPr>
            <p:ph type="dt" sz="half" idx="10"/>
          </p:nvPr>
        </p:nvSpPr>
        <p:spPr/>
        <p:txBody>
          <a:bodyPr/>
          <a:lstStyle/>
          <a:p>
            <a:fld id="{B59ED8FF-81B4-4593-8AF4-39EA86C74650}" type="datetimeFigureOut">
              <a:rPr lang="en-US" smtClean="0"/>
              <a:t>11/8/2024</a:t>
            </a:fld>
            <a:endParaRPr lang="en-US"/>
          </a:p>
        </p:txBody>
      </p:sp>
      <p:sp>
        <p:nvSpPr>
          <p:cNvPr id="8" name="Footer Placeholder 7">
            <a:extLst>
              <a:ext uri="{FF2B5EF4-FFF2-40B4-BE49-F238E27FC236}">
                <a16:creationId xmlns:a16="http://schemas.microsoft.com/office/drawing/2014/main" id="{2208CD27-EE37-935C-8BCB-29D36F8F2B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7B7AC7-A8DD-159F-7BBF-B263943F346A}"/>
              </a:ext>
            </a:extLst>
          </p:cNvPr>
          <p:cNvSpPr>
            <a:spLocks noGrp="1"/>
          </p:cNvSpPr>
          <p:nvPr>
            <p:ph type="sldNum" sz="quarter" idx="12"/>
          </p:nvPr>
        </p:nvSpPr>
        <p:spPr/>
        <p:txBody>
          <a:bodyPr/>
          <a:lstStyle/>
          <a:p>
            <a:fld id="{07D32766-6DD6-4D37-9E38-9194B66E5D2E}" type="slidenum">
              <a:rPr lang="en-US" smtClean="0"/>
              <a:t>‹#›</a:t>
            </a:fld>
            <a:endParaRPr lang="en-US"/>
          </a:p>
        </p:txBody>
      </p:sp>
    </p:spTree>
    <p:extLst>
      <p:ext uri="{BB962C8B-B14F-4D97-AF65-F5344CB8AC3E}">
        <p14:creationId xmlns:p14="http://schemas.microsoft.com/office/powerpoint/2010/main" val="3610161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EE5CB-8E7E-84B7-448C-EBDA3F29AB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98741E-A934-1690-1ADA-28A98D057076}"/>
              </a:ext>
            </a:extLst>
          </p:cNvPr>
          <p:cNvSpPr>
            <a:spLocks noGrp="1"/>
          </p:cNvSpPr>
          <p:nvPr>
            <p:ph type="dt" sz="half" idx="10"/>
          </p:nvPr>
        </p:nvSpPr>
        <p:spPr/>
        <p:txBody>
          <a:bodyPr/>
          <a:lstStyle/>
          <a:p>
            <a:fld id="{B59ED8FF-81B4-4593-8AF4-39EA86C74650}" type="datetimeFigureOut">
              <a:rPr lang="en-US" smtClean="0"/>
              <a:t>11/8/2024</a:t>
            </a:fld>
            <a:endParaRPr lang="en-US"/>
          </a:p>
        </p:txBody>
      </p:sp>
      <p:sp>
        <p:nvSpPr>
          <p:cNvPr id="4" name="Footer Placeholder 3">
            <a:extLst>
              <a:ext uri="{FF2B5EF4-FFF2-40B4-BE49-F238E27FC236}">
                <a16:creationId xmlns:a16="http://schemas.microsoft.com/office/drawing/2014/main" id="{23F7834C-30B0-5603-F07D-98CB7FE137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E02FE5-F874-ECE6-D904-239CEB8B95EE}"/>
              </a:ext>
            </a:extLst>
          </p:cNvPr>
          <p:cNvSpPr>
            <a:spLocks noGrp="1"/>
          </p:cNvSpPr>
          <p:nvPr>
            <p:ph type="sldNum" sz="quarter" idx="12"/>
          </p:nvPr>
        </p:nvSpPr>
        <p:spPr/>
        <p:txBody>
          <a:bodyPr/>
          <a:lstStyle/>
          <a:p>
            <a:fld id="{07D32766-6DD6-4D37-9E38-9194B66E5D2E}" type="slidenum">
              <a:rPr lang="en-US" smtClean="0"/>
              <a:t>‹#›</a:t>
            </a:fld>
            <a:endParaRPr lang="en-US"/>
          </a:p>
        </p:txBody>
      </p:sp>
    </p:spTree>
    <p:extLst>
      <p:ext uri="{BB962C8B-B14F-4D97-AF65-F5344CB8AC3E}">
        <p14:creationId xmlns:p14="http://schemas.microsoft.com/office/powerpoint/2010/main" val="4057261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E4CFC0-EAB8-1EB2-073A-7B2F0CE54297}"/>
              </a:ext>
            </a:extLst>
          </p:cNvPr>
          <p:cNvSpPr>
            <a:spLocks noGrp="1"/>
          </p:cNvSpPr>
          <p:nvPr>
            <p:ph type="dt" sz="half" idx="10"/>
          </p:nvPr>
        </p:nvSpPr>
        <p:spPr/>
        <p:txBody>
          <a:bodyPr/>
          <a:lstStyle/>
          <a:p>
            <a:fld id="{B59ED8FF-81B4-4593-8AF4-39EA86C74650}" type="datetimeFigureOut">
              <a:rPr lang="en-US" smtClean="0"/>
              <a:t>11/8/2024</a:t>
            </a:fld>
            <a:endParaRPr lang="en-US"/>
          </a:p>
        </p:txBody>
      </p:sp>
      <p:sp>
        <p:nvSpPr>
          <p:cNvPr id="3" name="Footer Placeholder 2">
            <a:extLst>
              <a:ext uri="{FF2B5EF4-FFF2-40B4-BE49-F238E27FC236}">
                <a16:creationId xmlns:a16="http://schemas.microsoft.com/office/drawing/2014/main" id="{391E4E1B-D8AD-C319-E105-80A8614956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DD03615-5C19-2DBE-F6AE-6654866CDCD8}"/>
              </a:ext>
            </a:extLst>
          </p:cNvPr>
          <p:cNvSpPr>
            <a:spLocks noGrp="1"/>
          </p:cNvSpPr>
          <p:nvPr>
            <p:ph type="sldNum" sz="quarter" idx="12"/>
          </p:nvPr>
        </p:nvSpPr>
        <p:spPr/>
        <p:txBody>
          <a:bodyPr/>
          <a:lstStyle/>
          <a:p>
            <a:fld id="{07D32766-6DD6-4D37-9E38-9194B66E5D2E}" type="slidenum">
              <a:rPr lang="en-US" smtClean="0"/>
              <a:t>‹#›</a:t>
            </a:fld>
            <a:endParaRPr lang="en-US"/>
          </a:p>
        </p:txBody>
      </p:sp>
    </p:spTree>
    <p:extLst>
      <p:ext uri="{BB962C8B-B14F-4D97-AF65-F5344CB8AC3E}">
        <p14:creationId xmlns:p14="http://schemas.microsoft.com/office/powerpoint/2010/main" val="3982446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FC30D-674B-A801-80DE-5610A6093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1D7595-6375-3C73-8476-48A3C41A9B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AA4FFC-A29A-C32C-6FA7-D1E97B1863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DDDDA1-AF09-2184-9A13-A2D45C4AB08F}"/>
              </a:ext>
            </a:extLst>
          </p:cNvPr>
          <p:cNvSpPr>
            <a:spLocks noGrp="1"/>
          </p:cNvSpPr>
          <p:nvPr>
            <p:ph type="dt" sz="half" idx="10"/>
          </p:nvPr>
        </p:nvSpPr>
        <p:spPr/>
        <p:txBody>
          <a:bodyPr/>
          <a:lstStyle/>
          <a:p>
            <a:fld id="{B59ED8FF-81B4-4593-8AF4-39EA86C74650}" type="datetimeFigureOut">
              <a:rPr lang="en-US" smtClean="0"/>
              <a:t>11/8/2024</a:t>
            </a:fld>
            <a:endParaRPr lang="en-US"/>
          </a:p>
        </p:txBody>
      </p:sp>
      <p:sp>
        <p:nvSpPr>
          <p:cNvPr id="6" name="Footer Placeholder 5">
            <a:extLst>
              <a:ext uri="{FF2B5EF4-FFF2-40B4-BE49-F238E27FC236}">
                <a16:creationId xmlns:a16="http://schemas.microsoft.com/office/drawing/2014/main" id="{EEAA946C-0A2F-C9B6-99D3-F8E88F416D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E073FD-36BB-EBD3-5BC0-304ED125143B}"/>
              </a:ext>
            </a:extLst>
          </p:cNvPr>
          <p:cNvSpPr>
            <a:spLocks noGrp="1"/>
          </p:cNvSpPr>
          <p:nvPr>
            <p:ph type="sldNum" sz="quarter" idx="12"/>
          </p:nvPr>
        </p:nvSpPr>
        <p:spPr/>
        <p:txBody>
          <a:bodyPr/>
          <a:lstStyle/>
          <a:p>
            <a:fld id="{07D32766-6DD6-4D37-9E38-9194B66E5D2E}" type="slidenum">
              <a:rPr lang="en-US" smtClean="0"/>
              <a:t>‹#›</a:t>
            </a:fld>
            <a:endParaRPr lang="en-US"/>
          </a:p>
        </p:txBody>
      </p:sp>
    </p:spTree>
    <p:extLst>
      <p:ext uri="{BB962C8B-B14F-4D97-AF65-F5344CB8AC3E}">
        <p14:creationId xmlns:p14="http://schemas.microsoft.com/office/powerpoint/2010/main" val="2252536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C3EA7-3654-59E4-2216-3A4BB7C837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8E804F-5247-6E8B-16A9-0953C49719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F88DF0-E320-D8CD-591C-E7E9847331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1417A0-F376-FBB2-969D-BDF7B1225B45}"/>
              </a:ext>
            </a:extLst>
          </p:cNvPr>
          <p:cNvSpPr>
            <a:spLocks noGrp="1"/>
          </p:cNvSpPr>
          <p:nvPr>
            <p:ph type="dt" sz="half" idx="10"/>
          </p:nvPr>
        </p:nvSpPr>
        <p:spPr/>
        <p:txBody>
          <a:bodyPr/>
          <a:lstStyle/>
          <a:p>
            <a:fld id="{B59ED8FF-81B4-4593-8AF4-39EA86C74650}" type="datetimeFigureOut">
              <a:rPr lang="en-US" smtClean="0"/>
              <a:t>11/8/2024</a:t>
            </a:fld>
            <a:endParaRPr lang="en-US"/>
          </a:p>
        </p:txBody>
      </p:sp>
      <p:sp>
        <p:nvSpPr>
          <p:cNvPr id="6" name="Footer Placeholder 5">
            <a:extLst>
              <a:ext uri="{FF2B5EF4-FFF2-40B4-BE49-F238E27FC236}">
                <a16:creationId xmlns:a16="http://schemas.microsoft.com/office/drawing/2014/main" id="{110A06E9-2179-9763-31E8-12A35DB902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8DFB7A-6428-9430-EC47-31A104CE5EE3}"/>
              </a:ext>
            </a:extLst>
          </p:cNvPr>
          <p:cNvSpPr>
            <a:spLocks noGrp="1"/>
          </p:cNvSpPr>
          <p:nvPr>
            <p:ph type="sldNum" sz="quarter" idx="12"/>
          </p:nvPr>
        </p:nvSpPr>
        <p:spPr/>
        <p:txBody>
          <a:bodyPr/>
          <a:lstStyle/>
          <a:p>
            <a:fld id="{07D32766-6DD6-4D37-9E38-9194B66E5D2E}" type="slidenum">
              <a:rPr lang="en-US" smtClean="0"/>
              <a:t>‹#›</a:t>
            </a:fld>
            <a:endParaRPr lang="en-US"/>
          </a:p>
        </p:txBody>
      </p:sp>
    </p:spTree>
    <p:extLst>
      <p:ext uri="{BB962C8B-B14F-4D97-AF65-F5344CB8AC3E}">
        <p14:creationId xmlns:p14="http://schemas.microsoft.com/office/powerpoint/2010/main" val="2605311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1207E-D039-C26B-6016-A002F819EB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A0429F-1503-DA62-C8D6-4B6FBE6753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45D6D9-2698-DF27-FA92-DBA94B21DA02}"/>
              </a:ext>
            </a:extLst>
          </p:cNvPr>
          <p:cNvSpPr>
            <a:spLocks noGrp="1"/>
          </p:cNvSpPr>
          <p:nvPr>
            <p:ph type="dt" sz="half" idx="10"/>
          </p:nvPr>
        </p:nvSpPr>
        <p:spPr/>
        <p:txBody>
          <a:bodyPr/>
          <a:lstStyle/>
          <a:p>
            <a:fld id="{B59ED8FF-81B4-4593-8AF4-39EA86C74650}" type="datetimeFigureOut">
              <a:rPr lang="en-US" smtClean="0"/>
              <a:t>11/8/2024</a:t>
            </a:fld>
            <a:endParaRPr lang="en-US"/>
          </a:p>
        </p:txBody>
      </p:sp>
      <p:sp>
        <p:nvSpPr>
          <p:cNvPr id="5" name="Footer Placeholder 4">
            <a:extLst>
              <a:ext uri="{FF2B5EF4-FFF2-40B4-BE49-F238E27FC236}">
                <a16:creationId xmlns:a16="http://schemas.microsoft.com/office/drawing/2014/main" id="{C08B2C4B-7874-EDA8-1EE5-4B52EBCC7B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11A34E-7E6A-EB43-4606-40773B11039D}"/>
              </a:ext>
            </a:extLst>
          </p:cNvPr>
          <p:cNvSpPr>
            <a:spLocks noGrp="1"/>
          </p:cNvSpPr>
          <p:nvPr>
            <p:ph type="sldNum" sz="quarter" idx="12"/>
          </p:nvPr>
        </p:nvSpPr>
        <p:spPr/>
        <p:txBody>
          <a:bodyPr/>
          <a:lstStyle/>
          <a:p>
            <a:fld id="{07D32766-6DD6-4D37-9E38-9194B66E5D2E}" type="slidenum">
              <a:rPr lang="en-US" smtClean="0"/>
              <a:t>‹#›</a:t>
            </a:fld>
            <a:endParaRPr lang="en-US"/>
          </a:p>
        </p:txBody>
      </p:sp>
    </p:spTree>
    <p:extLst>
      <p:ext uri="{BB962C8B-B14F-4D97-AF65-F5344CB8AC3E}">
        <p14:creationId xmlns:p14="http://schemas.microsoft.com/office/powerpoint/2010/main" val="3391885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912E86-D0F5-BC36-D7BF-B4EFA32D0F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EE561C-95F0-2236-2286-585F12B367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741E7F-A856-8B7A-B3B4-51A856581500}"/>
              </a:ext>
            </a:extLst>
          </p:cNvPr>
          <p:cNvSpPr>
            <a:spLocks noGrp="1"/>
          </p:cNvSpPr>
          <p:nvPr>
            <p:ph type="dt" sz="half" idx="10"/>
          </p:nvPr>
        </p:nvSpPr>
        <p:spPr/>
        <p:txBody>
          <a:bodyPr/>
          <a:lstStyle/>
          <a:p>
            <a:fld id="{B59ED8FF-81B4-4593-8AF4-39EA86C74650}" type="datetimeFigureOut">
              <a:rPr lang="en-US" smtClean="0"/>
              <a:t>11/8/2024</a:t>
            </a:fld>
            <a:endParaRPr lang="en-US"/>
          </a:p>
        </p:txBody>
      </p:sp>
      <p:sp>
        <p:nvSpPr>
          <p:cNvPr id="5" name="Footer Placeholder 4">
            <a:extLst>
              <a:ext uri="{FF2B5EF4-FFF2-40B4-BE49-F238E27FC236}">
                <a16:creationId xmlns:a16="http://schemas.microsoft.com/office/drawing/2014/main" id="{429F9547-BFAA-CF6B-3885-A0FEF0BA72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0B41-9378-4676-A49D-E6C1A044DE0D}"/>
              </a:ext>
            </a:extLst>
          </p:cNvPr>
          <p:cNvSpPr>
            <a:spLocks noGrp="1"/>
          </p:cNvSpPr>
          <p:nvPr>
            <p:ph type="sldNum" sz="quarter" idx="12"/>
          </p:nvPr>
        </p:nvSpPr>
        <p:spPr/>
        <p:txBody>
          <a:bodyPr/>
          <a:lstStyle/>
          <a:p>
            <a:fld id="{07D32766-6DD6-4D37-9E38-9194B66E5D2E}" type="slidenum">
              <a:rPr lang="en-US" smtClean="0"/>
              <a:t>‹#›</a:t>
            </a:fld>
            <a:endParaRPr lang="en-US"/>
          </a:p>
        </p:txBody>
      </p:sp>
    </p:spTree>
    <p:extLst>
      <p:ext uri="{BB962C8B-B14F-4D97-AF65-F5344CB8AC3E}">
        <p14:creationId xmlns:p14="http://schemas.microsoft.com/office/powerpoint/2010/main" val="4109699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ntent 50/50">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tx1">
                    <a:lumMod val="75000"/>
                    <a:lumOff val="2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492716" cy="764390"/>
          </a:xfrm>
        </p:spPr>
        <p:txBody>
          <a:bodyPr anchor="b">
            <a:normAutofit/>
          </a:bodyPr>
          <a:lstStyle>
            <a:lvl1pPr algn="l">
              <a:defRPr sz="4000" b="0" i="0">
                <a:solidFill>
                  <a:srgbClr val="063A79"/>
                </a:solidFill>
                <a:latin typeface="Arial" panose="020B0604020202020204" pitchFamily="34" charset="0"/>
                <a:cs typeface="Arial" panose="020B0604020202020204" pitchFamily="34" charset="0"/>
              </a:defRPr>
            </a:lvl1pPr>
          </a:lstStyle>
          <a:p>
            <a:r>
              <a:rPr lang="en-US"/>
              <a:t>Slide Title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Tree>
    <p:extLst>
      <p:ext uri="{BB962C8B-B14F-4D97-AF65-F5344CB8AC3E}">
        <p14:creationId xmlns:p14="http://schemas.microsoft.com/office/powerpoint/2010/main" val="2799329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82DB32-C257-3E15-8AA4-93F0A7C834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5F5541-D6B2-A617-5F43-2C789760D9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2887E7-8EC3-332A-6ED5-F8E6748C11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9ED8FF-81B4-4593-8AF4-39EA86C74650}" type="datetimeFigureOut">
              <a:rPr lang="en-US" smtClean="0"/>
              <a:t>11/8/2024</a:t>
            </a:fld>
            <a:endParaRPr lang="en-US"/>
          </a:p>
        </p:txBody>
      </p:sp>
      <p:sp>
        <p:nvSpPr>
          <p:cNvPr id="5" name="Footer Placeholder 4">
            <a:extLst>
              <a:ext uri="{FF2B5EF4-FFF2-40B4-BE49-F238E27FC236}">
                <a16:creationId xmlns:a16="http://schemas.microsoft.com/office/drawing/2014/main" id="{C9C5EA57-E6F2-70DF-DB13-CF04D369AB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269F505-914C-D16C-5215-2A765440EF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7D32766-6DD6-4D37-9E38-9194B66E5D2E}" type="slidenum">
              <a:rPr lang="en-US" smtClean="0"/>
              <a:t>‹#›</a:t>
            </a:fld>
            <a:endParaRPr lang="en-US"/>
          </a:p>
        </p:txBody>
      </p:sp>
    </p:spTree>
    <p:extLst>
      <p:ext uri="{BB962C8B-B14F-4D97-AF65-F5344CB8AC3E}">
        <p14:creationId xmlns:p14="http://schemas.microsoft.com/office/powerpoint/2010/main" val="1723341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BE508DA-8460-4788-8000-47A2BE6DA870}"/>
              </a:ext>
            </a:extLst>
          </p:cNvPr>
          <p:cNvSpPr/>
          <p:nvPr/>
        </p:nvSpPr>
        <p:spPr>
          <a:xfrm>
            <a:off x="436244" y="1516104"/>
            <a:ext cx="4880475" cy="1744004"/>
          </a:xfrm>
          <a:prstGeom prst="rect">
            <a:avLst/>
          </a:prstGeom>
        </p:spPr>
        <p:txBody>
          <a:bodyPr wrap="square">
            <a:spAutoFit/>
          </a:bodyPr>
          <a:lstStyle/>
          <a:p>
            <a:pPr lvl="0">
              <a:lnSpc>
                <a:spcPct val="100000"/>
              </a:lnSpc>
            </a:pPr>
            <a:r>
              <a:rPr lang="en-US" sz="2333" b="1">
                <a:solidFill>
                  <a:srgbClr val="008AD9"/>
                </a:solidFill>
                <a:latin typeface="Poppins" panose="00000500000000000000" pitchFamily="2" charset="0"/>
                <a:ea typeface="Calibri" panose="020F0502020204030204" pitchFamily="34" charset="0"/>
                <a:cs typeface="Poppins" panose="00000500000000000000" pitchFamily="2" charset="0"/>
              </a:rPr>
              <a:t>Business Need</a:t>
            </a:r>
            <a:endParaRPr lang="en-US" sz="2333">
              <a:solidFill>
                <a:srgbClr val="008AD9"/>
              </a:solidFill>
              <a:latin typeface="Poppins" panose="00000500000000000000" pitchFamily="2" charset="0"/>
              <a:cs typeface="Poppins" panose="00000500000000000000" pitchFamily="2" charset="0"/>
            </a:endParaRPr>
          </a:p>
          <a:p>
            <a:pPr lvl="0"/>
            <a:r>
              <a:rPr lang="en-US" sz="1400">
                <a:solidFill>
                  <a:schemeClr val="tx1">
                    <a:lumMod val="75000"/>
                    <a:lumOff val="25000"/>
                  </a:schemeClr>
                </a:solidFill>
                <a:latin typeface="Poppins" panose="00000500000000000000" pitchFamily="2" charset="0"/>
                <a:cs typeface="Poppins" panose="00000500000000000000" pitchFamily="2" charset="0"/>
              </a:rPr>
              <a:t>A leading outdoor retailer asked for assistance in creating content to drive adoption, awareness, and training initiatives to onboard staff to the SPO platform migration and Microsoft 365. Users were confused about when to use one app versus another. ​</a:t>
            </a:r>
          </a:p>
        </p:txBody>
      </p:sp>
      <p:sp>
        <p:nvSpPr>
          <p:cNvPr id="4" name="Rectangle 3">
            <a:extLst>
              <a:ext uri="{FF2B5EF4-FFF2-40B4-BE49-F238E27FC236}">
                <a16:creationId xmlns:a16="http://schemas.microsoft.com/office/drawing/2014/main" id="{A57792E2-B694-4B97-AABD-4E7DA2DAFA6F}"/>
              </a:ext>
            </a:extLst>
          </p:cNvPr>
          <p:cNvSpPr/>
          <p:nvPr/>
        </p:nvSpPr>
        <p:spPr>
          <a:xfrm>
            <a:off x="436244" y="3429000"/>
            <a:ext cx="4880474" cy="2174891"/>
          </a:xfrm>
          <a:prstGeom prst="rect">
            <a:avLst/>
          </a:prstGeom>
        </p:spPr>
        <p:txBody>
          <a:bodyPr wrap="square">
            <a:spAutoFit/>
          </a:bodyPr>
          <a:lstStyle/>
          <a:p>
            <a:pPr lvl="0"/>
            <a:r>
              <a:rPr lang="en-US" sz="2333" b="1" dirty="0">
                <a:solidFill>
                  <a:srgbClr val="008AD9"/>
                </a:solidFill>
                <a:latin typeface="Poppins" panose="00000500000000000000" pitchFamily="2" charset="0"/>
                <a:ea typeface="Calibri" panose="020F0502020204030204" pitchFamily="34" charset="0"/>
                <a:cs typeface="Poppins" panose="00000500000000000000" pitchFamily="2" charset="0"/>
              </a:rPr>
              <a:t>What We Did</a:t>
            </a:r>
            <a:endParaRPr lang="en-US" sz="1500" dirty="0">
              <a:solidFill>
                <a:srgbClr val="008AD9"/>
              </a:solidFill>
              <a:latin typeface="Poppins" panose="00000500000000000000" pitchFamily="2" charset="0"/>
              <a:cs typeface="Poppins" panose="00000500000000000000" pitchFamily="2" charset="0"/>
            </a:endParaRPr>
          </a:p>
          <a:p>
            <a:r>
              <a:rPr lang="en-US" sz="1400" dirty="0">
                <a:solidFill>
                  <a:schemeClr val="tx1">
                    <a:lumMod val="75000"/>
                    <a:lumOff val="25000"/>
                  </a:schemeClr>
                </a:solidFill>
                <a:latin typeface="Poppins" panose="00000500000000000000" pitchFamily="2" charset="0"/>
                <a:cs typeface="Poppins" panose="00000500000000000000" pitchFamily="2" charset="0"/>
              </a:rPr>
              <a:t>​Affirma pitched a visual design and narrative that places the user in the center, telling them which application will help them get their work done. </a:t>
            </a:r>
          </a:p>
          <a:p>
            <a:endParaRPr lang="en-US" sz="1400" dirty="0">
              <a:solidFill>
                <a:schemeClr val="tx1">
                  <a:lumMod val="75000"/>
                  <a:lumOff val="25000"/>
                </a:schemeClr>
              </a:solidFill>
              <a:latin typeface="Poppins" panose="00000500000000000000" pitchFamily="2" charset="0"/>
              <a:cs typeface="Poppins" panose="00000500000000000000" pitchFamily="2" charset="0"/>
            </a:endParaRPr>
          </a:p>
          <a:p>
            <a:pPr lvl="0"/>
            <a:r>
              <a:rPr lang="en-US" sz="1400" dirty="0">
                <a:solidFill>
                  <a:schemeClr val="tx1">
                    <a:lumMod val="75000"/>
                    <a:lumOff val="25000"/>
                  </a:schemeClr>
                </a:solidFill>
                <a:latin typeface="Poppins" panose="00000500000000000000" pitchFamily="2" charset="0"/>
                <a:cs typeface="Poppins" panose="00000500000000000000" pitchFamily="2" charset="0"/>
              </a:rPr>
              <a:t>We created a mix of content to address their needs including infographics, web pages to stock a migration portal and educational portal, and training seminars built on an adult learning model.</a:t>
            </a:r>
          </a:p>
        </p:txBody>
      </p:sp>
      <p:pic>
        <p:nvPicPr>
          <p:cNvPr id="9" name="Content Placeholder 5">
            <a:extLst>
              <a:ext uri="{FF2B5EF4-FFF2-40B4-BE49-F238E27FC236}">
                <a16:creationId xmlns:a16="http://schemas.microsoft.com/office/drawing/2014/main" id="{4D0163C1-57E7-4518-9102-07D4367B08CA}"/>
              </a:ext>
            </a:extLst>
          </p:cNvPr>
          <p:cNvPicPr>
            <a:picLocks noChangeAspect="1"/>
          </p:cNvPicPr>
          <p:nvPr/>
        </p:nvPicPr>
        <p:blipFill rotWithShape="1">
          <a:blip r:embed="rId3"/>
          <a:srcRect l="16219" t="23209" r="20328" b="13656"/>
          <a:stretch/>
        </p:blipFill>
        <p:spPr>
          <a:xfrm>
            <a:off x="5487630" y="2056980"/>
            <a:ext cx="6323371" cy="3736259"/>
          </a:xfrm>
          <a:prstGeom prst="rect">
            <a:avLst/>
          </a:prstGeom>
          <a:ln w="9525">
            <a:solidFill>
              <a:schemeClr val="accent3">
                <a:lumMod val="60000"/>
                <a:lumOff val="40000"/>
              </a:schemeClr>
            </a:solidFill>
          </a:ln>
          <a:effectLst>
            <a:outerShdw blurRad="50800" dist="63500" dir="2700000" algn="tl" rotWithShape="0">
              <a:prstClr val="black">
                <a:alpha val="40000"/>
              </a:prstClr>
            </a:outerShdw>
          </a:effectLst>
        </p:spPr>
      </p:pic>
      <p:sp>
        <p:nvSpPr>
          <p:cNvPr id="10" name="TextBox 9">
            <a:extLst>
              <a:ext uri="{FF2B5EF4-FFF2-40B4-BE49-F238E27FC236}">
                <a16:creationId xmlns:a16="http://schemas.microsoft.com/office/drawing/2014/main" id="{675E4EE2-209C-4215-EC66-5CB51F0F55B9}"/>
              </a:ext>
            </a:extLst>
          </p:cNvPr>
          <p:cNvSpPr txBox="1"/>
          <p:nvPr/>
        </p:nvSpPr>
        <p:spPr>
          <a:xfrm>
            <a:off x="440910" y="436884"/>
            <a:ext cx="11144537" cy="707886"/>
          </a:xfrm>
          <a:prstGeom prst="rect">
            <a:avLst/>
          </a:prstGeom>
          <a:noFill/>
        </p:spPr>
        <p:txBody>
          <a:bodyPr wrap="square">
            <a:spAutoFit/>
          </a:bodyPr>
          <a:lstStyle/>
          <a:p>
            <a:r>
              <a:rPr lang="en-US" sz="4000" dirty="0">
                <a:solidFill>
                  <a:srgbClr val="063A79"/>
                </a:solidFill>
                <a:latin typeface="Poppins" panose="00000500000000000000" pitchFamily="2" charset="0"/>
                <a:ea typeface="+mj-ea"/>
                <a:cs typeface="Poppins" panose="00000500000000000000" pitchFamily="2" charset="0"/>
              </a:rPr>
              <a:t>Leading Outdoor Retailer – M365</a:t>
            </a:r>
            <a:endParaRPr lang="en-US" sz="2400" dirty="0">
              <a:solidFill>
                <a:srgbClr val="063A79"/>
              </a:solidFill>
              <a:latin typeface="Poppins" panose="00000500000000000000" pitchFamily="2" charset="0"/>
              <a:ea typeface="+mj-ea"/>
              <a:cs typeface="Poppins" panose="00000500000000000000" pitchFamily="2" charset="0"/>
            </a:endParaRPr>
          </a:p>
        </p:txBody>
      </p:sp>
    </p:spTree>
    <p:extLst>
      <p:ext uri="{BB962C8B-B14F-4D97-AF65-F5344CB8AC3E}">
        <p14:creationId xmlns:p14="http://schemas.microsoft.com/office/powerpoint/2010/main" val="2987931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2E9C7C7-2E63-4D44-BC15-C4DAAFB478DD}"/>
              </a:ext>
            </a:extLst>
          </p:cNvPr>
          <p:cNvSpPr/>
          <p:nvPr/>
        </p:nvSpPr>
        <p:spPr>
          <a:xfrm>
            <a:off x="6527571" y="5352143"/>
            <a:ext cx="5664429" cy="1505858"/>
          </a:xfrm>
          <a:prstGeom prst="rect">
            <a:avLst/>
          </a:prstGeom>
          <a:solidFill>
            <a:srgbClr val="008A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7" name="Text Placeholder 9">
            <a:extLst>
              <a:ext uri="{FF2B5EF4-FFF2-40B4-BE49-F238E27FC236}">
                <a16:creationId xmlns:a16="http://schemas.microsoft.com/office/drawing/2014/main" id="{847A0E53-B2E7-4C1A-AB16-C2EBF4841B11}"/>
              </a:ext>
            </a:extLst>
          </p:cNvPr>
          <p:cNvSpPr txBox="1">
            <a:spLocks/>
          </p:cNvSpPr>
          <p:nvPr/>
        </p:nvSpPr>
        <p:spPr>
          <a:xfrm>
            <a:off x="6841815" y="5607802"/>
            <a:ext cx="4739476" cy="788608"/>
          </a:xfrm>
          <a:prstGeom prst="rect">
            <a:avLst/>
          </a:prstGeom>
        </p:spPr>
        <p:txBody>
          <a:bodyPr/>
          <a:lstStyle>
            <a:lvl1pPr marL="268971" indent="-268971" algn="l" defTabSz="1075883" rtl="0" eaLnBrk="1" latinLnBrk="0" hangingPunct="1">
              <a:lnSpc>
                <a:spcPct val="90000"/>
              </a:lnSpc>
              <a:spcBef>
                <a:spcPts val="1177"/>
              </a:spcBef>
              <a:buFont typeface="Arial" panose="020B0604020202020204" pitchFamily="34" charset="0"/>
              <a:buChar char="•"/>
              <a:defRPr sz="2353" kern="1200">
                <a:solidFill>
                  <a:schemeClr val="tx1"/>
                </a:solidFill>
                <a:latin typeface="Segoe UI" panose="020B0502040204020203" pitchFamily="34" charset="0"/>
                <a:ea typeface="+mn-ea"/>
                <a:cs typeface="+mn-cs"/>
              </a:defRPr>
            </a:lvl1pPr>
            <a:lvl2pPr marL="806912"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Segoe UI" panose="020B0502040204020203" pitchFamily="34" charset="0"/>
                <a:ea typeface="+mn-ea"/>
                <a:cs typeface="+mn-cs"/>
              </a:defRPr>
            </a:lvl2pPr>
            <a:lvl3pPr marL="1344854" indent="-268971" algn="l" defTabSz="1075883" rtl="0" eaLnBrk="1" latinLnBrk="0" hangingPunct="1">
              <a:lnSpc>
                <a:spcPct val="90000"/>
              </a:lnSpc>
              <a:spcBef>
                <a:spcPts val="588"/>
              </a:spcBef>
              <a:buFont typeface="Arial" panose="020B0604020202020204" pitchFamily="34" charset="0"/>
              <a:buChar char="•"/>
              <a:defRPr sz="1883" kern="1200">
                <a:solidFill>
                  <a:schemeClr val="tx1"/>
                </a:solidFill>
                <a:latin typeface="Segoe UI" panose="020B0502040204020203" pitchFamily="34" charset="0"/>
                <a:ea typeface="+mn-ea"/>
                <a:cs typeface="+mn-cs"/>
              </a:defRPr>
            </a:lvl3pPr>
            <a:lvl4pPr marL="1882795" indent="-268971" algn="l" defTabSz="1075883" rtl="0" eaLnBrk="1" latinLnBrk="0" hangingPunct="1">
              <a:lnSpc>
                <a:spcPct val="90000"/>
              </a:lnSpc>
              <a:spcBef>
                <a:spcPts val="588"/>
              </a:spcBef>
              <a:buFont typeface="Arial" panose="020B0604020202020204" pitchFamily="34" charset="0"/>
              <a:buChar char="•"/>
              <a:defRPr sz="1647" kern="1200">
                <a:solidFill>
                  <a:schemeClr val="tx1"/>
                </a:solidFill>
                <a:latin typeface="Segoe UI" panose="020B0502040204020203" pitchFamily="34" charset="0"/>
                <a:ea typeface="+mn-ea"/>
                <a:cs typeface="+mn-cs"/>
              </a:defRPr>
            </a:lvl4pPr>
            <a:lvl5pPr marL="2420737" indent="-268971" algn="l" defTabSz="1075883" rtl="0" eaLnBrk="1" latinLnBrk="0" hangingPunct="1">
              <a:lnSpc>
                <a:spcPct val="90000"/>
              </a:lnSpc>
              <a:spcBef>
                <a:spcPts val="588"/>
              </a:spcBef>
              <a:buFont typeface="Arial" panose="020B0604020202020204" pitchFamily="34" charset="0"/>
              <a:buChar char="•"/>
              <a:defRPr sz="1647" kern="1200">
                <a:solidFill>
                  <a:schemeClr val="tx1"/>
                </a:solidFill>
                <a:latin typeface="Segoe UI" panose="020B0502040204020203" pitchFamily="34" charset="0"/>
                <a:ea typeface="+mn-ea"/>
                <a:cs typeface="+mn-cs"/>
              </a:defRPr>
            </a:lvl5pPr>
            <a:lvl6pPr marL="2958678"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6pPr>
            <a:lvl7pPr marL="3496620"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7pPr>
            <a:lvl8pPr marL="4034561"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8pPr>
            <a:lvl9pPr marL="4572503"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9pPr>
          </a:lstStyle>
          <a:p>
            <a:pPr marL="0" indent="0">
              <a:buNone/>
            </a:pPr>
            <a:r>
              <a:rPr lang="en-US" sz="1400" b="1">
                <a:solidFill>
                  <a:schemeClr val="bg1"/>
                </a:solidFill>
                <a:latin typeface="Poppins" panose="00000500000000000000" pitchFamily="2" charset="0"/>
                <a:cs typeface="Poppins" panose="00000500000000000000" pitchFamily="2" charset="0"/>
              </a:rPr>
              <a:t>Results </a:t>
            </a:r>
          </a:p>
          <a:p>
            <a:pPr marL="0" indent="0">
              <a:buNone/>
            </a:pPr>
            <a:r>
              <a:rPr lang="en-US" sz="1400" b="1">
                <a:solidFill>
                  <a:schemeClr val="bg1"/>
                </a:solidFill>
                <a:latin typeface="Poppins" panose="00000500000000000000" pitchFamily="2" charset="0"/>
                <a:cs typeface="Poppins" panose="00000500000000000000" pitchFamily="2" charset="0"/>
              </a:rPr>
              <a:t>100% </a:t>
            </a:r>
            <a:r>
              <a:rPr lang="en-US" sz="1400">
                <a:solidFill>
                  <a:schemeClr val="bg1"/>
                </a:solidFill>
                <a:latin typeface="Poppins" panose="00000500000000000000" pitchFamily="2" charset="0"/>
                <a:cs typeface="Poppins" panose="00000500000000000000" pitchFamily="2" charset="0"/>
              </a:rPr>
              <a:t>of HQ (~4k) have moved to M365 successfully and have expedited the roll out to the larger field retail group.</a:t>
            </a:r>
            <a:endParaRPr lang="en-US" sz="1400" b="1">
              <a:solidFill>
                <a:schemeClr val="bg1"/>
              </a:solidFill>
              <a:latin typeface="Poppins" panose="00000500000000000000" pitchFamily="2" charset="0"/>
              <a:cs typeface="Poppins" panose="00000500000000000000" pitchFamily="2" charset="0"/>
            </a:endParaRPr>
          </a:p>
        </p:txBody>
      </p:sp>
      <p:pic>
        <p:nvPicPr>
          <p:cNvPr id="9" name="Content Placeholder 5">
            <a:extLst>
              <a:ext uri="{FF2B5EF4-FFF2-40B4-BE49-F238E27FC236}">
                <a16:creationId xmlns:a16="http://schemas.microsoft.com/office/drawing/2014/main" id="{1D74CC44-8752-4E8C-A344-1BC1A904C787}"/>
              </a:ext>
            </a:extLst>
          </p:cNvPr>
          <p:cNvPicPr>
            <a:picLocks noChangeAspect="1"/>
          </p:cNvPicPr>
          <p:nvPr/>
        </p:nvPicPr>
        <p:blipFill rotWithShape="1">
          <a:blip r:embed="rId3"/>
          <a:srcRect l="28344" t="15048" r="32338" b="5828"/>
          <a:stretch/>
        </p:blipFill>
        <p:spPr>
          <a:xfrm>
            <a:off x="534537" y="1392773"/>
            <a:ext cx="3872552" cy="4523458"/>
          </a:xfrm>
          <a:prstGeom prst="rect">
            <a:avLst/>
          </a:prstGeom>
          <a:ln w="9525">
            <a:solidFill>
              <a:schemeClr val="accent3">
                <a:lumMod val="60000"/>
                <a:lumOff val="40000"/>
              </a:schemeClr>
            </a:solidFill>
          </a:ln>
          <a:effectLst>
            <a:outerShdw blurRad="50800" dist="63500" dir="2700000" algn="tl" rotWithShape="0">
              <a:prstClr val="black">
                <a:alpha val="40000"/>
              </a:prstClr>
            </a:outerShdw>
          </a:effectLst>
        </p:spPr>
      </p:pic>
      <p:pic>
        <p:nvPicPr>
          <p:cNvPr id="10" name="Content Placeholder 6">
            <a:extLst>
              <a:ext uri="{FF2B5EF4-FFF2-40B4-BE49-F238E27FC236}">
                <a16:creationId xmlns:a16="http://schemas.microsoft.com/office/drawing/2014/main" id="{8967C665-D207-4BB0-9F36-2851CEF9F848}"/>
              </a:ext>
            </a:extLst>
          </p:cNvPr>
          <p:cNvPicPr>
            <a:picLocks noChangeAspect="1"/>
          </p:cNvPicPr>
          <p:nvPr/>
        </p:nvPicPr>
        <p:blipFill rotWithShape="1">
          <a:blip r:embed="rId4"/>
          <a:srcRect l="31578" t="14290" r="35628" b="4777"/>
          <a:stretch/>
        </p:blipFill>
        <p:spPr>
          <a:xfrm>
            <a:off x="2905142" y="2355096"/>
            <a:ext cx="3325962" cy="4274304"/>
          </a:xfrm>
          <a:prstGeom prst="rect">
            <a:avLst/>
          </a:prstGeom>
          <a:ln w="9525">
            <a:solidFill>
              <a:schemeClr val="accent3">
                <a:lumMod val="60000"/>
                <a:lumOff val="40000"/>
              </a:schemeClr>
            </a:solidFill>
          </a:ln>
          <a:effectLst>
            <a:outerShdw blurRad="50800" dist="63500" dir="2700000" algn="tl" rotWithShape="0">
              <a:prstClr val="black">
                <a:alpha val="40000"/>
              </a:prstClr>
            </a:outerShdw>
          </a:effectLst>
        </p:spPr>
      </p:pic>
      <p:sp>
        <p:nvSpPr>
          <p:cNvPr id="11" name="Content Placeholder 10">
            <a:extLst>
              <a:ext uri="{FF2B5EF4-FFF2-40B4-BE49-F238E27FC236}">
                <a16:creationId xmlns:a16="http://schemas.microsoft.com/office/drawing/2014/main" id="{E22CE8A9-06DE-42CE-AD26-7EACB5BBD48C}"/>
              </a:ext>
            </a:extLst>
          </p:cNvPr>
          <p:cNvSpPr txBox="1">
            <a:spLocks/>
          </p:cNvSpPr>
          <p:nvPr/>
        </p:nvSpPr>
        <p:spPr>
          <a:xfrm>
            <a:off x="6841815" y="3255158"/>
            <a:ext cx="4196386" cy="1670111"/>
          </a:xfrm>
          <a:prstGeom prst="rect">
            <a:avLst/>
          </a:prstGeom>
        </p:spPr>
        <p:txBody>
          <a:bodyPr>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en-US" sz="1200" b="1">
                <a:solidFill>
                  <a:srgbClr val="008AD9"/>
                </a:solidFill>
                <a:latin typeface="Poppins" panose="00000500000000000000" pitchFamily="2" charset="0"/>
                <a:cs typeface="Poppins" panose="00000500000000000000" pitchFamily="2" charset="0"/>
              </a:rPr>
              <a:t>Understanding Microsoft 365 Groups</a:t>
            </a:r>
          </a:p>
          <a:p>
            <a:pPr>
              <a:lnSpc>
                <a:spcPct val="150000"/>
              </a:lnSpc>
              <a:spcBef>
                <a:spcPts val="0"/>
              </a:spcBef>
            </a:pPr>
            <a:r>
              <a:rPr lang="en-US" sz="1200">
                <a:solidFill>
                  <a:srgbClr val="353535"/>
                </a:solidFill>
                <a:latin typeface="Poppins" panose="00000500000000000000" pitchFamily="2" charset="0"/>
                <a:cs typeface="Poppins" panose="00000500000000000000" pitchFamily="2" charset="0"/>
              </a:rPr>
              <a:t>There was some confusion amongst stakeholders on how groups work.  An infographic was perfectly suited to visually represent how Groups work and to promote the client’s preferred method for creating groups, Teams.</a:t>
            </a:r>
          </a:p>
        </p:txBody>
      </p:sp>
      <p:cxnSp>
        <p:nvCxnSpPr>
          <p:cNvPr id="12" name="Straight Arrow Connector 11">
            <a:extLst>
              <a:ext uri="{FF2B5EF4-FFF2-40B4-BE49-F238E27FC236}">
                <a16:creationId xmlns:a16="http://schemas.microsoft.com/office/drawing/2014/main" id="{4C8C3ED3-1DAC-4293-9C2B-13A0B908A37F}"/>
              </a:ext>
            </a:extLst>
          </p:cNvPr>
          <p:cNvCxnSpPr>
            <a:cxnSpLocks/>
          </p:cNvCxnSpPr>
          <p:nvPr/>
        </p:nvCxnSpPr>
        <p:spPr>
          <a:xfrm flipH="1" flipV="1">
            <a:off x="4949816" y="3051259"/>
            <a:ext cx="1781174" cy="585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Content Placeholder 10">
            <a:extLst>
              <a:ext uri="{FF2B5EF4-FFF2-40B4-BE49-F238E27FC236}">
                <a16:creationId xmlns:a16="http://schemas.microsoft.com/office/drawing/2014/main" id="{3B85D4EA-09B0-4673-8677-543AC6D0BC6C}"/>
              </a:ext>
            </a:extLst>
          </p:cNvPr>
          <p:cNvSpPr txBox="1">
            <a:spLocks/>
          </p:cNvSpPr>
          <p:nvPr/>
        </p:nvSpPr>
        <p:spPr>
          <a:xfrm>
            <a:off x="6841815" y="1392773"/>
            <a:ext cx="4536338" cy="1862385"/>
          </a:xfrm>
          <a:prstGeom prst="rect">
            <a:avLst/>
          </a:prstGeom>
        </p:spPr>
        <p:txBody>
          <a:bodyPr>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en-US" sz="1300" b="1">
                <a:solidFill>
                  <a:srgbClr val="008AD9"/>
                </a:solidFill>
                <a:latin typeface="Poppins" panose="00000500000000000000" pitchFamily="2" charset="0"/>
                <a:cs typeface="Poppins" panose="00000500000000000000" pitchFamily="2" charset="0"/>
              </a:rPr>
              <a:t>Microsoft 365 Essentials</a:t>
            </a:r>
          </a:p>
          <a:p>
            <a:pPr>
              <a:lnSpc>
                <a:spcPct val="150000"/>
              </a:lnSpc>
              <a:spcBef>
                <a:spcPts val="0"/>
              </a:spcBef>
            </a:pPr>
            <a:r>
              <a:rPr lang="en-US" sz="1300">
                <a:solidFill>
                  <a:srgbClr val="353535"/>
                </a:solidFill>
                <a:latin typeface="Poppins" panose="00000500000000000000" pitchFamily="2" charset="0"/>
                <a:cs typeface="Poppins" panose="00000500000000000000" pitchFamily="2" charset="0"/>
              </a:rPr>
              <a:t>We pitched another visual design, with users and owners at the center, and created clickable titles that are geared to the action the user needs to perform to do their job. Each heading takes the user to the resource center we built, encouraging user self-service. Note this is a user-based journey!</a:t>
            </a:r>
          </a:p>
          <a:p>
            <a:pPr>
              <a:lnSpc>
                <a:spcPct val="150000"/>
              </a:lnSpc>
              <a:spcBef>
                <a:spcPts val="0"/>
              </a:spcBef>
            </a:pPr>
            <a:endParaRPr lang="en-US" sz="1100">
              <a:solidFill>
                <a:srgbClr val="353535"/>
              </a:solidFill>
              <a:latin typeface="Poppins" panose="00000500000000000000" pitchFamily="2" charset="0"/>
              <a:cs typeface="Poppins" panose="00000500000000000000" pitchFamily="2" charset="0"/>
            </a:endParaRPr>
          </a:p>
        </p:txBody>
      </p:sp>
      <p:cxnSp>
        <p:nvCxnSpPr>
          <p:cNvPr id="14" name="Straight Arrow Connector 13">
            <a:extLst>
              <a:ext uri="{FF2B5EF4-FFF2-40B4-BE49-F238E27FC236}">
                <a16:creationId xmlns:a16="http://schemas.microsoft.com/office/drawing/2014/main" id="{312B28A1-81AD-48DC-802E-A9E3716B34C1}"/>
              </a:ext>
            </a:extLst>
          </p:cNvPr>
          <p:cNvCxnSpPr>
            <a:cxnSpLocks/>
          </p:cNvCxnSpPr>
          <p:nvPr/>
        </p:nvCxnSpPr>
        <p:spPr>
          <a:xfrm flipH="1" flipV="1">
            <a:off x="3733801" y="1554082"/>
            <a:ext cx="2886364" cy="6029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9522DC2-6489-229A-4FD8-96A16DBEF7B3}"/>
              </a:ext>
            </a:extLst>
          </p:cNvPr>
          <p:cNvSpPr txBox="1"/>
          <p:nvPr/>
        </p:nvSpPr>
        <p:spPr>
          <a:xfrm>
            <a:off x="440910" y="436884"/>
            <a:ext cx="11144537" cy="707886"/>
          </a:xfrm>
          <a:prstGeom prst="rect">
            <a:avLst/>
          </a:prstGeom>
          <a:noFill/>
        </p:spPr>
        <p:txBody>
          <a:bodyPr wrap="square">
            <a:spAutoFit/>
          </a:bodyPr>
          <a:lstStyle/>
          <a:p>
            <a:r>
              <a:rPr lang="en-US" sz="4000" dirty="0">
                <a:solidFill>
                  <a:srgbClr val="063A79"/>
                </a:solidFill>
                <a:latin typeface="Poppins" panose="00000500000000000000" pitchFamily="2" charset="0"/>
                <a:ea typeface="+mj-ea"/>
                <a:cs typeface="Poppins" panose="00000500000000000000" pitchFamily="2" charset="0"/>
              </a:rPr>
              <a:t>Leading Outdoor Retailer </a:t>
            </a:r>
            <a:r>
              <a:rPr lang="en-US" sz="4000">
                <a:solidFill>
                  <a:srgbClr val="063A79"/>
                </a:solidFill>
                <a:latin typeface="Poppins" panose="00000500000000000000" pitchFamily="2" charset="0"/>
                <a:ea typeface="+mj-ea"/>
                <a:cs typeface="Poppins" panose="00000500000000000000" pitchFamily="2" charset="0"/>
              </a:rPr>
              <a:t>– M365</a:t>
            </a:r>
            <a:endParaRPr lang="en-US" sz="2400" dirty="0">
              <a:solidFill>
                <a:srgbClr val="063A79"/>
              </a:solidFill>
              <a:latin typeface="Poppins" panose="00000500000000000000" pitchFamily="2" charset="0"/>
              <a:ea typeface="+mj-ea"/>
              <a:cs typeface="Poppins" panose="00000500000000000000" pitchFamily="2" charset="0"/>
            </a:endParaRPr>
          </a:p>
        </p:txBody>
      </p:sp>
    </p:spTree>
    <p:extLst>
      <p:ext uri="{BB962C8B-B14F-4D97-AF65-F5344CB8AC3E}">
        <p14:creationId xmlns:p14="http://schemas.microsoft.com/office/powerpoint/2010/main" val="193407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ustomXsn xmlns="http://schemas.microsoft.com/office/2006/metadata/customXsn">
  <xsnLocation/>
  <cached>True</cached>
  <openByDefault>False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Notes0 xmlns="f0ee8362-fa7e-4bc9-ab88-7dcfb17cb19b" xsi:nil="true"/>
    <Named_x0020_Account xmlns="f0ee8362-fa7e-4bc9-ab88-7dcfb17cb19b" xsi:nil="true"/>
    <Industries xmlns="f0ee8362-fa7e-4bc9-ab88-7dcfb17cb19b">
      <Value>Retail</Value>
    </Industries>
    <PlatTech xmlns="f0ee8362-fa7e-4bc9-ab88-7dcfb17cb19b">
      <Value>SharePoint</Value>
      <Value>Teams</Value>
    </PlatTech>
    <BusinessUnit xmlns="f0ee8362-fa7e-4bc9-ab88-7dcfb17cb19b">
      <Value>Modern Workplace</Value>
      <Value>Marketing Services</Value>
    </BusinessUnit>
    <Solutions xmlns="f0ee8362-fa7e-4bc9-ab88-7dcfb17cb19b">
      <Value>Intranet / Extranet</Value>
      <Value>Change Management</Value>
    </Solutions>
    <ProjectCompletionDate xmlns="f0ee8362-fa7e-4bc9-ab88-7dcfb17cb19b" xsi:nil="true"/>
    <ApprovedByClient xmlns="f0ee8362-fa7e-4bc9-ab88-7dcfb17cb19b">false</ApprovedByClient>
  </documentManagement>
</p:properties>
</file>

<file path=customXml/itemProps1.xml><?xml version="1.0" encoding="utf-8"?>
<ds:datastoreItem xmlns:ds="http://schemas.openxmlformats.org/officeDocument/2006/customXml" ds:itemID="{62A3E9C9-F4C0-4AC6-A90E-4B683E30C12B}"/>
</file>

<file path=customXml/itemProps2.xml><?xml version="1.0" encoding="utf-8"?>
<ds:datastoreItem xmlns:ds="http://schemas.openxmlformats.org/officeDocument/2006/customXml" ds:itemID="{334AEF59-D02A-45FF-9C96-41E6E295B920}"/>
</file>

<file path=customXml/itemProps3.xml><?xml version="1.0" encoding="utf-8"?>
<ds:datastoreItem xmlns:ds="http://schemas.openxmlformats.org/officeDocument/2006/customXml" ds:itemID="{F28AA8DB-AD0C-4F22-B51C-79B9D3BD43F6}"/>
</file>

<file path=customXml/itemProps4.xml><?xml version="1.0" encoding="utf-8"?>
<ds:datastoreItem xmlns:ds="http://schemas.openxmlformats.org/officeDocument/2006/customXml" ds:itemID="{9F52F805-3D54-4C53-AFCD-6F2B079B0E31}"/>
</file>

<file path=docProps/app.xml><?xml version="1.0" encoding="utf-8"?>
<Properties xmlns="http://schemas.openxmlformats.org/officeDocument/2006/extended-properties" xmlns:vt="http://schemas.openxmlformats.org/officeDocument/2006/docPropsVTypes">
  <TotalTime>0</TotalTime>
  <Words>248</Words>
  <Application>Microsoft Office PowerPoint</Application>
  <PresentationFormat>Widescreen</PresentationFormat>
  <Paragraphs>16</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Poppins</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Brendan Murphy</dc:creator>
  <cp:lastModifiedBy>Brendan Murphy</cp:lastModifiedBy>
  <cp:revision>2</cp:revision>
  <dcterms:created xsi:type="dcterms:W3CDTF">2024-11-08T19:52:26Z</dcterms:created>
  <dcterms:modified xsi:type="dcterms:W3CDTF">2024-11-08T19:53:05Z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