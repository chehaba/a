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 Reynolds" userId="S::sreynolds@affirma.com::903d64bd-b34e-4ce6-8a97-f00125fca1ea" providerId="AD" clId="Web-{5376A427-FF1B-9174-8E56-31EEADDC4512}"/>
    <pc:docChg chg="modSld">
      <pc:chgData name="Scot Reynolds" userId="S::sreynolds@affirma.com::903d64bd-b34e-4ce6-8a97-f00125fca1ea" providerId="AD" clId="Web-{5376A427-FF1B-9174-8E56-31EEADDC4512}" dt="2019-06-28T17:34:07.241" v="5" actId="20577"/>
      <pc:docMkLst>
        <pc:docMk/>
      </pc:docMkLst>
      <pc:sldChg chg="modSp">
        <pc:chgData name="Scot Reynolds" userId="S::sreynolds@affirma.com::903d64bd-b34e-4ce6-8a97-f00125fca1ea" providerId="AD" clId="Web-{5376A427-FF1B-9174-8E56-31EEADDC4512}" dt="2019-06-28T17:34:05.413" v="3" actId="20577"/>
        <pc:sldMkLst>
          <pc:docMk/>
          <pc:sldMk cId="2582825011" sldId="300"/>
        </pc:sldMkLst>
        <pc:spChg chg="mod">
          <ac:chgData name="Scot Reynolds" userId="S::sreynolds@affirma.com::903d64bd-b34e-4ce6-8a97-f00125fca1ea" providerId="AD" clId="Web-{5376A427-FF1B-9174-8E56-31EEADDC4512}" dt="2019-06-28T17:34:05.413" v="3" actId="20577"/>
          <ac:spMkLst>
            <pc:docMk/>
            <pc:sldMk cId="2582825011" sldId="300"/>
            <ac:spMk id="31" creationId="{EC9A7433-5BCD-4EA6-924A-53FDBF0CAAA6}"/>
          </ac:spMkLst>
        </pc:spChg>
        <pc:spChg chg="mod">
          <ac:chgData name="Scot Reynolds" userId="S::sreynolds@affirma.com::903d64bd-b34e-4ce6-8a97-f00125fca1ea" providerId="AD" clId="Web-{5376A427-FF1B-9174-8E56-31EEADDC4512}" dt="2019-06-28T17:33:48.881" v="0" actId="14100"/>
          <ac:spMkLst>
            <pc:docMk/>
            <pc:sldMk cId="2582825011" sldId="300"/>
            <ac:spMk id="35" creationId="{127A5A2A-6A75-46BB-A872-3D435F9C8C26}"/>
          </ac:spMkLst>
        </pc:spChg>
      </pc:sldChg>
    </pc:docChg>
  </pc:docChgLst>
  <pc:docChgLst>
    <pc:chgData name="Scot Reynolds" userId="S::sreynolds@affirma.com::903d64bd-b34e-4ce6-8a97-f00125fca1ea" providerId="AD" clId="Web-{6753FD9B-03F9-64A5-9464-7666DDA1CD8C}"/>
    <pc:docChg chg="modSld">
      <pc:chgData name="Scot Reynolds" userId="S::sreynolds@affirma.com::903d64bd-b34e-4ce6-8a97-f00125fca1ea" providerId="AD" clId="Web-{6753FD9B-03F9-64A5-9464-7666DDA1CD8C}" dt="2019-06-28T17:32:52.860" v="28" actId="20577"/>
      <pc:docMkLst>
        <pc:docMk/>
      </pc:docMkLst>
      <pc:sldChg chg="modSp">
        <pc:chgData name="Scot Reynolds" userId="S::sreynolds@affirma.com::903d64bd-b34e-4ce6-8a97-f00125fca1ea" providerId="AD" clId="Web-{6753FD9B-03F9-64A5-9464-7666DDA1CD8C}" dt="2019-06-28T17:32:52.860" v="27" actId="20577"/>
        <pc:sldMkLst>
          <pc:docMk/>
          <pc:sldMk cId="2582825011" sldId="300"/>
        </pc:sldMkLst>
        <pc:spChg chg="mod">
          <ac:chgData name="Scot Reynolds" userId="S::sreynolds@affirma.com::903d64bd-b34e-4ce6-8a97-f00125fca1ea" providerId="AD" clId="Web-{6753FD9B-03F9-64A5-9464-7666DDA1CD8C}" dt="2019-06-28T17:31:00.917" v="7" actId="20577"/>
          <ac:spMkLst>
            <pc:docMk/>
            <pc:sldMk cId="2582825011" sldId="300"/>
            <ac:spMk id="31" creationId="{EC9A7433-5BCD-4EA6-924A-53FDBF0CAAA6}"/>
          </ac:spMkLst>
        </pc:spChg>
        <pc:spChg chg="mod">
          <ac:chgData name="Scot Reynolds" userId="S::sreynolds@affirma.com::903d64bd-b34e-4ce6-8a97-f00125fca1ea" providerId="AD" clId="Web-{6753FD9B-03F9-64A5-9464-7666DDA1CD8C}" dt="2019-06-28T17:32:52.860" v="27" actId="20577"/>
          <ac:spMkLst>
            <pc:docMk/>
            <pc:sldMk cId="2582825011" sldId="300"/>
            <ac:spMk id="33" creationId="{A2CD0AFB-BBEB-434B-985F-3ACF7BE51454}"/>
          </ac:spMkLst>
        </pc:spChg>
        <pc:spChg chg="mod">
          <ac:chgData name="Scot Reynolds" userId="S::sreynolds@affirma.com::903d64bd-b34e-4ce6-8a97-f00125fca1ea" providerId="AD" clId="Web-{6753FD9B-03F9-64A5-9464-7666DDA1CD8C}" dt="2019-06-28T17:31:13.480" v="9" actId="1076"/>
          <ac:spMkLst>
            <pc:docMk/>
            <pc:sldMk cId="2582825011" sldId="300"/>
            <ac:spMk id="34" creationId="{EC17F625-2EC2-4F28-895B-03B104D7945A}"/>
          </ac:spMkLst>
        </pc:spChg>
        <pc:spChg chg="mod">
          <ac:chgData name="Scot Reynolds" userId="S::sreynolds@affirma.com::903d64bd-b34e-4ce6-8a97-f00125fca1ea" providerId="AD" clId="Web-{6753FD9B-03F9-64A5-9464-7666DDA1CD8C}" dt="2019-06-28T17:31:25.981" v="10" actId="1076"/>
          <ac:spMkLst>
            <pc:docMk/>
            <pc:sldMk cId="2582825011" sldId="300"/>
            <ac:spMk id="36" creationId="{4651924A-7907-4360-9ED8-B533D803C21B}"/>
          </ac:spMkLst>
        </pc:spChg>
      </pc:sldChg>
    </pc:docChg>
  </pc:docChgLst>
  <pc:docChgLst>
    <pc:chgData name="Scot Reynolds" userId="S::sreynolds@affirma.com::903d64bd-b34e-4ce6-8a97-f00125fca1ea" providerId="AD" clId="Web-{B83A864A-9A10-B6D6-415C-8B35259018F5}"/>
    <pc:docChg chg="modSld">
      <pc:chgData name="Scot Reynolds" userId="S::sreynolds@affirma.com::903d64bd-b34e-4ce6-8a97-f00125fca1ea" providerId="AD" clId="Web-{B83A864A-9A10-B6D6-415C-8B35259018F5}" dt="2019-06-28T17:35:21.719" v="1" actId="14100"/>
      <pc:docMkLst>
        <pc:docMk/>
      </pc:docMkLst>
      <pc:sldChg chg="modSp">
        <pc:chgData name="Scot Reynolds" userId="S::sreynolds@affirma.com::903d64bd-b34e-4ce6-8a97-f00125fca1ea" providerId="AD" clId="Web-{B83A864A-9A10-B6D6-415C-8B35259018F5}" dt="2019-06-28T17:35:21.719" v="1" actId="14100"/>
        <pc:sldMkLst>
          <pc:docMk/>
          <pc:sldMk cId="2582825011" sldId="300"/>
        </pc:sldMkLst>
        <pc:picChg chg="mod">
          <ac:chgData name="Scot Reynolds" userId="S::sreynolds@affirma.com::903d64bd-b34e-4ce6-8a97-f00125fca1ea" providerId="AD" clId="Web-{B83A864A-9A10-B6D6-415C-8B35259018F5}" dt="2019-06-28T17:35:21.719" v="1" actId="14100"/>
          <ac:picMkLst>
            <pc:docMk/>
            <pc:sldMk cId="2582825011" sldId="300"/>
            <ac:picMk id="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Pokemon/IA &amp; Design</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1584280"/>
          </a:xfrm>
          <a:prstGeom prst="rect">
            <a:avLst/>
          </a:prstGeom>
          <a:noFill/>
        </p:spPr>
        <p:txBody>
          <a:bodyPr wrap="square" rtlCol="0" anchor="t">
            <a:spAutoFit/>
          </a:bodyPr>
          <a:lstStyle/>
          <a:p>
            <a:pPr>
              <a:lnSpc>
                <a:spcPct val="150000"/>
              </a:lnSpc>
            </a:pPr>
            <a:r>
              <a:rPr lang="en-US" sz="1100" b="0" i="0" kern="1200" dirty="0">
                <a:effectLst/>
                <a:latin typeface="Open Sans"/>
                <a:ea typeface="+mn-ea"/>
                <a:cs typeface="+mn-cs"/>
              </a:rPr>
              <a:t>Pokemon, a large international organization, came to Affirma seeking a highly usable SharePoint site. Previous application of the client’s portal had received poor adoption due to user challenges around navigation, so we worked closely with the client to design a working site which fixed existing issues.</a:t>
            </a:r>
            <a:r>
              <a:rPr lang="en-US" sz="1100" dirty="0">
                <a:latin typeface="Open Sans"/>
              </a:rPr>
              <a:t> </a:t>
            </a:r>
          </a:p>
          <a:p>
            <a:pPr>
              <a:lnSpc>
                <a:spcPct val="150000"/>
              </a:lnSpc>
            </a:pPr>
            <a:endParaRPr lang="en-US" sz="1100" b="0" i="0" kern="1200" dirty="0">
              <a:effectLst/>
              <a:latin typeface="Open Sans"/>
            </a:endParaRPr>
          </a:p>
          <a:p>
            <a:pPr>
              <a:lnSpc>
                <a:spcPct val="150000"/>
              </a:lnSpc>
            </a:pPr>
            <a:endParaRPr lang="en-US" sz="1100" dirty="0">
              <a:latin typeface="Open San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1843518"/>
          </a:xfrm>
          <a:prstGeom prst="rect">
            <a:avLst/>
          </a:prstGeom>
          <a:noFill/>
        </p:spPr>
        <p:txBody>
          <a:bodyPr wrap="square" rtlCol="0" anchor="t">
            <a:spAutoFit/>
          </a:bodyPr>
          <a:lstStyle/>
          <a:p>
            <a:pPr marL="171450" indent="-171450">
              <a:lnSpc>
                <a:spcPct val="150000"/>
              </a:lnSpc>
              <a:buFont typeface="Arial"/>
              <a:buChar char="•"/>
            </a:pPr>
            <a:r>
              <a:rPr lang="en-US" sz="1100" b="0" i="0" kern="1200" dirty="0">
                <a:effectLst/>
                <a:latin typeface="Open Sans"/>
                <a:ea typeface="+mn-ea"/>
                <a:cs typeface="+mn-cs"/>
              </a:rPr>
              <a:t>Affirma created Wireframes and </a:t>
            </a:r>
            <a:r>
              <a:rPr lang="en-US" sz="1100" dirty="0">
                <a:latin typeface="Open Sans"/>
              </a:rPr>
              <a:t>User flows</a:t>
            </a:r>
            <a:r>
              <a:rPr lang="en-US" sz="1100" b="0" i="0" kern="1200" dirty="0">
                <a:effectLst/>
                <a:latin typeface="Open Sans"/>
                <a:ea typeface="+mn-ea"/>
                <a:cs typeface="+mn-cs"/>
              </a:rPr>
              <a:t> for the SharePoint site, mapping out key behaviors and creating patterns of use that could be replicated across existing and future sites.</a:t>
            </a:r>
            <a:endParaRPr lang="en-US" dirty="0">
              <a:latin typeface="Calibri" panose="020F0502020204030204"/>
              <a:cs typeface="Calibri" panose="020F0502020204030204"/>
            </a:endParaRPr>
          </a:p>
          <a:p>
            <a:pPr marL="171450" indent="-171450">
              <a:lnSpc>
                <a:spcPct val="150000"/>
              </a:lnSpc>
              <a:buFont typeface="Arial"/>
              <a:buChar char="•"/>
            </a:pPr>
            <a:r>
              <a:rPr lang="en-US" sz="1100" b="0" i="0" kern="1200" dirty="0">
                <a:effectLst/>
                <a:latin typeface="Open Sans"/>
                <a:ea typeface="+mn-ea"/>
                <a:cs typeface="+mn-cs"/>
              </a:rPr>
              <a:t>We worked with stakeholders to collect requirements, recommend solutions, and create visual mockups. These were then combined with the strong visual identity of Pokemon and developed for use across their SharePoint sites.</a:t>
            </a:r>
            <a:r>
              <a:rPr lang="en-US" sz="1100" dirty="0">
                <a:latin typeface="Open Sans"/>
              </a:rPr>
              <a:t> </a:t>
            </a:r>
            <a:r>
              <a:rPr lang="en-US" sz="1100" b="0" i="0" kern="1200" dirty="0">
                <a:effectLst/>
                <a:latin typeface="Open Sans"/>
                <a:ea typeface="+mn-ea"/>
                <a:cs typeface="+mn-cs"/>
              </a:rPr>
              <a:t>
</a:t>
            </a:r>
            <a:endParaRPr lang="en-US">
              <a:cs typeface="Calibri"/>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2278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59226" y="5568668"/>
            <a:ext cx="5532049" cy="822533"/>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Initial adoption of the site was very strong, and users have given favorable responses to the new look and layout. The information architecture direction has been applied to other sites and has been used as a model of implementation on various other projects.</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2710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1484" y="1579641"/>
            <a:ext cx="4254500" cy="2770277"/>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Entertainment</Value>
      <Value>Technology</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4DF5275D-408A-4C58-A2C5-9DC38DC51D67}">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559E2BB7-32EB-4E2C-9EC2-122AE49CFDA9}">
  <ds:schemaRefs>
    <ds:schemaRef ds:uri="http://schemas.microsoft.com/sharepoint/v3/contenttype/forms"/>
  </ds:schemaRefs>
</ds:datastoreItem>
</file>

<file path=customXml/itemProps3.xml><?xml version="1.0" encoding="utf-8"?>
<ds:datastoreItem xmlns:ds="http://schemas.openxmlformats.org/officeDocument/2006/customXml" ds:itemID="{A38A0AC1-7203-4E55-9CDE-631A021B6DC8}"/>
</file>

<file path=customXml/itemProps4.xml><?xml version="1.0" encoding="utf-8"?>
<ds:datastoreItem xmlns:ds="http://schemas.openxmlformats.org/officeDocument/2006/customXml" ds:itemID="{9288614F-5E5E-4D23-B8FA-132DA5BDB066}"/>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Pokemon/IA &amp;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593</cp:revision>
  <dcterms:created xsi:type="dcterms:W3CDTF">2017-10-09T12:47:23Z</dcterms:created>
  <dcterms:modified xsi:type="dcterms:W3CDTF">2019-06-28T17:35:22Z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23200</vt:r8>
  </property>
  <property fmtid="{D5CDD505-2E9C-101B-9397-08002B2CF9AE}" pid="11" name="xd_Signature">
    <vt:bool>false</vt:bool>
  </property>
  <property fmtid="{D5CDD505-2E9C-101B-9397-08002B2CF9AE}" pid="12" name="SO">
    <vt:lpwstr>37;#</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