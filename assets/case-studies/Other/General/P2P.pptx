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8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0CD07-6E3F-47F2-BC41-1FA1011C5275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ABECC-BE51-413D-A0E8-72181223E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8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5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38DC-C352-410A-BBBF-A6A1C017E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89DCB-AAF6-4B25-B933-93D7EB559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12AF5-5129-4E47-A03B-32CD4516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2FEAA-259A-4479-81BA-637CB104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21063-0384-452D-B99E-C07CCF73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27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2C3A-0D14-4F34-AFDA-83E81448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49A0-DD95-4B21-9F51-74B8B4009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1BE1F-1ED3-4016-93B3-5C767F64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CDB2D-FF1C-4896-B318-84613879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37A36-F3D1-43C8-B974-D7134BA5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5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0F276-DD38-4E98-B98C-9CE87DB87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C6FA9-128A-4B91-A4D1-356E6D7CC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E5D25-4FC2-46D7-99DB-8DFC4345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D3AAA-9187-46DD-BFDD-EE6CF629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A70B8-0453-4D96-A737-515C78D9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5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2D3E-AB58-4C7E-8737-272A7506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4AB7-9056-4390-B268-A28C316A2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CBDFE-1B93-4D30-8474-FF9B2C7E6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00547-1786-47DB-8997-3816202F5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743BA-D4A7-440F-9627-9FBD4860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1640D-35BB-4DB7-9870-330E9C4D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40FB-B775-4C7E-857C-F05CBAAB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55CEA-3A8C-441E-A313-E32D2679D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F1AD9-D9B2-4C1E-A5F0-0C0454962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ABDDD-A9AF-44CF-A4B2-501F62911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3A2AE-F195-45CF-9080-FA346F80D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C2E04-1509-41DD-8454-36C4D7A4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60289-670A-46D5-A577-A86B8005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971A2-007C-4E31-8DAB-FF581106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DCF5-37A8-4297-A5B2-A303289A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96AC7-C661-4315-B055-F329DECC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4BCDF-FAFE-4B49-BC0D-6B4A5D21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11618-0829-4EF8-B4D0-721D12E1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01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EC9FB-C19A-4288-BCBD-A87ECA4F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C903D-F52D-4DDB-9D59-B32329B7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54F8-F779-4C4E-A83C-3EDCAF49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8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CBED-BF47-471F-A164-E473A115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0C26C-B015-491F-B69B-2FC20910A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1513B-4A51-4329-B989-3C38D7AE3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F5D32-033A-4F9A-8181-4524D7C3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B4436-601A-4131-939B-9577B45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2D1A5-B02F-47C4-8A66-B7C9FF4F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FCA3-ECF7-48C3-8452-42EBC91B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2A623-7712-4B46-9A70-643BAC604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A128-BCE9-4F08-8A30-095D428E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B7AF6-BFFA-4B31-AF6D-EF0751F1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BC756-1407-4AB0-9E81-51DDF2FD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10E5F-BC88-405B-9F05-F7FFBD56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33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9B4F-BE2F-4C71-B530-D83995B9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6ACA9-EA6E-4C25-BA33-1482491EE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7E30-EDDC-4CAC-90F7-E10A6279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5AE2B-B619-4416-9F41-20500A96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7087F-3D9C-4B92-977A-3E3475E0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6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8843B-3360-49B5-88B1-AC7E7CC7D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668AE-9546-4C96-93D1-7B3D086DE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42E43-F24D-45B6-A34C-D26E3C51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FE7F8-32B9-4855-AD73-7D88D5E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0B55A-32D1-4F88-85E4-B0B40B90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3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4B0DC-4DB0-4967-AA76-8D4DE15E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2C39B-8C01-4431-8711-4E89DE654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A292B-60F8-4548-9E22-05BF25C17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23840-1AFB-49E3-8ADA-429DBACD17B8}" type="datetimeFigureOut">
              <a:rPr lang="en-US" smtClean="0"/>
              <a:t>01/18/2021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B037E-D650-4D50-9C95-5A958D3F1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49C81-9373-4636-ACB5-3D96302BC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AF6D0-21A2-41C3-A167-7CB2B7B4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03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54203" y="1666371"/>
            <a:ext cx="4105781" cy="4463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18" dirty="0">
                <a:solidFill>
                  <a:srgbClr val="F75714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Business Need</a:t>
            </a:r>
          </a:p>
          <a:p>
            <a:r>
              <a:rPr lang="en-US" sz="1235" dirty="0">
                <a:latin typeface="Segoe UI" panose="020B0502040204020203" pitchFamily="34" charset="0"/>
                <a:cs typeface="Segoe UI" panose="020B0502040204020203" pitchFamily="34" charset="0"/>
              </a:rPr>
              <a:t>Point 2 Point is a shipping company that manages large tradeshows. They came to Affirma with a mission-critical initiative to transition off of a paper based system – their internal collaboration systems consisted of hundreds of index cards.  They wanted to update and streamline their processes via a digital solution. </a:t>
            </a:r>
          </a:p>
          <a:p>
            <a:endParaRPr lang="en-US" sz="1059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118" dirty="0">
                <a:solidFill>
                  <a:srgbClr val="F75714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What We Did</a:t>
            </a:r>
          </a:p>
          <a:p>
            <a:r>
              <a:rPr lang="en-US" sz="1235" dirty="0">
                <a:latin typeface="Segoe UI" panose="020B0502040204020203" pitchFamily="34" charset="0"/>
                <a:cs typeface="Segoe UI" panose="020B0502040204020203" pitchFamily="34" charset="0"/>
              </a:rPr>
              <a:t>Built a custom application that has transformed their entire internal collaboration system to get rid of the painful manual paper processes and implement digital workflows.  </a:t>
            </a:r>
          </a:p>
          <a:p>
            <a:endParaRPr lang="en-US" sz="1235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118" dirty="0">
                <a:solidFill>
                  <a:srgbClr val="F75714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Result</a:t>
            </a:r>
          </a:p>
          <a:p>
            <a:r>
              <a:rPr lang="en-US" sz="1235" dirty="0">
                <a:latin typeface="Segoe UI" panose="020B0502040204020203" pitchFamily="34" charset="0"/>
                <a:cs typeface="Segoe UI" panose="020B0502040204020203" pitchFamily="34" charset="0"/>
              </a:rPr>
              <a:t>The client was extremely happy with Affirma’s work and continued to be a long term partner with us. Following the completion of the initial shipment tracking project, we worked with Point 2 Point to develop and implement a customer-facing portal for clients to log-in and order/manage </a:t>
            </a:r>
            <a:r>
              <a:rPr lang="en-US" sz="1235">
                <a:latin typeface="Segoe UI" panose="020B0502040204020203" pitchFamily="34" charset="0"/>
                <a:cs typeface="Segoe UI" panose="020B0502040204020203" pitchFamily="34" charset="0"/>
              </a:rPr>
              <a:t>shipments directly. </a:t>
            </a:r>
            <a:endParaRPr lang="en-US" sz="1235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90399" y="6296547"/>
            <a:ext cx="1061021" cy="34166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58471" y="-34209"/>
            <a:ext cx="8875059" cy="143936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54203" y="145374"/>
            <a:ext cx="8467358" cy="740284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30" spc="219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P2P Transportation – Digital Workflows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40A9D-9F14-4C40-91E9-5222ED2A8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830" y="1481850"/>
            <a:ext cx="3492358" cy="523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06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 xsi:nil="true"/>
    <Industries xmlns="f0ee8362-fa7e-4bc9-ab88-7dcfb17cb19b">
      <Value>Transportation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0C382BB2-9751-4C34-AEE8-76E837920DCF}"/>
</file>

<file path=customXml/itemProps2.xml><?xml version="1.0" encoding="utf-8"?>
<ds:datastoreItem xmlns:ds="http://schemas.openxmlformats.org/officeDocument/2006/customXml" ds:itemID="{6B8CB5E5-6B32-45BE-827C-B5EAED107E83}"/>
</file>

<file path=customXml/itemProps3.xml><?xml version="1.0" encoding="utf-8"?>
<ds:datastoreItem xmlns:ds="http://schemas.openxmlformats.org/officeDocument/2006/customXml" ds:itemID="{9E436FAC-0304-46B2-B6A5-14C0E16C1F1F}"/>
</file>

<file path=customXml/itemProps4.xml><?xml version="1.0" encoding="utf-8"?>
<ds:datastoreItem xmlns:ds="http://schemas.openxmlformats.org/officeDocument/2006/customXml" ds:itemID="{79BDCF7C-5C25-49FD-AF19-09B3EA3645C6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144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Segoe UI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Pearson</dc:creator>
  <cp:lastModifiedBy>Michael Pearson</cp:lastModifiedBy>
  <cp:revision>2</cp:revision>
  <dcterms:created xsi:type="dcterms:W3CDTF">2021-01-18T23:04:54Z</dcterms:created>
  <dcterms:modified xsi:type="dcterms:W3CDTF">2021-01-18T23:17:16Z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