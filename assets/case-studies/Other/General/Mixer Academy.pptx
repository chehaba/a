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14746967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2132C8-039A-8AE1-ABBB-FC0162A0D6C3}" v="106" dt="2025-01-16T04:55:18.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18BA4E37-31CE-8600-F828-0536CF8333E1}"/>
    <pc:docChg chg="addSld delSld">
      <pc:chgData name="Brendan Murphy" userId="S::bmurphy@affirma.com::e9f923b6-6d89-4d4e-a3b7-d9304b9d44ba" providerId="AD" clId="Web-{18BA4E37-31CE-8600-F828-0536CF8333E1}" dt="2025-01-09T00:25:57.423" v="1"/>
      <pc:docMkLst>
        <pc:docMk/>
      </pc:docMkLst>
      <pc:sldChg chg="del">
        <pc:chgData name="Brendan Murphy" userId="S::bmurphy@affirma.com::e9f923b6-6d89-4d4e-a3b7-d9304b9d44ba" providerId="AD" clId="Web-{18BA4E37-31CE-8600-F828-0536CF8333E1}" dt="2025-01-09T00:25:57.423" v="1"/>
        <pc:sldMkLst>
          <pc:docMk/>
          <pc:sldMk cId="1226839204" sldId="1763"/>
        </pc:sldMkLst>
      </pc:sldChg>
      <pc:sldChg chg="add">
        <pc:chgData name="Brendan Murphy" userId="S::bmurphy@affirma.com::e9f923b6-6d89-4d4e-a3b7-d9304b9d44ba" providerId="AD" clId="Web-{18BA4E37-31CE-8600-F828-0536CF8333E1}" dt="2025-01-09T00:25:23.249" v="0"/>
        <pc:sldMkLst>
          <pc:docMk/>
          <pc:sldMk cId="1172889019" sldId="2147469677"/>
        </pc:sldMkLst>
      </pc:sldChg>
      <pc:sldMasterChg chg="addSldLayout">
        <pc:chgData name="Brendan Murphy" userId="S::bmurphy@affirma.com::e9f923b6-6d89-4d4e-a3b7-d9304b9d44ba" providerId="AD" clId="Web-{18BA4E37-31CE-8600-F828-0536CF8333E1}" dt="2025-01-09T00:25:23.249" v="0"/>
        <pc:sldMasterMkLst>
          <pc:docMk/>
          <pc:sldMasterMk cId="1924483336" sldId="2147483660"/>
        </pc:sldMasterMkLst>
        <pc:sldLayoutChg chg="add">
          <pc:chgData name="Brendan Murphy" userId="S::bmurphy@affirma.com::e9f923b6-6d89-4d4e-a3b7-d9304b9d44ba" providerId="AD" clId="Web-{18BA4E37-31CE-8600-F828-0536CF8333E1}" dt="2025-01-09T00:25:23.249" v="0"/>
          <pc:sldLayoutMkLst>
            <pc:docMk/>
            <pc:sldMasterMk cId="1924483336" sldId="2147483660"/>
            <pc:sldLayoutMk cId="4207549480" sldId="2147483685"/>
          </pc:sldLayoutMkLst>
        </pc:sldLayoutChg>
      </pc:sldMasterChg>
    </pc:docChg>
  </pc:docChgLst>
  <pc:docChgLst>
    <pc:chgData name="Brendan Murphy" userId="S::bmurphy@affirma.com::e9f923b6-6d89-4d4e-a3b7-d9304b9d44ba" providerId="AD" clId="Web-{18E9210F-4021-8E70-ADE8-1F1C39C79D3A}"/>
    <pc:docChg chg="modSld">
      <pc:chgData name="Brendan Murphy" userId="S::bmurphy@affirma.com::e9f923b6-6d89-4d4e-a3b7-d9304b9d44ba" providerId="AD" clId="Web-{18E9210F-4021-8E70-ADE8-1F1C39C79D3A}" dt="2025-01-09T00:17:29.308" v="2"/>
      <pc:docMkLst>
        <pc:docMk/>
      </pc:docMkLst>
      <pc:sldChg chg="delSp modSp">
        <pc:chgData name="Brendan Murphy" userId="S::bmurphy@affirma.com::e9f923b6-6d89-4d4e-a3b7-d9304b9d44ba" providerId="AD" clId="Web-{18E9210F-4021-8E70-ADE8-1F1C39C79D3A}" dt="2025-01-09T00:17:29.308" v="2"/>
        <pc:sldMkLst>
          <pc:docMk/>
          <pc:sldMk cId="1226839204" sldId="1763"/>
        </pc:sldMkLst>
        <pc:spChg chg="mod">
          <ac:chgData name="Brendan Murphy" userId="S::bmurphy@affirma.com::e9f923b6-6d89-4d4e-a3b7-d9304b9d44ba" providerId="AD" clId="Web-{18E9210F-4021-8E70-ADE8-1F1C39C79D3A}" dt="2025-01-09T00:17:27.089" v="1" actId="20577"/>
          <ac:spMkLst>
            <pc:docMk/>
            <pc:sldMk cId="1226839204" sldId="1763"/>
            <ac:spMk id="7" creationId="{3343CCC6-E2B5-4C5E-A1D8-9E3CA62C2A5F}"/>
          </ac:spMkLst>
        </pc:spChg>
        <pc:spChg chg="del">
          <ac:chgData name="Brendan Murphy" userId="S::bmurphy@affirma.com::e9f923b6-6d89-4d4e-a3b7-d9304b9d44ba" providerId="AD" clId="Web-{18E9210F-4021-8E70-ADE8-1F1C39C79D3A}" dt="2025-01-09T00:17:29.308" v="2"/>
          <ac:spMkLst>
            <pc:docMk/>
            <pc:sldMk cId="1226839204" sldId="1763"/>
            <ac:spMk id="8" creationId="{15DC0E9F-1486-4EA9-B7AD-3F347103AEDA}"/>
          </ac:spMkLst>
        </pc:spChg>
      </pc:sldChg>
    </pc:docChg>
  </pc:docChgLst>
  <pc:docChgLst>
    <pc:chgData name="Brendan Murphy" userId="S::bmurphy@affirma.com::e9f923b6-6d89-4d4e-a3b7-d9304b9d44ba" providerId="AD" clId="Web-{942132C8-039A-8AE1-ABBB-FC0162A0D6C3}"/>
    <pc:docChg chg="modSld">
      <pc:chgData name="Brendan Murphy" userId="S::bmurphy@affirma.com::e9f923b6-6d89-4d4e-a3b7-d9304b9d44ba" providerId="AD" clId="Web-{942132C8-039A-8AE1-ABBB-FC0162A0D6C3}" dt="2025-01-16T04:55:17.986" v="55" actId="20577"/>
      <pc:docMkLst>
        <pc:docMk/>
      </pc:docMkLst>
      <pc:sldChg chg="modSp">
        <pc:chgData name="Brendan Murphy" userId="S::bmurphy@affirma.com::e9f923b6-6d89-4d4e-a3b7-d9304b9d44ba" providerId="AD" clId="Web-{942132C8-039A-8AE1-ABBB-FC0162A0D6C3}" dt="2025-01-16T04:55:17.986" v="55" actId="20577"/>
        <pc:sldMkLst>
          <pc:docMk/>
          <pc:sldMk cId="1172889019" sldId="2147469677"/>
        </pc:sldMkLst>
        <pc:spChg chg="mod">
          <ac:chgData name="Brendan Murphy" userId="S::bmurphy@affirma.com::e9f923b6-6d89-4d4e-a3b7-d9304b9d44ba" providerId="AD" clId="Web-{942132C8-039A-8AE1-ABBB-FC0162A0D6C3}" dt="2025-01-16T04:55:17.986" v="55" actId="20577"/>
          <ac:spMkLst>
            <pc:docMk/>
            <pc:sldMk cId="1172889019" sldId="2147469677"/>
            <ac:spMk id="7" creationId="{85A17254-00FE-0711-7B48-7D49E4FA9D23}"/>
          </ac:spMkLst>
        </pc:spChg>
        <pc:spChg chg="mod">
          <ac:chgData name="Brendan Murphy" userId="S::bmurphy@affirma.com::e9f923b6-6d89-4d4e-a3b7-d9304b9d44ba" providerId="AD" clId="Web-{942132C8-039A-8AE1-ABBB-FC0162A0D6C3}" dt="2025-01-16T04:55:14.079" v="54" actId="20577"/>
          <ac:spMkLst>
            <pc:docMk/>
            <pc:sldMk cId="1172889019" sldId="2147469677"/>
            <ac:spMk id="11" creationId="{53207590-A622-F672-7234-B571BC66417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D0CD07-6E3F-47F2-BC41-1FA1011C5275}"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7ABECC-BE51-413D-A0E8-72181223E6F6}" type="slidenum">
              <a:rPr lang="en-US" smtClean="0"/>
              <a:t>‹#›</a:t>
            </a:fld>
            <a:endParaRPr lang="en-US"/>
          </a:p>
        </p:txBody>
      </p:sp>
    </p:spTree>
    <p:extLst>
      <p:ext uri="{BB962C8B-B14F-4D97-AF65-F5344CB8AC3E}">
        <p14:creationId xmlns:p14="http://schemas.microsoft.com/office/powerpoint/2010/main" val="335758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6364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578489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562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97735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5181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7423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804217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49679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1/15/2025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47410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1/15/2025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96064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4183896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694232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42191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66697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1/15/2025</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6531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1/15/2025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406585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1/15/2025</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6123995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889235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1/15/2025</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7356724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11352233"/>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10391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1/15/2025</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006529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1/15/2025</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455712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474724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754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1/15/2025</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924483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1572C-84D4-C9A5-401C-EEDF6E37F0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617F83-E063-9D7F-C4D7-30EF63AF1B5A}"/>
              </a:ext>
            </a:extLst>
          </p:cNvPr>
          <p:cNvSpPr>
            <a:spLocks noGrp="1"/>
          </p:cNvSpPr>
          <p:nvPr>
            <p:ph type="ctrTitle"/>
          </p:nvPr>
        </p:nvSpPr>
        <p:spPr>
          <a:xfrm>
            <a:off x="603283" y="388389"/>
            <a:ext cx="11088655" cy="764390"/>
          </a:xfrm>
        </p:spPr>
        <p:txBody>
          <a:bodyPr>
            <a:normAutofit/>
          </a:bodyPr>
          <a:lstStyle/>
          <a:p>
            <a:r>
              <a:rPr lang="en-US">
                <a:solidFill>
                  <a:srgbClr val="063A79"/>
                </a:solidFill>
                <a:latin typeface="Poppins" panose="00000500000000000000" pitchFamily="2" charset="0"/>
                <a:cs typeface="Poppins" panose="00000500000000000000" pitchFamily="2" charset="0"/>
              </a:rPr>
              <a:t>Mixer Academy</a:t>
            </a:r>
          </a:p>
        </p:txBody>
      </p:sp>
      <p:sp>
        <p:nvSpPr>
          <p:cNvPr id="9" name="Rectangle 8">
            <a:extLst>
              <a:ext uri="{FF2B5EF4-FFF2-40B4-BE49-F238E27FC236}">
                <a16:creationId xmlns:a16="http://schemas.microsoft.com/office/drawing/2014/main" id="{30898117-D14F-D646-E410-EED94DBF6AC8}"/>
              </a:ext>
            </a:extLst>
          </p:cNvPr>
          <p:cNvSpPr/>
          <p:nvPr/>
        </p:nvSpPr>
        <p:spPr>
          <a:xfrm>
            <a:off x="10749643"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45"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85A17254-00FE-0711-7B48-7D49E4FA9D23}"/>
              </a:ext>
            </a:extLst>
          </p:cNvPr>
          <p:cNvSpPr txBox="1"/>
          <p:nvPr/>
        </p:nvSpPr>
        <p:spPr>
          <a:xfrm>
            <a:off x="967636" y="1398313"/>
            <a:ext cx="4234672" cy="3823547"/>
          </a:xfrm>
          <a:prstGeom prst="rect">
            <a:avLst/>
          </a:prstGeom>
          <a:noFill/>
        </p:spPr>
        <p:txBody>
          <a:bodyPr wrap="square" lIns="91440" tIns="45720" rIns="91440" bIns="45720" rtlCol="0" anchor="t">
            <a:spAutoFit/>
          </a:bodyPr>
          <a:lstStyle/>
          <a:p>
            <a:pPr>
              <a:lnSpc>
                <a:spcPct val="120000"/>
              </a:lnSpc>
            </a:pPr>
            <a:r>
              <a:rPr lang="en-US" sz="2300" b="1" dirty="0">
                <a:solidFill>
                  <a:srgbClr val="0096A9"/>
                </a:solidFill>
                <a:latin typeface="Segoe UI"/>
                <a:cs typeface="Segoe UI"/>
              </a:rPr>
              <a:t>Goal </a:t>
            </a:r>
          </a:p>
          <a:p>
            <a:r>
              <a:rPr lang="en-US" sz="1300" dirty="0">
                <a:latin typeface="Segoe UI Light"/>
                <a:ea typeface="MS Mincho"/>
                <a:cs typeface="Segoe UI Light"/>
              </a:rPr>
              <a:t>Mixer Academy was created to equip content producers with the latest tips and tools of trade. The Academy aims to provide learning courses to develop skill sets and make power users, moderators and streamers better at what they do. </a:t>
            </a:r>
            <a:endParaRPr lang="en-US" sz="1300" dirty="0">
              <a:latin typeface="Segoe UI Light" panose="020B0502040204020203" pitchFamily="34" charset="0"/>
              <a:ea typeface="MS Mincho" panose="02020609040205080304" pitchFamily="49" charset="-128"/>
              <a:cs typeface="Segoe UI Light" panose="020B0502040204020203" pitchFamily="34" charset="0"/>
            </a:endParaRPr>
          </a:p>
          <a:p>
            <a:pPr>
              <a:lnSpc>
                <a:spcPct val="120000"/>
              </a:lnSpc>
            </a:pPr>
            <a:r>
              <a:rPr lang="en-US" sz="2300" b="1" dirty="0">
                <a:solidFill>
                  <a:srgbClr val="0096A9"/>
                </a:solidFill>
                <a:latin typeface="Segoe UI"/>
                <a:cs typeface="Segoe UI"/>
              </a:rPr>
              <a:t>Deliverables </a:t>
            </a:r>
          </a:p>
          <a:p>
            <a:pPr marL="236855" indent="-236855">
              <a:lnSpc>
                <a:spcPct val="120000"/>
              </a:lnSpc>
              <a:buFont typeface="Arial" panose="020B0604020202020204" pitchFamily="34" charset="0"/>
              <a:buChar char="•"/>
            </a:pPr>
            <a:r>
              <a:rPr lang="en-US" sz="1300" dirty="0" err="1">
                <a:latin typeface="Segoe UI Light"/>
                <a:ea typeface="MS Mincho"/>
                <a:cs typeface="Segoe UI Light"/>
              </a:rPr>
              <a:t>Affirma</a:t>
            </a:r>
            <a:r>
              <a:rPr lang="en-US" sz="1300" dirty="0">
                <a:latin typeface="Segoe UI Light"/>
                <a:ea typeface="MS Mincho"/>
                <a:cs typeface="Segoe UI Light"/>
              </a:rPr>
              <a:t> built and maintained the Mixer Academy web application and Azure Service Fabric backend platform</a:t>
            </a:r>
          </a:p>
          <a:p>
            <a:pPr marL="236855" indent="-236855">
              <a:lnSpc>
                <a:spcPct val="120000"/>
              </a:lnSpc>
              <a:buFont typeface="Arial" panose="020B0604020202020204" pitchFamily="34" charset="0"/>
              <a:buChar char="•"/>
            </a:pPr>
            <a:r>
              <a:rPr lang="en-US" sz="1300" dirty="0">
                <a:solidFill>
                  <a:prstClr val="black"/>
                </a:solidFill>
                <a:latin typeface="Segoe UI Light"/>
                <a:ea typeface="MS Mincho"/>
                <a:cs typeface="Segoe UI Light"/>
              </a:rPr>
              <a:t>Provided learning courses on subjects such as streaming, how to produce a quality video, sponsorships, lighting etc. </a:t>
            </a:r>
          </a:p>
          <a:p>
            <a:pPr marL="236855" indent="-236855">
              <a:lnSpc>
                <a:spcPct val="120000"/>
              </a:lnSpc>
              <a:buFont typeface="Arial" panose="020B0604020202020204" pitchFamily="34" charset="0"/>
              <a:buChar char="•"/>
            </a:pPr>
            <a:r>
              <a:rPr lang="en-US" sz="1300" dirty="0">
                <a:solidFill>
                  <a:prstClr val="black"/>
                </a:solidFill>
                <a:latin typeface="Segoe UI Light"/>
                <a:ea typeface="MS Mincho"/>
                <a:cs typeface="Segoe UI Light"/>
              </a:rPr>
              <a:t>Tracked and reported on engagement and activity levels</a:t>
            </a:r>
          </a:p>
          <a:p>
            <a:pPr>
              <a:lnSpc>
                <a:spcPct val="120000"/>
              </a:lnSpc>
            </a:pPr>
            <a:endParaRPr lang="en-US" sz="1200">
              <a:latin typeface="Segoe UI Light"/>
              <a:ea typeface="MS Mincho"/>
              <a:cs typeface="Segoe UI Light"/>
            </a:endParaRPr>
          </a:p>
        </p:txBody>
      </p:sp>
      <p:sp>
        <p:nvSpPr>
          <p:cNvPr id="11" name="Rectangle 10">
            <a:extLst>
              <a:ext uri="{FF2B5EF4-FFF2-40B4-BE49-F238E27FC236}">
                <a16:creationId xmlns:a16="http://schemas.microsoft.com/office/drawing/2014/main" id="{53207590-A622-F672-7234-B571BC664177}"/>
              </a:ext>
            </a:extLst>
          </p:cNvPr>
          <p:cNvSpPr/>
          <p:nvPr/>
        </p:nvSpPr>
        <p:spPr>
          <a:xfrm>
            <a:off x="5592622" y="1370713"/>
            <a:ext cx="5157214" cy="1455078"/>
          </a:xfrm>
          <a:prstGeom prst="rect">
            <a:avLst/>
          </a:prstGeom>
        </p:spPr>
        <p:txBody>
          <a:bodyPr wrap="square" lIns="91440" tIns="45720" rIns="91440" bIns="45720" anchor="t">
            <a:spAutoFit/>
          </a:bodyPr>
          <a:lstStyle/>
          <a:p>
            <a:pPr lvl="0">
              <a:lnSpc>
                <a:spcPct val="120000"/>
              </a:lnSpc>
            </a:pPr>
            <a:r>
              <a:rPr lang="en-US" sz="2300" b="1" dirty="0">
                <a:solidFill>
                  <a:srgbClr val="0096A9"/>
                </a:solidFill>
                <a:latin typeface="Segoe UI"/>
                <a:cs typeface="Segoe UI"/>
              </a:rPr>
              <a:t>Result </a:t>
            </a:r>
          </a:p>
          <a:p>
            <a:pPr marL="236855" indent="-236855">
              <a:lnSpc>
                <a:spcPct val="120000"/>
              </a:lnSpc>
              <a:buFont typeface="Arial" panose="020B0604020202020204" pitchFamily="34" charset="0"/>
              <a:buChar char="•"/>
            </a:pPr>
            <a:r>
              <a:rPr lang="en-US" sz="1300" dirty="0">
                <a:latin typeface="Segoe UI Light"/>
                <a:ea typeface="MS Mincho"/>
                <a:cs typeface="Segoe UI Light"/>
              </a:rPr>
              <a:t>Within 24 hours of launch, more than 4,000 users signed up and nearly 16K quizzes were completed, exceeding engagement targets. </a:t>
            </a:r>
          </a:p>
          <a:p>
            <a:pPr marL="236855" indent="-236855">
              <a:lnSpc>
                <a:spcPct val="120000"/>
              </a:lnSpc>
              <a:buFont typeface="Arial" panose="020B0604020202020204" pitchFamily="34" charset="0"/>
              <a:buChar char="•"/>
            </a:pPr>
            <a:r>
              <a:rPr lang="en-US" sz="1300" dirty="0" err="1">
                <a:latin typeface="Segoe UI Light"/>
                <a:ea typeface="MS Mincho"/>
                <a:cs typeface="Segoe UI Light"/>
              </a:rPr>
              <a:t>Affirma</a:t>
            </a:r>
            <a:r>
              <a:rPr lang="en-US" sz="1300" dirty="0">
                <a:latin typeface="Segoe UI Light"/>
                <a:ea typeface="MS Mincho"/>
                <a:cs typeface="Segoe UI Light"/>
              </a:rPr>
              <a:t> provided Mixer with expertise and gamified community platforms and website development.</a:t>
            </a:r>
          </a:p>
        </p:txBody>
      </p:sp>
      <p:pic>
        <p:nvPicPr>
          <p:cNvPr id="12" name="Picture 11">
            <a:extLst>
              <a:ext uri="{FF2B5EF4-FFF2-40B4-BE49-F238E27FC236}">
                <a16:creationId xmlns:a16="http://schemas.microsoft.com/office/drawing/2014/main" id="{712F04D9-BCBB-1A47-510E-072714950CD2}"/>
              </a:ext>
            </a:extLst>
          </p:cNvPr>
          <p:cNvPicPr>
            <a:picLocks noChangeAspect="1"/>
          </p:cNvPicPr>
          <p:nvPr/>
        </p:nvPicPr>
        <p:blipFill>
          <a:blip r:embed="rId2"/>
          <a:stretch>
            <a:fillRect/>
          </a:stretch>
        </p:blipFill>
        <p:spPr>
          <a:xfrm>
            <a:off x="5592622" y="3174521"/>
            <a:ext cx="5141304" cy="1344790"/>
          </a:xfrm>
          <a:prstGeom prst="rect">
            <a:avLst/>
          </a:prstGeom>
        </p:spPr>
      </p:pic>
    </p:spTree>
    <p:extLst>
      <p:ext uri="{BB962C8B-B14F-4D97-AF65-F5344CB8AC3E}">
        <p14:creationId xmlns:p14="http://schemas.microsoft.com/office/powerpoint/2010/main" val="117288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 Development</Value>
    </BusinessUnit>
    <Solutions xmlns="f0ee8362-fa7e-4bc9-ab88-7dcfb17cb19b">
      <Value>Websites</Value>
    </Solutions>
    <Industries xmlns="f0ee8362-fa7e-4bc9-ab88-7dcfb17cb19b">
      <Value>Technology</Value>
    </Industries>
    <Notes0 xmlns="f0ee8362-fa7e-4bc9-ab88-7dcfb17cb19b" xsi:nil="true"/>
    <Named_x0020_Account xmlns="f0ee8362-fa7e-4bc9-ab88-7dcfb17cb19b">Microsoft</Named_x0020_Account>
    <PlatTech xmlns="f0ee8362-fa7e-4bc9-ab88-7dcfb17cb19b" xsi:nil="true"/>
    <ApprovedByClient xmlns="f0ee8362-fa7e-4bc9-ab88-7dcfb17cb19b">false</ApprovedByClient>
    <ProjectCompletionDate xmlns="f0ee8362-fa7e-4bc9-ab88-7dcfb17cb19b" xsi:nil="true"/>
  </documentManagement>
</p:properties>
</file>

<file path=customXml/itemProps1.xml><?xml version="1.0" encoding="utf-8"?>
<ds:datastoreItem xmlns:ds="http://schemas.openxmlformats.org/officeDocument/2006/customXml" ds:itemID="{102C2C10-4B87-462F-AABC-8D9C9F9B8DE3}">
  <ds:schemaRefs>
    <ds:schemaRef ds:uri="http://schemas.microsoft.com/office/2006/metadata/customXsn"/>
  </ds:schemaRefs>
</ds:datastoreItem>
</file>

<file path=customXml/itemProps2.xml><?xml version="1.0" encoding="utf-8"?>
<ds:datastoreItem xmlns:ds="http://schemas.openxmlformats.org/officeDocument/2006/customXml" ds:itemID="{F14666BE-C96F-45D8-AC56-6C09986C535D}"/>
</file>

<file path=customXml/itemProps3.xml><?xml version="1.0" encoding="utf-8"?>
<ds:datastoreItem xmlns:ds="http://schemas.openxmlformats.org/officeDocument/2006/customXml" ds:itemID="{6B8CB5E5-6B32-45BE-827C-B5EAED107E83}">
  <ds:schemaRefs>
    <ds:schemaRef ds:uri="http://schemas.microsoft.com/sharepoint/v3/contenttype/forms"/>
  </ds:schemaRefs>
</ds:datastoreItem>
</file>

<file path=customXml/itemProps4.xml><?xml version="1.0" encoding="utf-8"?>
<ds:datastoreItem xmlns:ds="http://schemas.openxmlformats.org/officeDocument/2006/customXml" ds:itemID="{9E436FAC-0304-46B2-B6A5-14C0E16C1F1F}">
  <ds:schemaRefs>
    <ds:schemaRef ds:uri="f0ee8362-fa7e-4bc9-ab88-7dcfb17cb19b"/>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1_Custom Design</vt:lpstr>
      <vt:lpstr>Mixer Academy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Pearson</dc:creator>
  <cp:revision>12</cp:revision>
  <dcterms:created xsi:type="dcterms:W3CDTF">2021-01-18T23:04:54Z</dcterms:created>
  <dcterms:modified xsi:type="dcterms:W3CDTF">2025-01-16T04:55:19Z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