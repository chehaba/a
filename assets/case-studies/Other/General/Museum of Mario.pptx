
<file path=[Content_Types].xml><?xml version="1.0" encoding="utf-8"?>
<Types xmlns="http://schemas.openxmlformats.org/package/2006/content-types">
  <Default Extension="bin" ContentType="image/jp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EA617-6FDD-B002-54A3-E94ED54D1905}" v="114" dt="2024-06-03T15:57:43.556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1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Peterson" userId="S::copeterson@affirma.com::06b2b3a9-6c5f-4199-8546-9ee8c5a2a571" providerId="AD" clId="Web-{1FDD41C9-FDC8-07F5-CFC3-C53DC8A1E0F6}"/>
    <pc:docChg chg="modSld">
      <pc:chgData name="Colin Peterson" userId="S::copeterson@affirma.com::06b2b3a9-6c5f-4199-8546-9ee8c5a2a571" providerId="AD" clId="Web-{1FDD41C9-FDC8-07F5-CFC3-C53DC8A1E0F6}" dt="2019-06-27T23:50:18.409" v="0" actId="1076"/>
      <pc:docMkLst>
        <pc:docMk/>
      </pc:docMkLst>
      <pc:sldChg chg="modSp">
        <pc:chgData name="Colin Peterson" userId="S::copeterson@affirma.com::06b2b3a9-6c5f-4199-8546-9ee8c5a2a571" providerId="AD" clId="Web-{1FDD41C9-FDC8-07F5-CFC3-C53DC8A1E0F6}" dt="2019-06-27T23:50:18.409" v="0" actId="1076"/>
        <pc:sldMkLst>
          <pc:docMk/>
          <pc:sldMk cId="2582825011" sldId="300"/>
        </pc:sldMkLst>
        <pc:spChg chg="mod">
          <ac:chgData name="Colin Peterson" userId="S::copeterson@affirma.com::06b2b3a9-6c5f-4199-8546-9ee8c5a2a571" providerId="AD" clId="Web-{1FDD41C9-FDC8-07F5-CFC3-C53DC8A1E0F6}" dt="2019-06-27T23:50:18.409" v="0" actId="1076"/>
          <ac:spMkLst>
            <pc:docMk/>
            <pc:sldMk cId="2582825011" sldId="300"/>
            <ac:spMk id="33" creationId="{A2CD0AFB-BBEB-434B-985F-3ACF7BE51454}"/>
          </ac:spMkLst>
        </pc:spChg>
      </pc:sldChg>
    </pc:docChg>
  </pc:docChgLst>
  <pc:docChgLst>
    <pc:chgData name="Brendan Murphy" userId="S::bmurphy@affirma.com::e9f923b6-6d89-4d4e-a3b7-d9304b9d44ba" providerId="AD" clId="Web-{D0FEA617-6FDD-B002-54A3-E94ED54D1905}"/>
    <pc:docChg chg="modSld">
      <pc:chgData name="Brendan Murphy" userId="S::bmurphy@affirma.com::e9f923b6-6d89-4d4e-a3b7-d9304b9d44ba" providerId="AD" clId="Web-{D0FEA617-6FDD-B002-54A3-E94ED54D1905}" dt="2024-06-03T15:57:43.447" v="70" actId="20577"/>
      <pc:docMkLst>
        <pc:docMk/>
      </pc:docMkLst>
      <pc:sldChg chg="modSp">
        <pc:chgData name="Brendan Murphy" userId="S::bmurphy@affirma.com::e9f923b6-6d89-4d4e-a3b7-d9304b9d44ba" providerId="AD" clId="Web-{D0FEA617-6FDD-B002-54A3-E94ED54D1905}" dt="2024-06-03T15:57:43.447" v="70" actId="20577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D0FEA617-6FDD-B002-54A3-E94ED54D1905}" dt="2024-06-03T15:56:44.164" v="18" actId="1076"/>
          <ac:spMkLst>
            <pc:docMk/>
            <pc:sldMk cId="2582825011" sldId="300"/>
            <ac:spMk id="30" creationId="{9665E9BF-B954-4AC7-821E-2E0CD116D915}"/>
          </ac:spMkLst>
        </pc:spChg>
        <pc:spChg chg="mod">
          <ac:chgData name="Brendan Murphy" userId="S::bmurphy@affirma.com::e9f923b6-6d89-4d4e-a3b7-d9304b9d44ba" providerId="AD" clId="Web-{D0FEA617-6FDD-B002-54A3-E94ED54D1905}" dt="2024-06-03T15:56:40.430" v="16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Brendan Murphy" userId="S::bmurphy@affirma.com::e9f923b6-6d89-4d4e-a3b7-d9304b9d44ba" providerId="AD" clId="Web-{D0FEA617-6FDD-B002-54A3-E94ED54D1905}" dt="2024-06-03T15:56:37.649" v="12" actId="1076"/>
          <ac:spMkLst>
            <pc:docMk/>
            <pc:sldMk cId="2582825011" sldId="300"/>
            <ac:spMk id="32" creationId="{E1C0119A-9047-4290-917B-405E19FFDA31}"/>
          </ac:spMkLst>
        </pc:spChg>
        <pc:spChg chg="mod">
          <ac:chgData name="Brendan Murphy" userId="S::bmurphy@affirma.com::e9f923b6-6d89-4d4e-a3b7-d9304b9d44ba" providerId="AD" clId="Web-{D0FEA617-6FDD-B002-54A3-E94ED54D1905}" dt="2024-06-03T15:57:43.447" v="70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Brendan Murphy" userId="S::bmurphy@affirma.com::e9f923b6-6d89-4d4e-a3b7-d9304b9d44ba" providerId="AD" clId="Web-{D0FEA617-6FDD-B002-54A3-E94ED54D1905}" dt="2024-06-03T15:56:47.586" v="19" actId="1076"/>
          <ac:spMkLst>
            <pc:docMk/>
            <pc:sldMk cId="2582825011" sldId="300"/>
            <ac:spMk id="34" creationId="{EC17F625-2EC2-4F28-895B-03B104D7945A}"/>
          </ac:spMkLst>
        </pc:spChg>
        <pc:spChg chg="mod">
          <ac:chgData name="Brendan Murphy" userId="S::bmurphy@affirma.com::e9f923b6-6d89-4d4e-a3b7-d9304b9d44ba" providerId="AD" clId="Web-{D0FEA617-6FDD-B002-54A3-E94ED54D1905}" dt="2024-06-03T15:57:34.103" v="65" actId="1076"/>
          <ac:spMkLst>
            <pc:docMk/>
            <pc:sldMk cId="2582825011" sldId="300"/>
            <ac:spMk id="35" creationId="{127A5A2A-6A75-46BB-A872-3D435F9C8C26}"/>
          </ac:spMkLst>
        </pc:spChg>
        <pc:spChg chg="mod">
          <ac:chgData name="Brendan Murphy" userId="S::bmurphy@affirma.com::e9f923b6-6d89-4d4e-a3b7-d9304b9d44ba" providerId="AD" clId="Web-{D0FEA617-6FDD-B002-54A3-E94ED54D1905}" dt="2024-06-03T15:57:34.118" v="66" actId="1076"/>
          <ac:spMkLst>
            <pc:docMk/>
            <pc:sldMk cId="2582825011" sldId="300"/>
            <ac:spMk id="36" creationId="{4651924A-7907-4360-9ED8-B533D803C21B}"/>
          </ac:spMkLst>
        </pc:spChg>
      </pc:sldChg>
    </pc:docChg>
  </pc:docChgLst>
  <pc:docChgLst>
    <pc:chgData name="Shaena Grossman" userId="S::sgrossman@affirma.com::144d1629-2861-484c-a05f-61af16bd8f8c" providerId="AD" clId="Web-{7D3D4401-9F71-B52E-73CC-A5FE42A15311}"/>
    <pc:docChg chg="modSld">
      <pc:chgData name="Shaena Grossman" userId="S::sgrossman@affirma.com::144d1629-2861-484c-a05f-61af16bd8f8c" providerId="AD" clId="Web-{7D3D4401-9F71-B52E-73CC-A5FE42A15311}" dt="2021-06-17T18:20:58.820" v="15" actId="20577"/>
      <pc:docMkLst>
        <pc:docMk/>
      </pc:docMkLst>
      <pc:sldChg chg="modSp">
        <pc:chgData name="Shaena Grossman" userId="S::sgrossman@affirma.com::144d1629-2861-484c-a05f-61af16bd8f8c" providerId="AD" clId="Web-{7D3D4401-9F71-B52E-73CC-A5FE42A15311}" dt="2021-06-17T18:20:58.820" v="15" actId="20577"/>
        <pc:sldMkLst>
          <pc:docMk/>
          <pc:sldMk cId="2582825011" sldId="300"/>
        </pc:sldMkLst>
        <pc:spChg chg="mod">
          <ac:chgData name="Shaena Grossman" userId="S::sgrossman@affirma.com::144d1629-2861-484c-a05f-61af16bd8f8c" providerId="AD" clId="Web-{7D3D4401-9F71-B52E-73CC-A5FE42A15311}" dt="2021-06-17T18:20:58.820" v="15" actId="20577"/>
          <ac:spMkLst>
            <pc:docMk/>
            <pc:sldMk cId="2582825011" sldId="300"/>
            <ac:spMk id="2" creationId="{00000000-0000-0000-0000-000000000000}"/>
          </ac:spMkLst>
        </pc:spChg>
        <pc:spChg chg="mod">
          <ac:chgData name="Shaena Grossman" userId="S::sgrossman@affirma.com::144d1629-2861-484c-a05f-61af16bd8f8c" providerId="AD" clId="Web-{7D3D4401-9F71-B52E-73CC-A5FE42A15311}" dt="2021-06-17T18:14:16.750" v="0" actId="1076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Shaena Grossman" userId="S::sgrossman@affirma.com::144d1629-2861-484c-a05f-61af16bd8f8c" providerId="AD" clId="Web-{7D3D4401-9F71-B52E-73CC-A5FE42A15311}" dt="2021-06-17T18:14:24.548" v="1" actId="1076"/>
          <ac:spMkLst>
            <pc:docMk/>
            <pc:sldMk cId="2582825011" sldId="300"/>
            <ac:spMk id="34" creationId="{EC17F625-2EC2-4F28-895B-03B104D794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screenshotplace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screenshotplace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>
            <a:normAutofit fontScale="90000"/>
          </a:bodyPr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/>
              <a:t>Museum of Mario: Intel &amp; IGN Entertainment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1565932"/>
            <a:ext cx="5533147" cy="209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Banyan Branch, an advanced digital marketing studio, partnered with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to work on an exciting project for Intel and IGN Entertainment. Intel and IGN wanted to develop a custom interactive website with responsive design that would feature the history of Mario for their Museum of Mario project. The venture was designed to promote Intel and IGN by showcasing a number of new web technologies such as HTML5, CSS3, and 3D mechanics. IGN gave us the artwork and sounds along with a brief description of a desired finished product. We were challenged to put all of the assets together and give it creative flair</a:t>
            </a:r>
            <a:r>
              <a:rPr lang="en-US" sz="1100" dirty="0">
                <a:latin typeface="Open Sans"/>
              </a:rPr>
              <a:t>.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138892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60580" y="4247682"/>
            <a:ext cx="5533147" cy="2350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Utilized HTML5 and CSS3 within their </a:t>
            </a:r>
            <a:r>
              <a:rPr lang="en-US" sz="1100" dirty="0">
                <a:latin typeface="Open Sans"/>
              </a:rPr>
              <a:t>JavaScript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structure to build the pages and brought the separate pieces together for parallax viewing with responsive design</a:t>
            </a:r>
            <a:r>
              <a:rPr lang="en-US" sz="1100" dirty="0">
                <a:latin typeface="Open Sans"/>
              </a:rPr>
              <a:t>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Added our own creative elements to the assets and descriptions given to us by IGN</a:t>
            </a:r>
            <a:r>
              <a:rPr lang="en-US" sz="1100" dirty="0">
                <a:latin typeface="Open Sans"/>
              </a:rPr>
              <a:t>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Ensured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a smooth final launch by troubleshooting and bug fixing each page of the site</a:t>
            </a:r>
            <a:r>
              <a:rPr lang="en-US" sz="1100" dirty="0">
                <a:latin typeface="Open Sans"/>
              </a:rPr>
              <a:t>.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Fully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developed the Super Mario Brother 1, Mario Kart, Mario Brothers Wii and Wii U, and Super Mario 3D Land and World pages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  <a:endParaRPr lang="en-US" sz="1100" b="0" i="0" kern="1200" dirty="0"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740246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6724674" y="1574972"/>
            <a:ext cx="5517672" cy="1588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The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site was successfully launched on the main IGN website as well as Intel and </a:t>
            </a:r>
            <a:r>
              <a:rPr lang="en-US" sz="1100" dirty="0">
                <a:latin typeface="Open Sans"/>
              </a:rPr>
              <a:t>IGN's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promotional site, html5hub.com. The client was very happy with the work and continually increased the scope of </a:t>
            </a:r>
            <a:r>
              <a:rPr lang="en-US" sz="1100" dirty="0" err="1">
                <a:latin typeface="Open Sans"/>
              </a:rPr>
              <a:t>Affirma's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involvement throughout the project. The project also gave us new experience with the latest animation techniques, new plug-ins, and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paralaxing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</a:t>
            </a:r>
            <a:r>
              <a:rPr lang="en-US" sz="1100" dirty="0">
                <a:latin typeface="Open Sans"/>
              </a:rPr>
              <a:t>JavaScript.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6724674" y="1147932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Creative</Value>
    </BusinessUnit>
    <Solutions xmlns="f0ee8362-fa7e-4bc9-ab88-7dcfb17cb19b">
      <Value>Websites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1A7CD-EABC-480E-8765-15BF9A03CD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FEC2DE-19EF-4152-BDAC-F5BE44E421A9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E4440FEF-F248-43DB-90AC-DD4EE020CA89}">
  <ds:schemaRefs>
    <ds:schemaRef ds:uri="54243e05-8da7-404c-85e0-0480aaa26276"/>
    <ds:schemaRef ds:uri="94f955fe-dfdf-46af-8eb4-7120d5d18e03"/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4.xml><?xml version="1.0" encoding="utf-8"?>
<ds:datastoreItem xmlns:ds="http://schemas.openxmlformats.org/officeDocument/2006/customXml" ds:itemID="{AF5BBE8E-7559-4F07-AE3F-3DBA87232DFC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Museum of Mario: Intel &amp; IGN Entertainment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28</cp:revision>
  <dcterms:created xsi:type="dcterms:W3CDTF">2017-10-09T12:47:23Z</dcterms:created>
  <dcterms:modified xsi:type="dcterms:W3CDTF">2024-06-03T15:57:46Z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45;#Entertainment|164e48a0-3a66-4c7e-b4d6-c588e429c0bc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22500</vt:r8>
  </property>
  <property fmtid="{D5CDD505-2E9C-101B-9397-08002B2CF9AE}" pid="11" name="SO">
    <vt:lpwstr>43;#;#44;#</vt:lpwstr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