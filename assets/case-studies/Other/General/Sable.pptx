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sldIdLst>
    <p:sldId id="4026"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AE5B9C-306B-2393-65D5-FF49BD28239B}" v="11" dt="2024-06-06T22:50:01.4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3" autoAdjust="0"/>
    <p:restoredTop sz="94660"/>
  </p:normalViewPr>
  <p:slideViewPr>
    <p:cSldViewPr snapToGrid="0">
      <p:cViewPr varScale="1">
        <p:scale>
          <a:sx n="159" d="100"/>
          <a:sy n="159" d="100"/>
        </p:scale>
        <p:origin x="228"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microsoft.com/office/2016/11/relationships/changesInfo" Target="changesInfos/changesInfo1.xml"/><Relationship Id="rId5" Type="http://schemas.openxmlformats.org/officeDocument/2006/relationships/slideMaster" Target="slideMasters/slideMaster1.xml"/><Relationship Id="rId10"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dan Murphy" userId="S::bmurphy@affirma.com::e9f923b6-6d89-4d4e-a3b7-d9304b9d44ba" providerId="AD" clId="Web-{1EAE5B9C-306B-2393-65D5-FF49BD28239B}"/>
    <pc:docChg chg="modSld">
      <pc:chgData name="Brendan Murphy" userId="S::bmurphy@affirma.com::e9f923b6-6d89-4d4e-a3b7-d9304b9d44ba" providerId="AD" clId="Web-{1EAE5B9C-306B-2393-65D5-FF49BD28239B}" dt="2024-06-06T22:50:01.405" v="10" actId="20577"/>
      <pc:docMkLst>
        <pc:docMk/>
      </pc:docMkLst>
      <pc:sldChg chg="modSp">
        <pc:chgData name="Brendan Murphy" userId="S::bmurphy@affirma.com::e9f923b6-6d89-4d4e-a3b7-d9304b9d44ba" providerId="AD" clId="Web-{1EAE5B9C-306B-2393-65D5-FF49BD28239B}" dt="2024-06-06T22:50:01.405" v="10" actId="20577"/>
        <pc:sldMkLst>
          <pc:docMk/>
          <pc:sldMk cId="1480745627" sldId="4026"/>
        </pc:sldMkLst>
        <pc:spChg chg="mod">
          <ac:chgData name="Brendan Murphy" userId="S::bmurphy@affirma.com::e9f923b6-6d89-4d4e-a3b7-d9304b9d44ba" providerId="AD" clId="Web-{1EAE5B9C-306B-2393-65D5-FF49BD28239B}" dt="2024-06-06T22:50:01.405" v="10" actId="20577"/>
          <ac:spMkLst>
            <pc:docMk/>
            <pc:sldMk cId="1480745627" sldId="4026"/>
            <ac:spMk id="2" creationId="{98315587-2BD8-46A1-A463-CC6D4DA64013}"/>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9" name="Picture 8"/>
          <p:cNvPicPr>
            <a:picLocks/>
          </p:cNvPicPr>
          <p:nvPr/>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2" name="Title 1"/>
          <p:cNvSpPr>
            <a:spLocks noGrp="1"/>
          </p:cNvSpPr>
          <p:nvPr>
            <p:ph type="ctrTitle"/>
          </p:nvPr>
        </p:nvSpPr>
        <p:spPr>
          <a:xfrm>
            <a:off x="1349941" y="2938387"/>
            <a:ext cx="7988613"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3FAA7C1-C3F5-4197-8E19-5074508A151F}"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9939" y="2209472"/>
            <a:ext cx="1942773" cy="504381"/>
          </a:xfrm>
          <a:prstGeom prst="rect">
            <a:avLst/>
          </a:prstGeom>
        </p:spPr>
      </p:pic>
      <p:pic>
        <p:nvPicPr>
          <p:cNvPr id="10" name="Picture 9">
            <a:extLst>
              <a:ext uri="{FF2B5EF4-FFF2-40B4-BE49-F238E27FC236}">
                <a16:creationId xmlns:a16="http://schemas.microsoft.com/office/drawing/2014/main" id="{E0965F55-11BA-49A6-947C-F5315306624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985188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B62FE56-11BB-4F56-957C-E2741DC5B8BB}"/>
              </a:ext>
            </a:extLst>
          </p:cNvPr>
          <p:cNvPicPr>
            <a:picLocks/>
          </p:cNvPicPr>
          <p:nvPr userDrawn="1"/>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10" name="Rectangle 9">
            <a:extLst>
              <a:ext uri="{FF2B5EF4-FFF2-40B4-BE49-F238E27FC236}">
                <a16:creationId xmlns:a16="http://schemas.microsoft.com/office/drawing/2014/main" id="{FC680771-E145-494A-AF5F-BDE0DE155687}"/>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2" name="Title 1"/>
          <p:cNvSpPr>
            <a:spLocks noGrp="1"/>
          </p:cNvSpPr>
          <p:nvPr>
            <p:ph type="ctrTitle"/>
          </p:nvPr>
        </p:nvSpPr>
        <p:spPr>
          <a:xfrm>
            <a:off x="381000" y="2938387"/>
            <a:ext cx="11430000"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CFDDD89-E2D9-493F-AD44-4345B57BD2A0}"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861B8082-4CA1-4814-AD91-104B2863304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146655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4_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C98557-C9EF-46C0-ACD8-4FD2354926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7499F9F-9E84-4603-8810-9671E100DF9C}"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DAC7F00A-F86F-4137-BF70-C36BF607941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373721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7FDDA0-9A72-4EF9-A2D2-0E17F0F1CF8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BE89F687-D33C-4157-BC5C-7A3EB7EF9B39}"/>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2" name="Title 1"/>
          <p:cNvSpPr>
            <a:spLocks noGrp="1"/>
          </p:cNvSpPr>
          <p:nvPr>
            <p:ph type="title"/>
          </p:nvPr>
        </p:nvSpPr>
        <p:spPr>
          <a:xfrm>
            <a:off x="266700" y="266700"/>
            <a:ext cx="10515211" cy="457200"/>
          </a:xfrm>
        </p:spPr>
        <p:txBody>
          <a:bodyPr/>
          <a:lstStyle>
            <a:lvl1pPr>
              <a:defRPr>
                <a:solidFill>
                  <a:schemeClr val="bg1"/>
                </a:solidFill>
                <a:latin typeface="Segoe UI" panose="020B0502040204020203" pitchFamily="34" charset="0"/>
              </a:defRPr>
            </a:lvl1pPr>
          </a:lstStyle>
          <a:p>
            <a:r>
              <a:rPr lang="en-US"/>
              <a:t>Click to edit Master title style</a:t>
            </a:r>
          </a:p>
        </p:txBody>
      </p:sp>
      <p:sp>
        <p:nvSpPr>
          <p:cNvPr id="3" name="Content Placeholder 2"/>
          <p:cNvSpPr>
            <a:spLocks noGrp="1"/>
          </p:cNvSpPr>
          <p:nvPr>
            <p:ph idx="1"/>
          </p:nvPr>
        </p:nvSpPr>
        <p:spPr>
          <a:xfrm>
            <a:off x="266700" y="1143000"/>
            <a:ext cx="10515211" cy="4350456"/>
          </a:xfrm>
        </p:spPr>
        <p:txBody>
          <a:bodyPr/>
          <a:lstStyle>
            <a:lvl1pPr>
              <a:defRPr>
                <a:solidFill>
                  <a:schemeClr val="bg1"/>
                </a:solidFill>
                <a:latin typeface="Segoe UI" panose="020B0502040204020203" pitchFamily="34" charset="0"/>
              </a:defRPr>
            </a:lvl1pPr>
            <a:lvl2pPr>
              <a:defRPr>
                <a:solidFill>
                  <a:schemeClr val="bg1"/>
                </a:solidFill>
                <a:latin typeface="Segoe UI" panose="020B0502040204020203" pitchFamily="34" charset="0"/>
              </a:defRPr>
            </a:lvl2pPr>
            <a:lvl3pPr>
              <a:defRPr>
                <a:solidFill>
                  <a:schemeClr val="bg1"/>
                </a:solidFill>
                <a:latin typeface="Segoe UI" panose="020B0502040204020203" pitchFamily="34" charset="0"/>
              </a:defRPr>
            </a:lvl3pPr>
            <a:lvl4pPr>
              <a:defRPr>
                <a:solidFill>
                  <a:schemeClr val="bg1"/>
                </a:solidFill>
                <a:latin typeface="Segoe UI" panose="020B0502040204020203" pitchFamily="34" charset="0"/>
              </a:defRPr>
            </a:lvl4pPr>
            <a:lvl5pPr>
              <a:defRPr>
                <a:solidFill>
                  <a:schemeClr val="bg1"/>
                </a:solidFill>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44A2391-0ACB-417B-BDB2-7EE86BD34CEA}"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0" name="Picture 9">
            <a:extLst>
              <a:ext uri="{FF2B5EF4-FFF2-40B4-BE49-F238E27FC236}">
                <a16:creationId xmlns:a16="http://schemas.microsoft.com/office/drawing/2014/main" id="{20937B85-B95A-4743-A758-7FD5A4CDD6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654730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5_Section Header">
    <p:spTree>
      <p:nvGrpSpPr>
        <p:cNvPr id="1" name=""/>
        <p:cNvGrpSpPr/>
        <p:nvPr/>
      </p:nvGrpSpPr>
      <p:grpSpPr>
        <a:xfrm>
          <a:off x="0" y="0"/>
          <a:ext cx="0" cy="0"/>
          <a:chOff x="0" y="0"/>
          <a:chExt cx="0" cy="0"/>
        </a:xfrm>
      </p:grpSpPr>
      <p:pic>
        <p:nvPicPr>
          <p:cNvPr id="10" name="Picture 2" descr="https://s-media-cache-ak0.pinimg.com/originals/56/3f/a2/563fa26398dc80e6c5b03695b4b05951.jpg">
            <a:extLst>
              <a:ext uri="{FF2B5EF4-FFF2-40B4-BE49-F238E27FC236}">
                <a16:creationId xmlns:a16="http://schemas.microsoft.com/office/drawing/2014/main" id="{2E825CFE-0636-45FA-8A13-E6196B14C82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143000"/>
            <a:ext cx="12192000" cy="94041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24EEF880-5CE9-41CC-A411-7EC9C6AA3BF2}"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F4AEF935-9427-4AC1-8E61-AE96D9F3487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425217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rgbClr val="0096A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8E95B-5C91-4D5C-A2D1-6735F6079072}"/>
              </a:ext>
            </a:extLst>
          </p:cNvPr>
          <p:cNvPicPr>
            <a:picLocks noChangeAspect="1"/>
          </p:cNvPicPr>
          <p:nvPr userDrawn="1"/>
        </p:nvPicPr>
        <p:blipFill rotWithShape="1">
          <a:blip r:embed="rId2"/>
          <a:srcRect t="20949" b="7428"/>
          <a:stretch/>
        </p:blipFill>
        <p:spPr>
          <a:xfrm>
            <a:off x="0" y="0"/>
            <a:ext cx="12192000" cy="6858000"/>
          </a:xfrm>
          <a:prstGeom prst="rect">
            <a:avLst/>
          </a:prstGeom>
        </p:spPr>
      </p:pic>
      <p:sp>
        <p:nvSpPr>
          <p:cNvPr id="9" name="Rectangle 8">
            <a:extLst>
              <a:ext uri="{FF2B5EF4-FFF2-40B4-BE49-F238E27FC236}">
                <a16:creationId xmlns:a16="http://schemas.microsoft.com/office/drawing/2014/main" id="{A369CD0C-8BF2-4E3E-8C85-09B075B0434B}"/>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762000" y="4724400"/>
            <a:ext cx="10515210" cy="1524000"/>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AAEA9E00-3739-42E3-8830-2E60F70329D4}"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762000" y="3657600"/>
            <a:ext cx="10668000" cy="914400"/>
          </a:xfrm>
        </p:spPr>
        <p:txBody>
          <a:bodyPr tIns="91440" bIns="91440"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6D36EFAE-173A-431F-8B79-18B410985F9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29500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p:cNvPicPr>
          <p:nvPr/>
        </p:nvPicPr>
        <p:blipFill rotWithShape="1">
          <a:blip r:embed="rId2">
            <a:extLst>
              <a:ext uri="{28A0092B-C50C-407E-A947-70E740481C1C}">
                <a14:useLocalDpi xmlns:a14="http://schemas.microsoft.com/office/drawing/2010/main" val="0"/>
              </a:ext>
            </a:extLst>
          </a:blip>
          <a:srcRect r="10573"/>
          <a:stretch/>
        </p:blipFill>
        <p:spPr>
          <a:xfrm>
            <a:off x="-2390669" y="-1"/>
            <a:ext cx="14582669" cy="6858000"/>
          </a:xfrm>
          <a:prstGeom prst="rect">
            <a:avLst/>
          </a:prstGeom>
        </p:spPr>
      </p:pic>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B5C85A9-61C4-4434-8966-EB3F73BAEE9D}"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rgbClr val="004E59"/>
                </a:solidFill>
                <a:latin typeface="+mj-lt"/>
                <a:cs typeface="Segoe UI Semilight" panose="020B0402040204020203" pitchFamily="34" charset="0"/>
              </a:defRPr>
            </a:lvl1pPr>
          </a:lstStyle>
          <a:p>
            <a:r>
              <a:rPr lang="en-US"/>
              <a:t>Click to edit Master title style</a:t>
            </a:r>
          </a:p>
        </p:txBody>
      </p:sp>
      <p:pic>
        <p:nvPicPr>
          <p:cNvPr id="8" name="Picture 7">
            <a:extLst>
              <a:ext uri="{FF2B5EF4-FFF2-40B4-BE49-F238E27FC236}">
                <a16:creationId xmlns:a16="http://schemas.microsoft.com/office/drawing/2014/main" id="{2714EBA0-C440-4D49-AAB8-E1ECDF6B67E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5242406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004E59"/>
        </a:solidFill>
        <a:effectLst/>
      </p:bgPr>
    </p:bg>
    <p:spTree>
      <p:nvGrpSpPr>
        <p:cNvPr id="1" name=""/>
        <p:cNvGrpSpPr/>
        <p:nvPr/>
      </p:nvGrpSpPr>
      <p:grpSpPr>
        <a:xfrm>
          <a:off x="0" y="0"/>
          <a:ext cx="0" cy="0"/>
          <a:chOff x="0" y="0"/>
          <a:chExt cx="0" cy="0"/>
        </a:xfrm>
      </p:grpSpPr>
      <p:sp>
        <p:nvSpPr>
          <p:cNvPr id="9" name="Rectangle 8"/>
          <p:cNvSpPr/>
          <p:nvPr/>
        </p:nvSpPr>
        <p:spPr>
          <a:xfrm>
            <a:off x="-1" y="3"/>
            <a:ext cx="12192000" cy="68580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65">
              <a:solidFill>
                <a:schemeClr val="bg1"/>
              </a:solidFill>
              <a:latin typeface="Segoe UI" panose="020B0502040204020203" pitchFamily="34" charset="0"/>
            </a:endParaRP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E83501AD-9C9C-4244-AE21-6A31846E05AA}"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980723"/>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0" name="Picture 9">
            <a:extLst>
              <a:ext uri="{FF2B5EF4-FFF2-40B4-BE49-F238E27FC236}">
                <a16:creationId xmlns:a16="http://schemas.microsoft.com/office/drawing/2014/main" id="{E4EC61EA-4242-4C46-82F7-F70F2018C8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794472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1D24DEDE-F6A3-41EB-8FC4-999989A5260A}" type="datetime1">
              <a:rPr lang="en-US" smtClean="0"/>
              <a:t>6/6/2024</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211769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1FE955F0-5606-413C-B69D-B3F57444670D}" type="datetime1">
              <a:rPr lang="en-US" smtClean="0"/>
              <a:t>6/6/2024</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6580"/>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939097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219200"/>
            <a:ext cx="11430000" cy="4350456"/>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61B4369-6832-4892-BE79-8192E1F2316D}"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8" name="Picture 7">
            <a:extLst>
              <a:ext uri="{FF2B5EF4-FFF2-40B4-BE49-F238E27FC236}">
                <a16:creationId xmlns:a16="http://schemas.microsoft.com/office/drawing/2014/main" id="{FA8DF217-1EAD-4B4A-A2F2-041F388DEC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8502552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676400"/>
            <a:ext cx="5334000" cy="441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1537DD49-2060-4D8A-B398-AD5F4CDD09E0}"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381000" y="1219200"/>
            <a:ext cx="5334000" cy="322792"/>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pic>
        <p:nvPicPr>
          <p:cNvPr id="12" name="Picture 11">
            <a:extLst>
              <a:ext uri="{FF2B5EF4-FFF2-40B4-BE49-F238E27FC236}">
                <a16:creationId xmlns:a16="http://schemas.microsoft.com/office/drawing/2014/main" id="{34414025-9975-41E8-9FC5-0DF320B9428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7843217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762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AE31D5E-F81B-49B6-950F-BD89FED6F259}"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3" name="Content Placeholder 2">
            <a:extLst>
              <a:ext uri="{FF2B5EF4-FFF2-40B4-BE49-F238E27FC236}">
                <a16:creationId xmlns:a16="http://schemas.microsoft.com/office/drawing/2014/main" id="{F563948A-318B-4390-8E4D-036A81F512A6}"/>
              </a:ext>
            </a:extLst>
          </p:cNvPr>
          <p:cNvSpPr>
            <a:spLocks noGrp="1"/>
          </p:cNvSpPr>
          <p:nvPr>
            <p:ph idx="14"/>
          </p:nvPr>
        </p:nvSpPr>
        <p:spPr>
          <a:xfrm>
            <a:off x="2209800" y="28194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4" name="Text Placeholder 10">
            <a:extLst>
              <a:ext uri="{FF2B5EF4-FFF2-40B4-BE49-F238E27FC236}">
                <a16:creationId xmlns:a16="http://schemas.microsoft.com/office/drawing/2014/main" id="{2AD0E7F6-4B25-41E6-A3A0-23177BB06301}"/>
              </a:ext>
            </a:extLst>
          </p:cNvPr>
          <p:cNvSpPr>
            <a:spLocks noGrp="1"/>
          </p:cNvSpPr>
          <p:nvPr>
            <p:ph type="body" sz="quarter" idx="15"/>
          </p:nvPr>
        </p:nvSpPr>
        <p:spPr>
          <a:xfrm>
            <a:off x="2209800" y="25146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sp>
        <p:nvSpPr>
          <p:cNvPr id="16" name="Content Placeholder 2">
            <a:extLst>
              <a:ext uri="{FF2B5EF4-FFF2-40B4-BE49-F238E27FC236}">
                <a16:creationId xmlns:a16="http://schemas.microsoft.com/office/drawing/2014/main" id="{C8B1E0DD-9C3B-4861-B9C7-658DE1B3A2CA}"/>
              </a:ext>
            </a:extLst>
          </p:cNvPr>
          <p:cNvSpPr>
            <a:spLocks noGrp="1"/>
          </p:cNvSpPr>
          <p:nvPr>
            <p:ph idx="17"/>
          </p:nvPr>
        </p:nvSpPr>
        <p:spPr>
          <a:xfrm>
            <a:off x="2220383" y="4267200"/>
            <a:ext cx="9601200" cy="60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7" name="Text Placeholder 10">
            <a:extLst>
              <a:ext uri="{FF2B5EF4-FFF2-40B4-BE49-F238E27FC236}">
                <a16:creationId xmlns:a16="http://schemas.microsoft.com/office/drawing/2014/main" id="{3A6FE795-7232-4C2C-8253-3E63F346E6F1}"/>
              </a:ext>
            </a:extLst>
          </p:cNvPr>
          <p:cNvSpPr>
            <a:spLocks noGrp="1"/>
          </p:cNvSpPr>
          <p:nvPr>
            <p:ph type="body" sz="quarter" idx="18"/>
          </p:nvPr>
        </p:nvSpPr>
        <p:spPr>
          <a:xfrm>
            <a:off x="2220383" y="38100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8" name="Content Placeholder 2">
            <a:extLst>
              <a:ext uri="{FF2B5EF4-FFF2-40B4-BE49-F238E27FC236}">
                <a16:creationId xmlns:a16="http://schemas.microsoft.com/office/drawing/2014/main" id="{BA996FAC-27FD-4D72-8742-3B3D6FBFA472}"/>
              </a:ext>
            </a:extLst>
          </p:cNvPr>
          <p:cNvSpPr>
            <a:spLocks noGrp="1"/>
          </p:cNvSpPr>
          <p:nvPr>
            <p:ph idx="19"/>
          </p:nvPr>
        </p:nvSpPr>
        <p:spPr>
          <a:xfrm>
            <a:off x="2220384" y="54102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9" name="Text Placeholder 10">
            <a:extLst>
              <a:ext uri="{FF2B5EF4-FFF2-40B4-BE49-F238E27FC236}">
                <a16:creationId xmlns:a16="http://schemas.microsoft.com/office/drawing/2014/main" id="{FA9DA342-ABBC-4773-9620-733BFF8A707A}"/>
              </a:ext>
            </a:extLst>
          </p:cNvPr>
          <p:cNvSpPr>
            <a:spLocks noGrp="1"/>
          </p:cNvSpPr>
          <p:nvPr>
            <p:ph type="body" sz="quarter" idx="20"/>
          </p:nvPr>
        </p:nvSpPr>
        <p:spPr>
          <a:xfrm>
            <a:off x="2220384" y="51054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20" name="Picture Placeholder 14">
            <a:extLst>
              <a:ext uri="{FF2B5EF4-FFF2-40B4-BE49-F238E27FC236}">
                <a16:creationId xmlns:a16="http://schemas.microsoft.com/office/drawing/2014/main" id="{2AF7EB96-A3DC-4327-A2E2-7EB91E2FCB14}"/>
              </a:ext>
            </a:extLst>
          </p:cNvPr>
          <p:cNvSpPr>
            <a:spLocks noGrp="1"/>
          </p:cNvSpPr>
          <p:nvPr>
            <p:ph type="pic" sz="quarter" idx="21"/>
          </p:nvPr>
        </p:nvSpPr>
        <p:spPr>
          <a:xfrm>
            <a:off x="228600" y="3810000"/>
            <a:ext cx="1524000" cy="1524000"/>
          </a:xfrm>
        </p:spPr>
        <p:txBody>
          <a:bodyPr/>
          <a:lstStyle>
            <a:lvl1pPr>
              <a:defRPr>
                <a:latin typeface="Segoe UI" panose="020B0502040204020203" pitchFamily="34" charset="0"/>
              </a:defRPr>
            </a:lvl1pPr>
          </a:lstStyle>
          <a:p>
            <a:endParaRPr lang="en-US"/>
          </a:p>
        </p:txBody>
      </p:sp>
      <p:cxnSp>
        <p:nvCxnSpPr>
          <p:cNvPr id="21" name="Straight Connector 20">
            <a:extLst>
              <a:ext uri="{FF2B5EF4-FFF2-40B4-BE49-F238E27FC236}">
                <a16:creationId xmlns:a16="http://schemas.microsoft.com/office/drawing/2014/main" id="{61F3262B-E782-4905-B1B0-ADB41E7F3494}"/>
              </a:ext>
            </a:extLst>
          </p:cNvPr>
          <p:cNvCxnSpPr/>
          <p:nvPr userDrawn="1"/>
        </p:nvCxnSpPr>
        <p:spPr>
          <a:xfrm flipV="1">
            <a:off x="2159689" y="3581401"/>
            <a:ext cx="7872622" cy="6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0983542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46482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80F0FA7-9D34-4DD8-A670-CD37592C43C4}"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4423394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B6B03B97-2ED3-473A-A6B5-C8CECAC33066}" type="datetime1">
              <a:rPr lang="en-US" smtClean="0"/>
              <a:t>6/6/2024</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0997080" cy="533400"/>
          </a:xfrm>
        </p:spPr>
        <p:txBody>
          <a:bodyPr tIns="91440" bIns="91440">
            <a:noAutofit/>
          </a:bodyPr>
          <a:lstStyle>
            <a:lvl1pPr>
              <a:defRPr>
                <a:solidFill>
                  <a:schemeClr val="bg1"/>
                </a:solidFill>
                <a:latin typeface="+mj-lt"/>
              </a:defRPr>
            </a:lvl1pPr>
          </a:lstStyle>
          <a:p>
            <a:r>
              <a:rPr lang="en-US"/>
              <a:t>Click to edit Master title style</a:t>
            </a:r>
          </a:p>
        </p:txBody>
      </p:sp>
      <p:cxnSp>
        <p:nvCxnSpPr>
          <p:cNvPr id="9" name="Straight Connector 8"/>
          <p:cNvCxnSpPr/>
          <p:nvPr/>
        </p:nvCxnSpPr>
        <p:spPr>
          <a:xfrm>
            <a:off x="6095999" y="1219200"/>
            <a:ext cx="0" cy="49530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914400" y="3578424"/>
            <a:ext cx="1066800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3"/>
          </p:nvPr>
        </p:nvSpPr>
        <p:spPr>
          <a:xfrm>
            <a:off x="380999"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2" name="Picture 21">
            <a:extLst>
              <a:ext uri="{FF2B5EF4-FFF2-40B4-BE49-F238E27FC236}">
                <a16:creationId xmlns:a16="http://schemas.microsoft.com/office/drawing/2014/main" id="{AC2313EE-4E04-435C-9E05-266AC0400A1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
        <p:nvSpPr>
          <p:cNvPr id="23" name="Text Placeholder 7">
            <a:extLst>
              <a:ext uri="{FF2B5EF4-FFF2-40B4-BE49-F238E27FC236}">
                <a16:creationId xmlns:a16="http://schemas.microsoft.com/office/drawing/2014/main" id="{3AE54BA5-9B86-4728-A69D-A321E9398458}"/>
              </a:ext>
            </a:extLst>
          </p:cNvPr>
          <p:cNvSpPr>
            <a:spLocks noGrp="1"/>
          </p:cNvSpPr>
          <p:nvPr>
            <p:ph type="body" sz="quarter" idx="14"/>
          </p:nvPr>
        </p:nvSpPr>
        <p:spPr>
          <a:xfrm>
            <a:off x="6477000"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920F2E92-1F2E-4441-B0DE-CFEB5FE92A2F}"/>
              </a:ext>
            </a:extLst>
          </p:cNvPr>
          <p:cNvSpPr>
            <a:spLocks noGrp="1"/>
          </p:cNvSpPr>
          <p:nvPr>
            <p:ph type="body" sz="quarter" idx="15"/>
          </p:nvPr>
        </p:nvSpPr>
        <p:spPr>
          <a:xfrm>
            <a:off x="391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7">
            <a:extLst>
              <a:ext uri="{FF2B5EF4-FFF2-40B4-BE49-F238E27FC236}">
                <a16:creationId xmlns:a16="http://schemas.microsoft.com/office/drawing/2014/main" id="{72231F7B-8ACB-4A68-883B-D5361B594F34}"/>
              </a:ext>
            </a:extLst>
          </p:cNvPr>
          <p:cNvSpPr>
            <a:spLocks noGrp="1"/>
          </p:cNvSpPr>
          <p:nvPr>
            <p:ph type="body" sz="quarter" idx="16"/>
          </p:nvPr>
        </p:nvSpPr>
        <p:spPr>
          <a:xfrm>
            <a:off x="6487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53152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C933DAD-64FD-4C29-9D9B-272B0C756FD1}"/>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lIns="91440" tIns="91440" r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sz="half" idx="1"/>
          </p:nvPr>
        </p:nvSpPr>
        <p:spPr>
          <a:xfrm>
            <a:off x="381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77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D6E7B2A6-4F07-4682-BCBA-4D02173B1F2E}" type="datetime1">
              <a:rPr lang="en-US" smtClean="0"/>
              <a:t>6/6/2024</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9" name="Picture 8">
            <a:extLst>
              <a:ext uri="{FF2B5EF4-FFF2-40B4-BE49-F238E27FC236}">
                <a16:creationId xmlns:a16="http://schemas.microsoft.com/office/drawing/2014/main" id="{18F32470-D5C9-4EB9-BF19-627B706D995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5314832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01256AD-643F-4750-86FB-FD02C1741CFB}"/>
              </a:ext>
            </a:extLst>
          </p:cNvPr>
          <p:cNvSpPr/>
          <p:nvPr userDrawn="1"/>
        </p:nvSpPr>
        <p:spPr>
          <a:xfrm>
            <a:off x="0" y="0"/>
            <a:ext cx="12192000" cy="990600"/>
          </a:xfrm>
          <a:prstGeom prst="rect">
            <a:avLst/>
          </a:prstGeom>
          <a:solidFill>
            <a:srgbClr val="004E59"/>
          </a:solidFill>
          <a:ln>
            <a:solidFill>
              <a:srgbClr val="004E59"/>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Text Placeholder 2"/>
          <p:cNvSpPr>
            <a:spLocks noGrp="1"/>
          </p:cNvSpPr>
          <p:nvPr>
            <p:ph type="body" idx="1"/>
          </p:nvPr>
        </p:nvSpPr>
        <p:spPr>
          <a:xfrm>
            <a:off x="380999"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4" name="Content Placeholder 3"/>
          <p:cNvSpPr>
            <a:spLocks noGrp="1"/>
          </p:cNvSpPr>
          <p:nvPr>
            <p:ph sz="half" idx="2"/>
          </p:nvPr>
        </p:nvSpPr>
        <p:spPr>
          <a:xfrm>
            <a:off x="380999"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77000"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6" name="Content Placeholder 5"/>
          <p:cNvSpPr>
            <a:spLocks noGrp="1"/>
          </p:cNvSpPr>
          <p:nvPr>
            <p:ph sz="quarter" idx="4"/>
          </p:nvPr>
        </p:nvSpPr>
        <p:spPr>
          <a:xfrm>
            <a:off x="6477000"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Segoe UI" panose="020B0502040204020203" pitchFamily="34" charset="0"/>
              </a:defRPr>
            </a:lvl1pPr>
          </a:lstStyle>
          <a:p>
            <a:fld id="{D83671C9-B8AF-4778-9A64-B7D40FCAB6D7}" type="datetime1">
              <a:rPr lang="en-US" smtClean="0"/>
              <a:t>6/6/2024</a:t>
            </a:fld>
            <a:endParaRPr lang="en-US"/>
          </a:p>
        </p:txBody>
      </p:sp>
      <p:sp>
        <p:nvSpPr>
          <p:cNvPr id="8" name="Footer Placeholder 7"/>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9" name="Slide Number Placeholder 8"/>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C4C4B624-09C9-4734-9996-D8363B05C62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3412066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EB0F89DA-FF13-4B7D-AA08-3C5F81465675}" type="datetime1">
              <a:rPr lang="en-US" smtClean="0"/>
              <a:t>6/6/2024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7699787-C03F-45A9-825C-0DE0DCF4B9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5045075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14273" y="2689656"/>
            <a:ext cx="3259815" cy="537931"/>
          </a:xfrm>
        </p:spPr>
        <p:txBody>
          <a:bodyPr wrap="none" anchor="t" anchorCtr="0">
            <a:noAutofit/>
          </a:bodyPr>
          <a:lstStyle>
            <a:lvl1pPr algn="r">
              <a:defRPr sz="3530">
                <a:solidFill>
                  <a:srgbClr val="E45A1E"/>
                </a:solidFill>
              </a:defRPr>
            </a:lvl1pPr>
          </a:lstStyle>
          <a:p>
            <a:r>
              <a:rPr lang="en-US"/>
              <a:t>Click to edit Master title style</a:t>
            </a:r>
          </a:p>
        </p:txBody>
      </p:sp>
      <p:sp>
        <p:nvSpPr>
          <p:cNvPr id="3" name="Subtitle 2"/>
          <p:cNvSpPr>
            <a:spLocks noGrp="1"/>
          </p:cNvSpPr>
          <p:nvPr>
            <p:ph type="subTitle" idx="1"/>
          </p:nvPr>
        </p:nvSpPr>
        <p:spPr>
          <a:xfrm>
            <a:off x="1414273" y="3317243"/>
            <a:ext cx="3259815" cy="1656131"/>
          </a:xfrm>
        </p:spPr>
        <p:txBody>
          <a:bodyPr>
            <a:normAutofit/>
          </a:bodyPr>
          <a:lstStyle>
            <a:lvl1pPr marL="0" indent="0" algn="r">
              <a:buNone/>
              <a:defRPr sz="1765">
                <a:solidFill>
                  <a:srgbClr val="E45A1E"/>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4436BD68-1E86-4C5F-B263-4D813CF8156E}"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7" name="Rectangle 6"/>
          <p:cNvSpPr/>
          <p:nvPr/>
        </p:nvSpPr>
        <p:spPr>
          <a:xfrm>
            <a:off x="6096002" y="1"/>
            <a:ext cx="6095999" cy="6857999"/>
          </a:xfrm>
          <a:prstGeom prst="rect">
            <a:avLst/>
          </a:prstGeom>
          <a:solidFill>
            <a:srgbClr val="004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92">
              <a:latin typeface="Segoe UI" panose="020B0502040204020203" pitchFamily="34" charset="0"/>
            </a:endParaRPr>
          </a:p>
        </p:txBody>
      </p:sp>
      <p:pic>
        <p:nvPicPr>
          <p:cNvPr id="8" name="Picture 7" descr="affirmastudioslogo.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866624" y="2689656"/>
            <a:ext cx="2204778" cy="562410"/>
          </a:xfrm>
          <a:prstGeom prst="rect">
            <a:avLst/>
          </a:prstGeom>
        </p:spPr>
      </p:pic>
    </p:spTree>
    <p:extLst>
      <p:ext uri="{BB962C8B-B14F-4D97-AF65-F5344CB8AC3E}">
        <p14:creationId xmlns:p14="http://schemas.microsoft.com/office/powerpoint/2010/main" val="22515900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004E59"/>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6308C49A-4D23-4DAD-94AA-52B2AB55BE64}" type="datetime1">
              <a:rPr lang="en-US" smtClean="0"/>
              <a:t>6/6/2024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171D8278-5719-41B5-BA0B-62F901BD5A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469266584"/>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E45A1E"/>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CB71612E-1300-4134-8502-69D1691574A5}" type="datetime1">
              <a:rPr lang="en-US" smtClean="0"/>
              <a:t>6/6/2024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DDC3FBF-8EF6-411E-AA4F-268641FD25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3168752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333333"/>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1F35ADEB-6349-4B88-8268-13B6CE512C57}" type="datetime1">
              <a:rPr lang="en-US" smtClean="0"/>
              <a:t>6/6/2024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5982C415-13F0-4D24-97F3-4AB707C0984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591572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470" y="457615"/>
            <a:ext cx="3932568" cy="1600096"/>
          </a:xfrm>
        </p:spPr>
        <p:txBody>
          <a:bodyPr anchor="b"/>
          <a:lstStyle>
            <a:lvl1pPr>
              <a:defRPr sz="3137"/>
            </a:lvl1pPr>
          </a:lstStyle>
          <a:p>
            <a:r>
              <a:rPr lang="en-US"/>
              <a:t>Click to edit Master title style</a:t>
            </a:r>
          </a:p>
        </p:txBody>
      </p:sp>
      <p:sp>
        <p:nvSpPr>
          <p:cNvPr id="3" name="Picture Placeholder 2"/>
          <p:cNvSpPr>
            <a:spLocks noGrp="1"/>
          </p:cNvSpPr>
          <p:nvPr>
            <p:ph type="pic" idx="1"/>
          </p:nvPr>
        </p:nvSpPr>
        <p:spPr>
          <a:xfrm>
            <a:off x="5183937" y="986833"/>
            <a:ext cx="6171746" cy="4873445"/>
          </a:xfrm>
        </p:spPr>
        <p:txBody>
          <a:bodyPr/>
          <a:lstStyle>
            <a:lvl1pPr marL="0" indent="0">
              <a:buNone/>
              <a:defRPr sz="3137">
                <a:latin typeface="Segoe UI" panose="020B0502040204020203" pitchFamily="34" charset="0"/>
              </a:defRPr>
            </a:lvl1pPr>
            <a:lvl2pPr marL="448267" indent="0">
              <a:buNone/>
              <a:defRPr sz="2745"/>
            </a:lvl2pPr>
            <a:lvl3pPr marL="896533" indent="0">
              <a:buNone/>
              <a:defRPr sz="2353"/>
            </a:lvl3pPr>
            <a:lvl4pPr marL="1344800" indent="0">
              <a:buNone/>
              <a:defRPr sz="1961"/>
            </a:lvl4pPr>
            <a:lvl5pPr marL="1793067" indent="0">
              <a:buNone/>
              <a:defRPr sz="1961"/>
            </a:lvl5pPr>
            <a:lvl6pPr marL="2241334" indent="0">
              <a:buNone/>
              <a:defRPr sz="1961"/>
            </a:lvl6pPr>
            <a:lvl7pPr marL="2689600" indent="0">
              <a:buNone/>
              <a:defRPr sz="1961"/>
            </a:lvl7pPr>
            <a:lvl8pPr marL="3137867" indent="0">
              <a:buNone/>
              <a:defRPr sz="1961"/>
            </a:lvl8pPr>
            <a:lvl9pPr marL="3586133" indent="0">
              <a:buNone/>
              <a:defRPr sz="1961"/>
            </a:lvl9pPr>
          </a:lstStyle>
          <a:p>
            <a:r>
              <a:rPr lang="en-US"/>
              <a:t>Click icon to add picture</a:t>
            </a:r>
          </a:p>
        </p:txBody>
      </p:sp>
      <p:sp>
        <p:nvSpPr>
          <p:cNvPr id="4" name="Text Placeholder 3"/>
          <p:cNvSpPr>
            <a:spLocks noGrp="1"/>
          </p:cNvSpPr>
          <p:nvPr>
            <p:ph type="body" sz="half" idx="2"/>
          </p:nvPr>
        </p:nvSpPr>
        <p:spPr>
          <a:xfrm>
            <a:off x="840470" y="2057712"/>
            <a:ext cx="3932568" cy="3811903"/>
          </a:xfrm>
        </p:spPr>
        <p:txBody>
          <a:bodyPr/>
          <a:lstStyle>
            <a:lvl1pPr marL="0" indent="0">
              <a:buNone/>
              <a:defRPr sz="1569">
                <a:latin typeface="Segoe UI" panose="020B0502040204020203" pitchFamily="34" charset="0"/>
              </a:defRPr>
            </a:lvl1pPr>
            <a:lvl2pPr marL="448267" indent="0">
              <a:buNone/>
              <a:defRPr sz="1372"/>
            </a:lvl2pPr>
            <a:lvl3pPr marL="896533" indent="0">
              <a:buNone/>
              <a:defRPr sz="1177"/>
            </a:lvl3pPr>
            <a:lvl4pPr marL="1344800" indent="0">
              <a:buNone/>
              <a:defRPr sz="981"/>
            </a:lvl4pPr>
            <a:lvl5pPr marL="1793067" indent="0">
              <a:buNone/>
              <a:defRPr sz="981"/>
            </a:lvl5pPr>
            <a:lvl6pPr marL="2241334" indent="0">
              <a:buNone/>
              <a:defRPr sz="981"/>
            </a:lvl6pPr>
            <a:lvl7pPr marL="2689600" indent="0">
              <a:buNone/>
              <a:defRPr sz="981"/>
            </a:lvl7pPr>
            <a:lvl8pPr marL="3137867" indent="0">
              <a:buNone/>
              <a:defRPr sz="981"/>
            </a:lvl8pPr>
            <a:lvl9pPr marL="3586133" indent="0">
              <a:buNone/>
              <a:defRPr sz="981"/>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251D2621-3FA2-4EA3-B22D-3D4C918E1AF9}" type="datetime1">
              <a:rPr lang="en-US" smtClean="0"/>
              <a:t>6/6/2024</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38182020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as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432830"/>
            <a:ext cx="11430000" cy="4350456"/>
          </a:xfrm>
        </p:spPr>
        <p:txBody>
          <a:bodyPr vert="horz" lIns="91440" tIns="91440" rIns="91440" bIns="91440" rtlCol="0">
            <a:noAutofit/>
          </a:bodyPr>
          <a:lstStyle>
            <a:lvl1pPr>
              <a:defRPr lang="en-US" dirty="0" smtClean="0">
                <a:latin typeface="Segoe UI" panose="020B0502040204020203" pitchFamily="34" charset="0"/>
              </a:defRPr>
            </a:lvl1pPr>
            <a:lvl2pPr>
              <a:defRPr lang="en-US" dirty="0" smtClean="0">
                <a:latin typeface="Segoe UI" panose="020B0502040204020203" pitchFamily="34" charset="0"/>
              </a:defRPr>
            </a:lvl2pPr>
            <a:lvl3pPr>
              <a:defRPr lang="en-US" dirty="0" smtClean="0">
                <a:latin typeface="Segoe UI" panose="020B0502040204020203" pitchFamily="34" charset="0"/>
              </a:defRPr>
            </a:lvl3pPr>
            <a:lvl4pPr>
              <a:defRPr lang="en-US" dirty="0" smtClean="0">
                <a:latin typeface="Segoe UI" panose="020B0502040204020203" pitchFamily="34" charset="0"/>
              </a:defRPr>
            </a:lvl4pPr>
            <a:lvl5pPr>
              <a:defRPr lang="en-US" dirty="0">
                <a:latin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
          <p:cNvSpPr>
            <a:spLocks noGrp="1"/>
          </p:cNvSpPr>
          <p:nvPr>
            <p:ph type="body" sz="quarter" idx="16"/>
          </p:nvPr>
        </p:nvSpPr>
        <p:spPr>
          <a:xfrm>
            <a:off x="381000" y="1021080"/>
            <a:ext cx="11487856" cy="228535"/>
          </a:xfrm>
        </p:spPr>
        <p:txBody>
          <a:bodyPr lIns="9144" tIns="0" rIns="0" bIns="0">
            <a:spAutoFit/>
          </a:bodyPr>
          <a:lstStyle>
            <a:lvl1pPr marL="0" indent="0">
              <a:buNone/>
              <a:defRPr sz="1650" spc="-14" baseline="0">
                <a:solidFill>
                  <a:schemeClr val="accent2"/>
                </a:solidFill>
                <a:latin typeface="Segoe UI" panose="020B0502040204020203" pitchFamily="34" charset="0"/>
              </a:defRPr>
            </a:lvl1pPr>
          </a:lstStyle>
          <a:p>
            <a:pPr lvl="0"/>
            <a:r>
              <a:rPr lang="en-US"/>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9" name="Footer Placeholder 3"/>
          <p:cNvSpPr>
            <a:spLocks noGrp="1"/>
          </p:cNvSpPr>
          <p:nvPr>
            <p:ph type="ftr" sz="quarter" idx="3"/>
          </p:nvPr>
        </p:nvSpPr>
        <p:spPr>
          <a:xfrm>
            <a:off x="333816" y="6270900"/>
            <a:ext cx="10739714" cy="428383"/>
          </a:xfrm>
          <a:prstGeom prst="rect">
            <a:avLst/>
          </a:prstGeom>
        </p:spPr>
        <p:txBody>
          <a:bodyPr vert="horz" lIns="91440" tIns="45720" rIns="91440" bIns="45720" rtlCol="0" anchor="ctr"/>
          <a:lstStyle>
            <a:lvl1pPr algn="l">
              <a:defRPr sz="687">
                <a:solidFill>
                  <a:schemeClr val="tx1">
                    <a:tint val="75000"/>
                  </a:schemeClr>
                </a:solidFill>
                <a:latin typeface="Segoe UI" panose="020B0502040204020203" pitchFamily="34" charset="0"/>
              </a:defRPr>
            </a:lvl1pPr>
          </a:lstStyle>
          <a:p>
            <a:endParaRPr lang="en-US"/>
          </a:p>
        </p:txBody>
      </p:sp>
    </p:spTree>
    <p:extLst>
      <p:ext uri="{BB962C8B-B14F-4D97-AF65-F5344CB8AC3E}">
        <p14:creationId xmlns:p14="http://schemas.microsoft.com/office/powerpoint/2010/main" val="443219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600"/>
            <a:ext cx="11430000" cy="533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0999" y="1143000"/>
            <a:ext cx="11430000" cy="4572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1" y="6356806"/>
            <a:ext cx="2743459" cy="304800"/>
          </a:xfrm>
          <a:prstGeom prst="rect">
            <a:avLst/>
          </a:prstGeom>
        </p:spPr>
        <p:txBody>
          <a:bodyPr vert="horz" lIns="91440" tIns="45720" rIns="91440" bIns="45720" rtlCol="0" anchor="ctr"/>
          <a:lstStyle>
            <a:lvl1pPr algn="l">
              <a:defRPr sz="1177">
                <a:solidFill>
                  <a:schemeClr val="tx1">
                    <a:tint val="75000"/>
                  </a:schemeClr>
                </a:solidFill>
                <a:latin typeface="Segoe UI" panose="020B0502040204020203" pitchFamily="34" charset="0"/>
              </a:defRPr>
            </a:lvl1pPr>
          </a:lstStyle>
          <a:p>
            <a:fld id="{5219DAA9-BAE0-47A6-AA9A-63E08801AA2A}" type="datetime1">
              <a:rPr lang="en-US" smtClean="0"/>
              <a:t>6/6/2024</a:t>
            </a:fld>
            <a:endParaRPr lang="en-US"/>
          </a:p>
        </p:txBody>
      </p:sp>
      <p:sp>
        <p:nvSpPr>
          <p:cNvPr id="5" name="Footer Placeholder 4"/>
          <p:cNvSpPr>
            <a:spLocks noGrp="1"/>
          </p:cNvSpPr>
          <p:nvPr>
            <p:ph type="ftr" sz="quarter" idx="3"/>
          </p:nvPr>
        </p:nvSpPr>
        <p:spPr>
          <a:xfrm>
            <a:off x="4038408" y="6356806"/>
            <a:ext cx="4115189" cy="364224"/>
          </a:xfrm>
          <a:prstGeom prst="rect">
            <a:avLst/>
          </a:prstGeom>
        </p:spPr>
        <p:txBody>
          <a:bodyPr vert="horz" lIns="91440" tIns="45720" rIns="91440" bIns="45720" rtlCol="0" anchor="ctr"/>
          <a:lstStyle>
            <a:lvl1pPr algn="ctr">
              <a:defRPr sz="1177">
                <a:solidFill>
                  <a:schemeClr val="tx1">
                    <a:tint val="75000"/>
                  </a:schemeClr>
                </a:solidFill>
                <a:latin typeface="Segoe UI" panose="020B0502040204020203" pitchFamily="34" charset="0"/>
              </a:defRPr>
            </a:lvl1pPr>
          </a:lstStyle>
          <a:p>
            <a:endParaRPr lang="en-US"/>
          </a:p>
        </p:txBody>
      </p:sp>
      <p:sp>
        <p:nvSpPr>
          <p:cNvPr id="6" name="Slide Number Placeholder 5"/>
          <p:cNvSpPr>
            <a:spLocks noGrp="1"/>
          </p:cNvSpPr>
          <p:nvPr>
            <p:ph type="sldNum" sz="quarter" idx="4"/>
          </p:nvPr>
        </p:nvSpPr>
        <p:spPr>
          <a:xfrm>
            <a:off x="11277600" y="6356805"/>
            <a:ext cx="533400" cy="304800"/>
          </a:xfrm>
          <a:prstGeom prst="rect">
            <a:avLst/>
          </a:prstGeom>
        </p:spPr>
        <p:txBody>
          <a:bodyPr vert="horz" lIns="91440" tIns="45720" rIns="91440" bIns="45720" rtlCol="0" anchor="ctr"/>
          <a:lstStyle>
            <a:lvl1pPr algn="r">
              <a:defRPr sz="1177">
                <a:solidFill>
                  <a:schemeClr val="tx1">
                    <a:tint val="75000"/>
                  </a:schemeClr>
                </a:solidFill>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9590909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Lst>
  <p:hf hdr="0" ftr="0" dt="0"/>
  <p:txStyles>
    <p:titleStyle>
      <a:lvl1pPr algn="l" defTabSz="896533" rtl="0" eaLnBrk="1" latinLnBrk="0" hangingPunct="1">
        <a:lnSpc>
          <a:spcPct val="90000"/>
        </a:lnSpc>
        <a:spcBef>
          <a:spcPct val="0"/>
        </a:spcBef>
        <a:buNone/>
        <a:defRPr sz="3333" kern="1200">
          <a:solidFill>
            <a:schemeClr val="tx1"/>
          </a:solidFill>
          <a:latin typeface="+mj-lt"/>
          <a:ea typeface="+mj-ea"/>
          <a:cs typeface="+mj-cs"/>
        </a:defRPr>
      </a:lvl1pPr>
    </p:titleStyle>
    <p:bodyStyle>
      <a:lvl1pPr marL="224134" indent="-224134" algn="l" defTabSz="896533" rtl="0" eaLnBrk="1" latinLnBrk="0" hangingPunct="1">
        <a:lnSpc>
          <a:spcPct val="90000"/>
        </a:lnSpc>
        <a:spcBef>
          <a:spcPts val="981"/>
        </a:spcBef>
        <a:buFont typeface="Arial" panose="020B0604020202020204" pitchFamily="34" charset="0"/>
        <a:buChar char="•"/>
        <a:defRPr sz="1961" kern="1200">
          <a:solidFill>
            <a:schemeClr val="tx1"/>
          </a:solidFill>
          <a:latin typeface="Segoe UI" panose="020B0502040204020203" pitchFamily="34" charset="0"/>
          <a:ea typeface="+mn-ea"/>
          <a:cs typeface="+mn-cs"/>
        </a:defRPr>
      </a:lvl1pPr>
      <a:lvl2pPr marL="6724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Segoe UI" panose="020B0502040204020203" pitchFamily="34" charset="0"/>
          <a:ea typeface="+mn-ea"/>
          <a:cs typeface="+mn-cs"/>
        </a:defRPr>
      </a:lvl2pPr>
      <a:lvl3pPr marL="1120667" indent="-224134" algn="l" defTabSz="896533" rtl="0" eaLnBrk="1" latinLnBrk="0" hangingPunct="1">
        <a:lnSpc>
          <a:spcPct val="90000"/>
        </a:lnSpc>
        <a:spcBef>
          <a:spcPts val="490"/>
        </a:spcBef>
        <a:buFont typeface="Arial" panose="020B0604020202020204" pitchFamily="34" charset="0"/>
        <a:buChar char="•"/>
        <a:defRPr sz="1569" kern="1200">
          <a:solidFill>
            <a:schemeClr val="tx1"/>
          </a:solidFill>
          <a:latin typeface="Segoe UI" panose="020B0502040204020203" pitchFamily="34" charset="0"/>
          <a:ea typeface="+mn-ea"/>
          <a:cs typeface="+mn-cs"/>
        </a:defRPr>
      </a:lvl3pPr>
      <a:lvl4pPr marL="1568933"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4pPr>
      <a:lvl5pPr marL="2017200"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5pPr>
      <a:lvl6pPr marL="2465466"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6pPr>
      <a:lvl7pPr marL="2913733"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7pPr>
      <a:lvl8pPr marL="33620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8pPr>
      <a:lvl9pPr marL="3810267"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9pPr>
    </p:bodyStyle>
    <p:otherStyle>
      <a:defPPr>
        <a:defRPr lang="en-US"/>
      </a:defPPr>
      <a:lvl1pPr marL="0" algn="l" defTabSz="896533" rtl="0" eaLnBrk="1" latinLnBrk="0" hangingPunct="1">
        <a:defRPr sz="1765" kern="1200">
          <a:solidFill>
            <a:schemeClr val="tx1"/>
          </a:solidFill>
          <a:latin typeface="+mn-lt"/>
          <a:ea typeface="+mn-ea"/>
          <a:cs typeface="+mn-cs"/>
        </a:defRPr>
      </a:lvl1pPr>
      <a:lvl2pPr marL="448267" algn="l" defTabSz="896533" rtl="0" eaLnBrk="1" latinLnBrk="0" hangingPunct="1">
        <a:defRPr sz="1765" kern="1200">
          <a:solidFill>
            <a:schemeClr val="tx1"/>
          </a:solidFill>
          <a:latin typeface="+mn-lt"/>
          <a:ea typeface="+mn-ea"/>
          <a:cs typeface="+mn-cs"/>
        </a:defRPr>
      </a:lvl2pPr>
      <a:lvl3pPr marL="896533" algn="l" defTabSz="896533" rtl="0" eaLnBrk="1" latinLnBrk="0" hangingPunct="1">
        <a:defRPr sz="1765" kern="1200">
          <a:solidFill>
            <a:schemeClr val="tx1"/>
          </a:solidFill>
          <a:latin typeface="+mn-lt"/>
          <a:ea typeface="+mn-ea"/>
          <a:cs typeface="+mn-cs"/>
        </a:defRPr>
      </a:lvl3pPr>
      <a:lvl4pPr marL="1344800" algn="l" defTabSz="896533" rtl="0" eaLnBrk="1" latinLnBrk="0" hangingPunct="1">
        <a:defRPr sz="1765" kern="1200">
          <a:solidFill>
            <a:schemeClr val="tx1"/>
          </a:solidFill>
          <a:latin typeface="+mn-lt"/>
          <a:ea typeface="+mn-ea"/>
          <a:cs typeface="+mn-cs"/>
        </a:defRPr>
      </a:lvl4pPr>
      <a:lvl5pPr marL="1793067" algn="l" defTabSz="896533" rtl="0" eaLnBrk="1" latinLnBrk="0" hangingPunct="1">
        <a:defRPr sz="1765" kern="1200">
          <a:solidFill>
            <a:schemeClr val="tx1"/>
          </a:solidFill>
          <a:latin typeface="+mn-lt"/>
          <a:ea typeface="+mn-ea"/>
          <a:cs typeface="+mn-cs"/>
        </a:defRPr>
      </a:lvl5pPr>
      <a:lvl6pPr marL="2241334" algn="l" defTabSz="896533" rtl="0" eaLnBrk="1" latinLnBrk="0" hangingPunct="1">
        <a:defRPr sz="1765" kern="1200">
          <a:solidFill>
            <a:schemeClr val="tx1"/>
          </a:solidFill>
          <a:latin typeface="+mn-lt"/>
          <a:ea typeface="+mn-ea"/>
          <a:cs typeface="+mn-cs"/>
        </a:defRPr>
      </a:lvl6pPr>
      <a:lvl7pPr marL="2689600" algn="l" defTabSz="896533" rtl="0" eaLnBrk="1" latinLnBrk="0" hangingPunct="1">
        <a:defRPr sz="1765" kern="1200">
          <a:solidFill>
            <a:schemeClr val="tx1"/>
          </a:solidFill>
          <a:latin typeface="+mn-lt"/>
          <a:ea typeface="+mn-ea"/>
          <a:cs typeface="+mn-cs"/>
        </a:defRPr>
      </a:lvl7pPr>
      <a:lvl8pPr marL="3137867" algn="l" defTabSz="896533" rtl="0" eaLnBrk="1" latinLnBrk="0" hangingPunct="1">
        <a:defRPr sz="1765" kern="1200">
          <a:solidFill>
            <a:schemeClr val="tx1"/>
          </a:solidFill>
          <a:latin typeface="+mn-lt"/>
          <a:ea typeface="+mn-ea"/>
          <a:cs typeface="+mn-cs"/>
        </a:defRPr>
      </a:lvl8pPr>
      <a:lvl9pPr marL="3586133" algn="l" defTabSz="896533"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p15:clr>
            <a:srgbClr val="F26B43"/>
          </p15:clr>
        </p15:guide>
        <p15:guide id="2" pos="46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D54DF35-EA3E-4C4C-90E0-29B4F47B4B89}"/>
              </a:ext>
            </a:extLst>
          </p:cNvPr>
          <p:cNvSpPr/>
          <p:nvPr/>
        </p:nvSpPr>
        <p:spPr>
          <a:xfrm>
            <a:off x="0" y="3484"/>
            <a:ext cx="12192000" cy="991234"/>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76806"/>
            <a:endParaRPr lang="en-US" sz="1923" dirty="0">
              <a:solidFill>
                <a:prstClr val="white"/>
              </a:solidFill>
              <a:latin typeface="Segoe UI"/>
            </a:endParaRPr>
          </a:p>
        </p:txBody>
      </p:sp>
      <p:sp>
        <p:nvSpPr>
          <p:cNvPr id="2" name="Title 1">
            <a:extLst>
              <a:ext uri="{FF2B5EF4-FFF2-40B4-BE49-F238E27FC236}">
                <a16:creationId xmlns:a16="http://schemas.microsoft.com/office/drawing/2014/main" id="{98315587-2BD8-46A1-A463-CC6D4DA64013}"/>
              </a:ext>
            </a:extLst>
          </p:cNvPr>
          <p:cNvSpPr>
            <a:spLocks noGrp="1"/>
          </p:cNvSpPr>
          <p:nvPr>
            <p:ph type="title"/>
          </p:nvPr>
        </p:nvSpPr>
        <p:spPr/>
        <p:txBody>
          <a:bodyPr vert="horz" lIns="91440" tIns="45720" rIns="91440" bIns="45720" rtlCol="0" anchor="ctr">
            <a:noAutofit/>
          </a:bodyPr>
          <a:lstStyle/>
          <a:p>
            <a:r>
              <a:rPr lang="en-US" sz="3300" dirty="0"/>
              <a:t>Sable – NetSuite and CashPro Integration</a:t>
            </a:r>
            <a:endParaRPr lang="en-US" dirty="0"/>
          </a:p>
        </p:txBody>
      </p:sp>
      <p:sp>
        <p:nvSpPr>
          <p:cNvPr id="4" name="TextBox 3">
            <a:extLst>
              <a:ext uri="{FF2B5EF4-FFF2-40B4-BE49-F238E27FC236}">
                <a16:creationId xmlns:a16="http://schemas.microsoft.com/office/drawing/2014/main" id="{218BF729-DD75-444E-8129-27DC633B8D55}"/>
              </a:ext>
            </a:extLst>
          </p:cNvPr>
          <p:cNvSpPr txBox="1"/>
          <p:nvPr/>
        </p:nvSpPr>
        <p:spPr>
          <a:xfrm>
            <a:off x="381000" y="1304801"/>
            <a:ext cx="7818521" cy="4996368"/>
          </a:xfrm>
          <a:prstGeom prst="rect">
            <a:avLst/>
          </a:prstGeom>
          <a:noFill/>
        </p:spPr>
        <p:txBody>
          <a:bodyPr wrap="square" rtlCol="0">
            <a:spAutoFit/>
          </a:bodyPr>
          <a:lstStyle/>
          <a:p>
            <a:pPr defTabSz="976845"/>
            <a:r>
              <a:rPr lang="en-US" sz="2667" dirty="0">
                <a:solidFill>
                  <a:srgbClr val="F75714"/>
                </a:solidFill>
                <a:latin typeface="Segoe UI Light" panose="020B0502040204020203" pitchFamily="34" charset="0"/>
                <a:ea typeface="MS Mincho" panose="02020609040205080304" pitchFamily="49" charset="-128"/>
                <a:cs typeface="Segoe UI Light" panose="020B0502040204020203" pitchFamily="34" charset="0"/>
              </a:rPr>
              <a:t>Business Need </a:t>
            </a:r>
          </a:p>
          <a:p>
            <a:pPr defTabSz="976845"/>
            <a:r>
              <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rPr>
              <a:t>Based in Flowery Branch, Georgia, Sable was a manufacturing operation that processed plastic scrap from Walmart and other retailers to avoid material going to landfills. The plastic scrap was combined with other material and run through extrusion lines to produce plastic resin pellets used in injection molding. Sable wanted to replace QuickBooks. </a:t>
            </a:r>
          </a:p>
          <a:p>
            <a:pPr marL="171443" indent="-171443" defTabSz="976845">
              <a:buFont typeface="Arial" panose="020B0604020202020204" pitchFamily="34" charset="0"/>
              <a:buChar char="•"/>
            </a:pPr>
            <a:endPar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endParaRPr>
          </a:p>
          <a:p>
            <a:pPr marL="171443" indent="-171443" defTabSz="976845">
              <a:buFont typeface="Arial" panose="020B0604020202020204" pitchFamily="34" charset="0"/>
              <a:buChar char="•"/>
            </a:pPr>
            <a:endPar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endParaRPr>
          </a:p>
          <a:p>
            <a:pPr defTabSz="976845"/>
            <a:r>
              <a:rPr kumimoji="0" lang="en-US" sz="2667" b="0" i="0" u="none" strike="noStrike" kern="1200" cap="none" spc="0" normalizeH="0" baseline="0" noProof="0" dirty="0">
                <a:ln>
                  <a:noFill/>
                </a:ln>
                <a:solidFill>
                  <a:srgbClr val="F75714"/>
                </a:solidFill>
                <a:effectLst/>
                <a:uLnTx/>
                <a:uFillTx/>
                <a:latin typeface="Segoe UI Light" panose="020B0502040204020203" pitchFamily="34" charset="0"/>
                <a:ea typeface="MS Mincho" panose="02020609040205080304" pitchFamily="49" charset="-128"/>
                <a:cs typeface="Segoe UI Light" panose="020B0502040204020203" pitchFamily="34" charset="0"/>
              </a:rPr>
              <a:t>What We Did</a:t>
            </a:r>
            <a:endPar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endParaRPr>
          </a:p>
          <a:p>
            <a:pPr marL="171443" indent="-171443" defTabSz="976845">
              <a:buFont typeface="Arial" panose="020B0604020202020204" pitchFamily="34" charset="0"/>
              <a:buChar char="•"/>
            </a:pPr>
            <a:r>
              <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rPr>
              <a:t>Implemented NetSuite financials in two months. </a:t>
            </a:r>
          </a:p>
          <a:p>
            <a:pPr marL="171443" indent="-171443" defTabSz="976845">
              <a:buFont typeface="Arial" panose="020B0604020202020204" pitchFamily="34" charset="0"/>
              <a:buChar char="•"/>
            </a:pPr>
            <a:endPar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endParaRPr>
          </a:p>
          <a:p>
            <a:pPr marL="171443" indent="-171443" defTabSz="976845">
              <a:buFont typeface="Arial" panose="020B0604020202020204" pitchFamily="34" charset="0"/>
              <a:buChar char="•"/>
            </a:pPr>
            <a:r>
              <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rPr>
              <a:t>After the initial NetSuite financials implementation, we extended the solution with NetSuite Manufacturing and integrated RF -SMART’s bar coding and scanning solution </a:t>
            </a:r>
          </a:p>
          <a:p>
            <a:pPr marL="171443" indent="-171443" defTabSz="976845">
              <a:buFont typeface="Arial" panose="020B0604020202020204" pitchFamily="34" charset="0"/>
              <a:buChar char="•"/>
            </a:pPr>
            <a:endPar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endParaRPr>
          </a:p>
          <a:p>
            <a:pPr marL="171443" indent="-171443" defTabSz="976845">
              <a:buFont typeface="Arial" panose="020B0604020202020204" pitchFamily="34" charset="0"/>
              <a:buChar char="•"/>
            </a:pPr>
            <a:r>
              <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rPr>
              <a:t>Added cycle counts to further improve physical inventory processes. </a:t>
            </a:r>
          </a:p>
          <a:p>
            <a:pPr marL="171443" indent="-171443" defTabSz="976845">
              <a:buFont typeface="Arial" panose="020B0604020202020204" pitchFamily="34" charset="0"/>
              <a:buChar char="•"/>
            </a:pPr>
            <a:endPar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endParaRPr>
          </a:p>
          <a:p>
            <a:pPr marL="171443" indent="-171443" defTabSz="976845">
              <a:buFont typeface="Arial" panose="020B0604020202020204" pitchFamily="34" charset="0"/>
              <a:buChar char="•"/>
            </a:pPr>
            <a:r>
              <a:rPr lang="en-US" sz="1200" b="1"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rPr>
              <a:t>Integrated Bank of America’s cash management application CashPro with NetSuite </a:t>
            </a:r>
          </a:p>
          <a:p>
            <a:pPr marL="238105" indent="-238105" defTabSz="976845">
              <a:lnSpc>
                <a:spcPct val="120000"/>
              </a:lnSpc>
              <a:buFont typeface="Arial" panose="020B0604020202020204" pitchFamily="34" charset="0"/>
              <a:buChar char="•"/>
            </a:pPr>
            <a:endPar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endParaRPr>
          </a:p>
          <a:p>
            <a:pPr marL="171443" marR="0" lvl="0" indent="-171443" algn="l" defTabSz="976845"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Segoe UI Light" panose="020B0502040204020203" pitchFamily="34" charset="0"/>
              <a:ea typeface="MS Mincho" panose="02020609040205080304" pitchFamily="49" charset="-128"/>
              <a:cs typeface="Segoe UI Light" panose="020B0502040204020203" pitchFamily="34" charset="0"/>
            </a:endParaRPr>
          </a:p>
          <a:p>
            <a:pPr marL="0" marR="0" lvl="0" indent="0" algn="l" defTabSz="976845" rtl="0" eaLnBrk="1" fontAlgn="auto" latinLnBrk="0" hangingPunct="1">
              <a:lnSpc>
                <a:spcPct val="100000"/>
              </a:lnSpc>
              <a:spcBef>
                <a:spcPts val="0"/>
              </a:spcBef>
              <a:spcAft>
                <a:spcPts val="0"/>
              </a:spcAft>
              <a:buClrTx/>
              <a:buSzTx/>
              <a:buFontTx/>
              <a:buNone/>
              <a:tabLst/>
              <a:defRPr/>
            </a:pPr>
            <a:r>
              <a:rPr kumimoji="0" lang="en-US" sz="2667" b="0" i="0" u="none" strike="noStrike" kern="1200" cap="none" spc="0" normalizeH="0" baseline="0" noProof="0" dirty="0">
                <a:ln>
                  <a:noFill/>
                </a:ln>
                <a:solidFill>
                  <a:srgbClr val="F75714"/>
                </a:solidFill>
                <a:effectLst/>
                <a:uLnTx/>
                <a:uFillTx/>
                <a:latin typeface="Segoe UI Light" panose="020B0502040204020203" pitchFamily="34" charset="0"/>
                <a:ea typeface="MS Mincho" panose="02020609040205080304" pitchFamily="49" charset="-128"/>
                <a:cs typeface="Segoe UI Light" panose="020B0502040204020203" pitchFamily="34" charset="0"/>
              </a:rPr>
              <a:t>What We Did</a:t>
            </a:r>
            <a:endParaRPr kumimoji="0" lang="en-US" sz="1200" b="0" i="0" u="none" strike="noStrike" kern="1200" cap="none" spc="0" normalizeH="0" baseline="0" noProof="0" dirty="0">
              <a:ln>
                <a:noFill/>
              </a:ln>
              <a:solidFill>
                <a:prstClr val="black"/>
              </a:solidFill>
              <a:effectLst/>
              <a:uLnTx/>
              <a:uFillTx/>
              <a:latin typeface="Segoe UI Light" panose="020B0502040204020203" pitchFamily="34" charset="0"/>
              <a:ea typeface="MS Mincho" panose="02020609040205080304" pitchFamily="49" charset="-128"/>
              <a:cs typeface="Segoe UI Light" panose="020B0502040204020203" pitchFamily="34" charset="0"/>
            </a:endParaRPr>
          </a:p>
          <a:p>
            <a:pPr defTabSz="976845">
              <a:lnSpc>
                <a:spcPct val="120000"/>
              </a:lnSpc>
            </a:pPr>
            <a:r>
              <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rPr>
              <a:t>We significantly improved controls over physical inventory and visibility into the business by management. Converted the company from a periodic monthly inventory costing methodology to a perpetual system. Further improved the efficiency of disbursements by converting all disbursements and receipts from manual to electronic. </a:t>
            </a:r>
          </a:p>
          <a:p>
            <a:pPr defTabSz="976845">
              <a:lnSpc>
                <a:spcPct val="120000"/>
              </a:lnSpc>
            </a:pPr>
            <a:endPar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endParaRPr>
          </a:p>
        </p:txBody>
      </p:sp>
      <p:pic>
        <p:nvPicPr>
          <p:cNvPr id="1028" name="Picture 4" descr="Oracle NetSuite OneWorld Review | PCMag">
            <a:extLst>
              <a:ext uri="{FF2B5EF4-FFF2-40B4-BE49-F238E27FC236}">
                <a16:creationId xmlns:a16="http://schemas.microsoft.com/office/drawing/2014/main" id="{89751EA4-EE0E-DCA2-5634-5EF0D28EEB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78462" y="1630279"/>
            <a:ext cx="2606143" cy="146810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D72EFA8-B012-E1EF-5201-CAF43D772F2C}"/>
              </a:ext>
            </a:extLst>
          </p:cNvPr>
          <p:cNvPicPr>
            <a:picLocks noChangeAspect="1"/>
          </p:cNvPicPr>
          <p:nvPr/>
        </p:nvPicPr>
        <p:blipFill>
          <a:blip r:embed="rId3"/>
          <a:stretch>
            <a:fillRect/>
          </a:stretch>
        </p:blipFill>
        <p:spPr>
          <a:xfrm>
            <a:off x="8678461" y="3228527"/>
            <a:ext cx="2606144" cy="200473"/>
          </a:xfrm>
          <a:prstGeom prst="rect">
            <a:avLst/>
          </a:prstGeom>
        </p:spPr>
      </p:pic>
    </p:spTree>
    <p:extLst>
      <p:ext uri="{BB962C8B-B14F-4D97-AF65-F5344CB8AC3E}">
        <p14:creationId xmlns:p14="http://schemas.microsoft.com/office/powerpoint/2010/main" val="1480745627"/>
      </p:ext>
    </p:extLst>
  </p:cSld>
  <p:clrMapOvr>
    <a:masterClrMapping/>
  </p:clrMapOvr>
</p:sld>
</file>

<file path=ppt/theme/theme1.xml><?xml version="1.0" encoding="utf-8"?>
<a:theme xmlns:a="http://schemas.openxmlformats.org/drawingml/2006/main" name="Custom Design">
  <a:themeElements>
    <a:clrScheme name="Affirma">
      <a:dk1>
        <a:sysClr val="windowText" lastClr="000000"/>
      </a:dk1>
      <a:lt1>
        <a:sysClr val="window" lastClr="FFFFFF"/>
      </a:lt1>
      <a:dk2>
        <a:srgbClr val="44546A"/>
      </a:dk2>
      <a:lt2>
        <a:srgbClr val="E7E6E6"/>
      </a:lt2>
      <a:accent1>
        <a:srgbClr val="235A5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firma_QBR-CI_FY18 Q2_Prep(Updated)" id="{60F98659-98E9-4C4D-9310-9510EF3F70E3}" vid="{65065986-2AC3-4681-8D2A-70BCEC6AD53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NetSuite</Value>
    </BusinessUnit>
    <Solutions xmlns="f0ee8362-fa7e-4bc9-ab88-7dcfb17cb19b">
      <Value>Integrations</Value>
    </Solutions>
    <Industries xmlns="f0ee8362-fa7e-4bc9-ab88-7dcfb17cb19b">
      <Value>Manufacturing</Value>
    </Industries>
    <Notes0 xmlns="f0ee8362-fa7e-4bc9-ab88-7dcfb17cb19b" xsi:nil="true"/>
    <PlatTech xmlns="f0ee8362-fa7e-4bc9-ab88-7dcfb17cb19b">
      <Value>NetSuite</Value>
    </PlatTech>
    <Named_x0020_Account xmlns="f0ee8362-fa7e-4bc9-ab88-7dcfb17cb19b" xsi:nil="true"/>
    <ProjectCompletionDate xmlns="f0ee8362-fa7e-4bc9-ab88-7dcfb17cb19b" xsi:nil="true"/>
    <ApprovedByClient xmlns="f0ee8362-fa7e-4bc9-ab88-7dcfb17cb19b">false</ApprovedByClient>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15D32872-7D0B-4E5F-A36B-4C2D6ED5A28B}">
  <ds:schemaRefs>
    <ds:schemaRef ds:uri="http://schemas.microsoft.com/office/2006/metadata/properties"/>
    <ds:schemaRef ds:uri="http://schemas.microsoft.com/office/infopath/2007/PartnerControls"/>
    <ds:schemaRef ds:uri="f205c2cf-faee-43e7-95df-8aa62e5feae0"/>
  </ds:schemaRefs>
</ds:datastoreItem>
</file>

<file path=customXml/itemProps2.xml><?xml version="1.0" encoding="utf-8"?>
<ds:datastoreItem xmlns:ds="http://schemas.openxmlformats.org/officeDocument/2006/customXml" ds:itemID="{52E8CF69-B251-4114-A698-67881A656A42}">
  <ds:schemaRefs>
    <ds:schemaRef ds:uri="http://schemas.microsoft.com/sharepoint/v3/contenttype/forms"/>
  </ds:schemaRefs>
</ds:datastoreItem>
</file>

<file path=customXml/itemProps3.xml><?xml version="1.0" encoding="utf-8"?>
<ds:datastoreItem xmlns:ds="http://schemas.openxmlformats.org/officeDocument/2006/customXml" ds:itemID="{CD66A7D8-1E66-4516-A6B2-DD3BD4329268}"/>
</file>

<file path=customXml/itemProps4.xml><?xml version="1.0" encoding="utf-8"?>
<ds:datastoreItem xmlns:ds="http://schemas.openxmlformats.org/officeDocument/2006/customXml" ds:itemID="{7E15A956-8003-434D-B4F7-D0DCFBB02782}">
  <ds:schemaRefs>
    <ds:schemaRef ds:uri="http://schemas.microsoft.com/office/2006/metadata/customXsn"/>
  </ds:schemaRefs>
</ds:datastoreItem>
</file>

<file path=docProps/app.xml><?xml version="1.0" encoding="utf-8"?>
<Properties xmlns="http://schemas.openxmlformats.org/officeDocument/2006/extended-properties" xmlns:vt="http://schemas.openxmlformats.org/officeDocument/2006/docPropsVTypes">
  <TotalTime>12</TotalTime>
  <Words>164</Words>
  <Application>Microsoft Office PowerPoint</Application>
  <PresentationFormat>Widescreen</PresentationFormat>
  <Paragraphs>17</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Custom Design</vt:lpstr>
      <vt:lpstr>Sable – NetSuite and CashPro Integration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Alaska National Insurance Company</dc:title>
  <dc:creator>Brendan Murphy</dc:creator>
  <cp:lastModifiedBy>Brendan Murphy</cp:lastModifiedBy>
  <cp:revision>16</cp:revision>
  <dcterms:created xsi:type="dcterms:W3CDTF">2020-09-29T02:40:06Z</dcterms:created>
  <dcterms:modified xsi:type="dcterms:W3CDTF">2024-06-06T22:50:04Z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Platforms">
    <vt:lpwstr>;#.NET;#Custom Built;#</vt:lpwstr>
  </property>
</Properties>
</file>