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132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DCDE6-AF0E-40B6-9F12-13C351AC6E6C}" v="9" dt="2025-04-14T15:15:05.755"/>
    <p1510:client id="{5CDC98FE-8C96-9DC7-BA92-B01E29382FFD}" v="165" dt="2025-04-15T03:51:00.765"/>
    <p1510:client id="{6EE040FF-D962-7946-2298-6DA2B7FEC29C}" v="293" dt="2025-04-14T15:40:10.406"/>
    <p1510:client id="{713100E4-7836-60F4-71E5-CDDD1CF335BA}" v="116" dt="2025-04-14T16:08:44.354"/>
    <p1510:client id="{8A412F35-38AD-816A-56A7-05547DEDA675}" v="45" dt="2025-04-14T15:12:43.897"/>
    <p1510:client id="{E8347EF1-98FE-E587-576C-206277C95AC2}" v="4" dt="2025-04-14T15:53:12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Venkatesan" userId="S::pvenkatesan@affirma.com::87a4b153-4f99-4457-92f4-83808c07e87a" providerId="AD" clId="Web-{713100E4-7836-60F4-71E5-CDDD1CF335BA}"/>
    <pc:docChg chg="modSld">
      <pc:chgData name="Prakash Venkatesan" userId="S::pvenkatesan@affirma.com::87a4b153-4f99-4457-92f4-83808c07e87a" providerId="AD" clId="Web-{713100E4-7836-60F4-71E5-CDDD1CF335BA}" dt="2025-04-14T16:08:44.354" v="69" actId="20577"/>
      <pc:docMkLst>
        <pc:docMk/>
      </pc:docMkLst>
      <pc:sldChg chg="addSp delSp modSp">
        <pc:chgData name="Prakash Venkatesan" userId="S::pvenkatesan@affirma.com::87a4b153-4f99-4457-92f4-83808c07e87a" providerId="AD" clId="Web-{713100E4-7836-60F4-71E5-CDDD1CF335BA}" dt="2025-04-14T16:08:44.354" v="69" actId="20577"/>
        <pc:sldMkLst>
          <pc:docMk/>
          <pc:sldMk cId="886392646" sldId="1324"/>
        </pc:sldMkLst>
        <pc:spChg chg="mod">
          <ac:chgData name="Prakash Venkatesan" userId="S::pvenkatesan@affirma.com::87a4b153-4f99-4457-92f4-83808c07e87a" providerId="AD" clId="Web-{713100E4-7836-60F4-71E5-CDDD1CF335BA}" dt="2025-04-14T15:58:02.905" v="15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Prakash Venkatesan" userId="S::pvenkatesan@affirma.com::87a4b153-4f99-4457-92f4-83808c07e87a" providerId="AD" clId="Web-{713100E4-7836-60F4-71E5-CDDD1CF335BA}" dt="2025-04-14T16:08:44.354" v="69" actId="20577"/>
          <ac:spMkLst>
            <pc:docMk/>
            <pc:sldMk cId="886392646" sldId="1324"/>
            <ac:spMk id="8" creationId="{FBE508DA-8460-4788-8000-47A2BE6DA870}"/>
          </ac:spMkLst>
        </pc:spChg>
        <pc:picChg chg="del">
          <ac:chgData name="Prakash Venkatesan" userId="S::pvenkatesan@affirma.com::87a4b153-4f99-4457-92f4-83808c07e87a" providerId="AD" clId="Web-{713100E4-7836-60F4-71E5-CDDD1CF335BA}" dt="2025-04-14T15:56:37.327" v="0"/>
          <ac:picMkLst>
            <pc:docMk/>
            <pc:sldMk cId="886392646" sldId="1324"/>
            <ac:picMk id="5" creationId="{881E0878-73DB-1E30-C8B4-085A8DFAFE3E}"/>
          </ac:picMkLst>
        </pc:picChg>
        <pc:picChg chg="add del mod">
          <ac:chgData name="Prakash Venkatesan" userId="S::pvenkatesan@affirma.com::87a4b153-4f99-4457-92f4-83808c07e87a" providerId="AD" clId="Web-{713100E4-7836-60F4-71E5-CDDD1CF335BA}" dt="2025-04-14T15:56:47.046" v="5"/>
          <ac:picMkLst>
            <pc:docMk/>
            <pc:sldMk cId="886392646" sldId="1324"/>
            <ac:picMk id="6" creationId="{816C24F9-DD81-49CA-CD83-D14E5F2AD503}"/>
          </ac:picMkLst>
        </pc:picChg>
        <pc:picChg chg="add del mod">
          <ac:chgData name="Prakash Venkatesan" userId="S::pvenkatesan@affirma.com::87a4b153-4f99-4457-92f4-83808c07e87a" providerId="AD" clId="Web-{713100E4-7836-60F4-71E5-CDDD1CF335BA}" dt="2025-04-14T15:56:58.874" v="7"/>
          <ac:picMkLst>
            <pc:docMk/>
            <pc:sldMk cId="886392646" sldId="1324"/>
            <ac:picMk id="9" creationId="{54079964-782F-433F-C443-77CC78B40FE0}"/>
          </ac:picMkLst>
        </pc:picChg>
        <pc:picChg chg="add mod">
          <ac:chgData name="Prakash Venkatesan" userId="S::pvenkatesan@affirma.com::87a4b153-4f99-4457-92f4-83808c07e87a" providerId="AD" clId="Web-{713100E4-7836-60F4-71E5-CDDD1CF335BA}" dt="2025-04-14T15:57:33.327" v="9" actId="1076"/>
          <ac:picMkLst>
            <pc:docMk/>
            <pc:sldMk cId="886392646" sldId="1324"/>
            <ac:picMk id="10" creationId="{1AB0E1FF-5CDD-F36B-5BF6-BCAC59C858E3}"/>
          </ac:picMkLst>
        </pc:picChg>
      </pc:sldChg>
    </pc:docChg>
  </pc:docChgLst>
  <pc:docChgLst>
    <pc:chgData name="Brendan Murphy" userId="S::bmurphy@affirma.com::e9f923b6-6d89-4d4e-a3b7-d9304b9d44ba" providerId="AD" clId="Web-{8A412F35-38AD-816A-56A7-05547DEDA675}"/>
    <pc:docChg chg="addSld delSld modSld">
      <pc:chgData name="Brendan Murphy" userId="S::bmurphy@affirma.com::e9f923b6-6d89-4d4e-a3b7-d9304b9d44ba" providerId="AD" clId="Web-{8A412F35-38AD-816A-56A7-05547DEDA675}" dt="2025-04-14T15:12:43.897" v="38" actId="14100"/>
      <pc:docMkLst>
        <pc:docMk/>
      </pc:docMkLst>
      <pc:sldChg chg="del">
        <pc:chgData name="Brendan Murphy" userId="S::bmurphy@affirma.com::e9f923b6-6d89-4d4e-a3b7-d9304b9d44ba" providerId="AD" clId="Web-{8A412F35-38AD-816A-56A7-05547DEDA675}" dt="2025-04-14T15:07:36.374" v="1"/>
        <pc:sldMkLst>
          <pc:docMk/>
          <pc:sldMk cId="109857222" sldId="256"/>
        </pc:sldMkLst>
      </pc:sldChg>
      <pc:sldChg chg="addSp delSp modSp add">
        <pc:chgData name="Brendan Murphy" userId="S::bmurphy@affirma.com::e9f923b6-6d89-4d4e-a3b7-d9304b9d44ba" providerId="AD" clId="Web-{8A412F35-38AD-816A-56A7-05547DEDA675}" dt="2025-04-14T15:12:43.897" v="38" actId="14100"/>
        <pc:sldMkLst>
          <pc:docMk/>
          <pc:sldMk cId="886392646" sldId="1324"/>
        </pc:sldMkLst>
        <pc:spChg chg="mod">
          <ac:chgData name="Brendan Murphy" userId="S::bmurphy@affirma.com::e9f923b6-6d89-4d4e-a3b7-d9304b9d44ba" providerId="AD" clId="Web-{8A412F35-38AD-816A-56A7-05547DEDA675}" dt="2025-04-14T15:12:15.021" v="31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Brendan Murphy" userId="S::bmurphy@affirma.com::e9f923b6-6d89-4d4e-a3b7-d9304b9d44ba" providerId="AD" clId="Web-{8A412F35-38AD-816A-56A7-05547DEDA675}" dt="2025-04-14T15:08:39.407" v="15" actId="20577"/>
          <ac:spMkLst>
            <pc:docMk/>
            <pc:sldMk cId="886392646" sldId="1324"/>
            <ac:spMk id="4" creationId="{A57792E2-B694-4B97-AABD-4E7DA2DAFA6F}"/>
          </ac:spMkLst>
        </pc:spChg>
        <pc:picChg chg="add del mod">
          <ac:chgData name="Brendan Murphy" userId="S::bmurphy@affirma.com::e9f923b6-6d89-4d4e-a3b7-d9304b9d44ba" providerId="AD" clId="Web-{8A412F35-38AD-816A-56A7-05547DEDA675}" dt="2025-04-14T15:12:38.740" v="35"/>
          <ac:picMkLst>
            <pc:docMk/>
            <pc:sldMk cId="886392646" sldId="1324"/>
            <ac:picMk id="6" creationId="{08C84B0D-0918-9934-4B91-CB95583EA3A7}"/>
          </ac:picMkLst>
        </pc:picChg>
        <pc:picChg chg="add mod">
          <ac:chgData name="Brendan Murphy" userId="S::bmurphy@affirma.com::e9f923b6-6d89-4d4e-a3b7-d9304b9d44ba" providerId="AD" clId="Web-{8A412F35-38AD-816A-56A7-05547DEDA675}" dt="2025-04-14T15:11:53.864" v="24" actId="1076"/>
          <ac:picMkLst>
            <pc:docMk/>
            <pc:sldMk cId="886392646" sldId="1324"/>
            <ac:picMk id="7" creationId="{75755825-9E5B-532F-7756-2FFCF3644455}"/>
          </ac:picMkLst>
        </pc:picChg>
        <pc:picChg chg="add mod">
          <ac:chgData name="Brendan Murphy" userId="S::bmurphy@affirma.com::e9f923b6-6d89-4d4e-a3b7-d9304b9d44ba" providerId="AD" clId="Web-{8A412F35-38AD-816A-56A7-05547DEDA675}" dt="2025-04-14T15:12:43.897" v="38" actId="14100"/>
          <ac:picMkLst>
            <pc:docMk/>
            <pc:sldMk cId="886392646" sldId="1324"/>
            <ac:picMk id="9" creationId="{728C8593-70D7-3A65-58E8-3A1D0A5E5BA5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17.156" v="11"/>
          <ac:picMkLst>
            <pc:docMk/>
            <pc:sldMk cId="886392646" sldId="1324"/>
            <ac:picMk id="15" creationId="{CBC8D9BC-A17D-95A9-3506-CE805C148EF2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39.985" v="16"/>
          <ac:picMkLst>
            <pc:docMk/>
            <pc:sldMk cId="886392646" sldId="1324"/>
            <ac:picMk id="17" creationId="{FF2F4556-D894-DAF9-96FA-9AD4C0B3AC49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40.485" v="17"/>
          <ac:picMkLst>
            <pc:docMk/>
            <pc:sldMk cId="886392646" sldId="1324"/>
            <ac:picMk id="32" creationId="{2B35115B-B370-9D84-3682-55DC7B0195A1}"/>
          </ac:picMkLst>
        </pc:picChg>
        <pc:picChg chg="del">
          <ac:chgData name="Brendan Murphy" userId="S::bmurphy@affirma.com::e9f923b6-6d89-4d4e-a3b7-d9304b9d44ba" providerId="AD" clId="Web-{8A412F35-38AD-816A-56A7-05547DEDA675}" dt="2025-04-14T15:08:40.969" v="18"/>
          <ac:picMkLst>
            <pc:docMk/>
            <pc:sldMk cId="886392646" sldId="1324"/>
            <ac:picMk id="36" creationId="{DFD86531-516D-386F-A362-7E4BBE2B8191}"/>
          </ac:picMkLst>
        </pc:picChg>
      </pc:sldChg>
      <pc:sldMasterChg chg="addSldLayout">
        <pc:chgData name="Brendan Murphy" userId="S::bmurphy@affirma.com::e9f923b6-6d89-4d4e-a3b7-d9304b9d44ba" providerId="AD" clId="Web-{8A412F35-38AD-816A-56A7-05547DEDA675}" dt="2025-04-14T15:07:33.062" v="0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8A412F35-38AD-816A-56A7-05547DEDA675}" dt="2025-04-14T15:07:33.062" v="0"/>
          <pc:sldLayoutMkLst>
            <pc:docMk/>
            <pc:sldMasterMk cId="2460954070" sldId="2147483660"/>
            <pc:sldLayoutMk cId="3034398952" sldId="2147483672"/>
          </pc:sldLayoutMkLst>
        </pc:sldLayoutChg>
      </pc:sldMasterChg>
    </pc:docChg>
  </pc:docChgLst>
  <pc:docChgLst>
    <pc:chgData name="Prakash Venkatesan" userId="S::pvenkatesan@affirma.com::87a4b153-4f99-4457-92f4-83808c07e87a" providerId="AD" clId="Web-{6EE040FF-D962-7946-2298-6DA2B7FEC29C}"/>
    <pc:docChg chg="modSld">
      <pc:chgData name="Prakash Venkatesan" userId="S::pvenkatesan@affirma.com::87a4b153-4f99-4457-92f4-83808c07e87a" providerId="AD" clId="Web-{6EE040FF-D962-7946-2298-6DA2B7FEC29C}" dt="2025-04-14T15:40:10.406" v="154" actId="20577"/>
      <pc:docMkLst>
        <pc:docMk/>
      </pc:docMkLst>
      <pc:sldChg chg="addSp delSp modSp">
        <pc:chgData name="Prakash Venkatesan" userId="S::pvenkatesan@affirma.com::87a4b153-4f99-4457-92f4-83808c07e87a" providerId="AD" clId="Web-{6EE040FF-D962-7946-2298-6DA2B7FEC29C}" dt="2025-04-14T15:40:10.406" v="154" actId="20577"/>
        <pc:sldMkLst>
          <pc:docMk/>
          <pc:sldMk cId="886392646" sldId="1324"/>
        </pc:sldMkLst>
        <pc:spChg chg="mod">
          <ac:chgData name="Prakash Venkatesan" userId="S::pvenkatesan@affirma.com::87a4b153-4f99-4457-92f4-83808c07e87a" providerId="AD" clId="Web-{6EE040FF-D962-7946-2298-6DA2B7FEC29C}" dt="2025-04-14T15:30:09.994" v="5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Prakash Venkatesan" userId="S::pvenkatesan@affirma.com::87a4b153-4f99-4457-92f4-83808c07e87a" providerId="AD" clId="Web-{6EE040FF-D962-7946-2298-6DA2B7FEC29C}" dt="2025-04-14T15:40:10.406" v="154" actId="20577"/>
          <ac:spMkLst>
            <pc:docMk/>
            <pc:sldMk cId="886392646" sldId="1324"/>
            <ac:spMk id="4" creationId="{A57792E2-B694-4B97-AABD-4E7DA2DAFA6F}"/>
          </ac:spMkLst>
        </pc:spChg>
        <pc:picChg chg="add del mod">
          <ac:chgData name="Prakash Venkatesan" userId="S::pvenkatesan@affirma.com::87a4b153-4f99-4457-92f4-83808c07e87a" providerId="AD" clId="Web-{6EE040FF-D962-7946-2298-6DA2B7FEC29C}" dt="2025-04-14T15:33:22.418" v="9"/>
          <ac:picMkLst>
            <pc:docMk/>
            <pc:sldMk cId="886392646" sldId="1324"/>
            <ac:picMk id="5" creationId="{5C36846F-8E72-138B-81F8-A0F5D97311F7}"/>
          </ac:picMkLst>
        </pc:picChg>
        <pc:picChg chg="add del mod">
          <ac:chgData name="Prakash Venkatesan" userId="S::pvenkatesan@affirma.com::87a4b153-4f99-4457-92f4-83808c07e87a" providerId="AD" clId="Web-{6EE040FF-D962-7946-2298-6DA2B7FEC29C}" dt="2025-04-14T15:36:14.138" v="12"/>
          <ac:picMkLst>
            <pc:docMk/>
            <pc:sldMk cId="886392646" sldId="1324"/>
            <ac:picMk id="6" creationId="{AB37D7EB-78AD-ABC3-FAE1-49617B9E1BE6}"/>
          </ac:picMkLst>
        </pc:picChg>
        <pc:picChg chg="del">
          <ac:chgData name="Prakash Venkatesan" userId="S::pvenkatesan@affirma.com::87a4b153-4f99-4457-92f4-83808c07e87a" providerId="AD" clId="Web-{6EE040FF-D962-7946-2298-6DA2B7FEC29C}" dt="2025-04-14T15:30:36.604" v="6"/>
          <ac:picMkLst>
            <pc:docMk/>
            <pc:sldMk cId="886392646" sldId="1324"/>
            <ac:picMk id="9" creationId="{728C8593-70D7-3A65-58E8-3A1D0A5E5BA5}"/>
          </ac:picMkLst>
        </pc:picChg>
        <pc:picChg chg="add mod">
          <ac:chgData name="Prakash Venkatesan" userId="S::pvenkatesan@affirma.com::87a4b153-4f99-4457-92f4-83808c07e87a" providerId="AD" clId="Web-{6EE040FF-D962-7946-2298-6DA2B7FEC29C}" dt="2025-04-14T15:36:56.998" v="16"/>
          <ac:picMkLst>
            <pc:docMk/>
            <pc:sldMk cId="886392646" sldId="1324"/>
            <ac:picMk id="10" creationId="{646C5EA5-4E47-AE62-4B54-121FA3562874}"/>
          </ac:picMkLst>
        </pc:picChg>
      </pc:sldChg>
    </pc:docChg>
  </pc:docChgLst>
  <pc:docChgLst>
    <pc:chgData name="Brendan Murphy" userId="e9f923b6-6d89-4d4e-a3b7-d9304b9d44ba" providerId="ADAL" clId="{318DCDE6-AF0E-40B6-9F12-13C351AC6E6C}"/>
    <pc:docChg chg="custSel modSld">
      <pc:chgData name="Brendan Murphy" userId="e9f923b6-6d89-4d4e-a3b7-d9304b9d44ba" providerId="ADAL" clId="{318DCDE6-AF0E-40B6-9F12-13C351AC6E6C}" dt="2025-04-14T15:28:01.997" v="1042" actId="313"/>
      <pc:docMkLst>
        <pc:docMk/>
      </pc:docMkLst>
      <pc:sldChg chg="addSp delSp modSp mod">
        <pc:chgData name="Brendan Murphy" userId="e9f923b6-6d89-4d4e-a3b7-d9304b9d44ba" providerId="ADAL" clId="{318DCDE6-AF0E-40B6-9F12-13C351AC6E6C}" dt="2025-04-14T15:28:01.997" v="1042" actId="313"/>
        <pc:sldMkLst>
          <pc:docMk/>
          <pc:sldMk cId="886392646" sldId="1324"/>
        </pc:sldMkLst>
        <pc:spChg chg="mod">
          <ac:chgData name="Brendan Murphy" userId="e9f923b6-6d89-4d4e-a3b7-d9304b9d44ba" providerId="ADAL" clId="{318DCDE6-AF0E-40B6-9F12-13C351AC6E6C}" dt="2025-04-14T15:13:27.805" v="5" actId="20577"/>
          <ac:spMkLst>
            <pc:docMk/>
            <pc:sldMk cId="886392646" sldId="1324"/>
            <ac:spMk id="2" creationId="{B0088F94-B25D-4165-A05B-C919FE124538}"/>
          </ac:spMkLst>
        </pc:spChg>
        <pc:spChg chg="mod">
          <ac:chgData name="Brendan Murphy" userId="e9f923b6-6d89-4d4e-a3b7-d9304b9d44ba" providerId="ADAL" clId="{318DCDE6-AF0E-40B6-9F12-13C351AC6E6C}" dt="2025-04-14T15:28:01.997" v="1042" actId="313"/>
          <ac:spMkLst>
            <pc:docMk/>
            <pc:sldMk cId="886392646" sldId="1324"/>
            <ac:spMk id="4" creationId="{A57792E2-B694-4B97-AABD-4E7DA2DAFA6F}"/>
          </ac:spMkLst>
        </pc:spChg>
        <pc:spChg chg="del">
          <ac:chgData name="Brendan Murphy" userId="e9f923b6-6d89-4d4e-a3b7-d9304b9d44ba" providerId="ADAL" clId="{318DCDE6-AF0E-40B6-9F12-13C351AC6E6C}" dt="2025-04-14T15:13:36.885" v="7" actId="478"/>
          <ac:spMkLst>
            <pc:docMk/>
            <pc:sldMk cId="886392646" sldId="1324"/>
            <ac:spMk id="5" creationId="{6900DB57-DD23-3E52-96AB-5F4DCE7D40D6}"/>
          </ac:spMkLst>
        </pc:spChg>
        <pc:spChg chg="mod">
          <ac:chgData name="Brendan Murphy" userId="e9f923b6-6d89-4d4e-a3b7-d9304b9d44ba" providerId="ADAL" clId="{318DCDE6-AF0E-40B6-9F12-13C351AC6E6C}" dt="2025-04-14T15:18:51.162" v="325" actId="33524"/>
          <ac:spMkLst>
            <pc:docMk/>
            <pc:sldMk cId="886392646" sldId="1324"/>
            <ac:spMk id="8" creationId="{FBE508DA-8460-4788-8000-47A2BE6DA870}"/>
          </ac:spMkLst>
        </pc:spChg>
        <pc:picChg chg="mod">
          <ac:chgData name="Brendan Murphy" userId="e9f923b6-6d89-4d4e-a3b7-d9304b9d44ba" providerId="ADAL" clId="{318DCDE6-AF0E-40B6-9F12-13C351AC6E6C}" dt="2025-04-14T15:13:33.258" v="6" actId="1076"/>
          <ac:picMkLst>
            <pc:docMk/>
            <pc:sldMk cId="886392646" sldId="1324"/>
            <ac:picMk id="7" creationId="{75755825-9E5B-532F-7756-2FFCF3644455}"/>
          </ac:picMkLst>
        </pc:picChg>
        <pc:picChg chg="mod">
          <ac:chgData name="Brendan Murphy" userId="e9f923b6-6d89-4d4e-a3b7-d9304b9d44ba" providerId="ADAL" clId="{318DCDE6-AF0E-40B6-9F12-13C351AC6E6C}" dt="2025-04-14T15:13:20.889" v="2" actId="14100"/>
          <ac:picMkLst>
            <pc:docMk/>
            <pc:sldMk cId="886392646" sldId="1324"/>
            <ac:picMk id="9" creationId="{728C8593-70D7-3A65-58E8-3A1D0A5E5BA5}"/>
          </ac:picMkLst>
        </pc:picChg>
        <pc:picChg chg="add mod">
          <ac:chgData name="Brendan Murphy" userId="e9f923b6-6d89-4d4e-a3b7-d9304b9d44ba" providerId="ADAL" clId="{318DCDE6-AF0E-40B6-9F12-13C351AC6E6C}" dt="2025-04-14T15:15:05.753" v="16" actId="1076"/>
          <ac:picMkLst>
            <pc:docMk/>
            <pc:sldMk cId="886392646" sldId="1324"/>
            <ac:picMk id="1026" creationId="{6F584C37-4E1A-86B6-5D35-2C1BACD6DE1B}"/>
          </ac:picMkLst>
        </pc:picChg>
      </pc:sldChg>
    </pc:docChg>
  </pc:docChgLst>
  <pc:docChgLst>
    <pc:chgData name="Brendan Murphy" userId="S::bmurphy@affirma.com::e9f923b6-6d89-4d4e-a3b7-d9304b9d44ba" providerId="AD" clId="Web-{E8347EF1-98FE-E587-576C-206277C95AC2}"/>
    <pc:docChg chg="modSld">
      <pc:chgData name="Brendan Murphy" userId="S::bmurphy@affirma.com::e9f923b6-6d89-4d4e-a3b7-d9304b9d44ba" providerId="AD" clId="Web-{E8347EF1-98FE-E587-576C-206277C95AC2}" dt="2025-04-14T15:53:12.815" v="2" actId="1076"/>
      <pc:docMkLst>
        <pc:docMk/>
      </pc:docMkLst>
      <pc:sldChg chg="addSp delSp modSp">
        <pc:chgData name="Brendan Murphy" userId="S::bmurphy@affirma.com::e9f923b6-6d89-4d4e-a3b7-d9304b9d44ba" providerId="AD" clId="Web-{E8347EF1-98FE-E587-576C-206277C95AC2}" dt="2025-04-14T15:53:12.815" v="2" actId="1076"/>
        <pc:sldMkLst>
          <pc:docMk/>
          <pc:sldMk cId="886392646" sldId="1324"/>
        </pc:sldMkLst>
        <pc:picChg chg="add mod">
          <ac:chgData name="Brendan Murphy" userId="S::bmurphy@affirma.com::e9f923b6-6d89-4d4e-a3b7-d9304b9d44ba" providerId="AD" clId="Web-{E8347EF1-98FE-E587-576C-206277C95AC2}" dt="2025-04-14T15:53:12.815" v="2" actId="1076"/>
          <ac:picMkLst>
            <pc:docMk/>
            <pc:sldMk cId="886392646" sldId="1324"/>
            <ac:picMk id="5" creationId="{881E0878-73DB-1E30-C8B4-085A8DFAFE3E}"/>
          </ac:picMkLst>
        </pc:picChg>
        <pc:picChg chg="del">
          <ac:chgData name="Brendan Murphy" userId="S::bmurphy@affirma.com::e9f923b6-6d89-4d4e-a3b7-d9304b9d44ba" providerId="AD" clId="Web-{E8347EF1-98FE-E587-576C-206277C95AC2}" dt="2025-04-14T15:53:09.112" v="0"/>
          <ac:picMkLst>
            <pc:docMk/>
            <pc:sldMk cId="886392646" sldId="1324"/>
            <ac:picMk id="10" creationId="{646C5EA5-4E47-AE62-4B54-121FA3562874}"/>
          </ac:picMkLst>
        </pc:picChg>
      </pc:sldChg>
    </pc:docChg>
  </pc:docChgLst>
  <pc:docChgLst>
    <pc:chgData name="Prakash Venkatesan" userId="S::pvenkatesan@affirma.com::87a4b153-4f99-4457-92f4-83808c07e87a" providerId="AD" clId="Web-{5CDC98FE-8C96-9DC7-BA92-B01E29382FFD}"/>
    <pc:docChg chg="modSld">
      <pc:chgData name="Prakash Venkatesan" userId="S::pvenkatesan@affirma.com::87a4b153-4f99-4457-92f4-83808c07e87a" providerId="AD" clId="Web-{5CDC98FE-8C96-9DC7-BA92-B01E29382FFD}" dt="2025-04-15T03:51:00.765" v="102" actId="1076"/>
      <pc:docMkLst>
        <pc:docMk/>
      </pc:docMkLst>
      <pc:sldChg chg="addSp delSp modSp">
        <pc:chgData name="Prakash Venkatesan" userId="S::pvenkatesan@affirma.com::87a4b153-4f99-4457-92f4-83808c07e87a" providerId="AD" clId="Web-{5CDC98FE-8C96-9DC7-BA92-B01E29382FFD}" dt="2025-04-15T03:51:00.765" v="102" actId="1076"/>
        <pc:sldMkLst>
          <pc:docMk/>
          <pc:sldMk cId="886392646" sldId="1324"/>
        </pc:sldMkLst>
        <pc:spChg chg="mod">
          <ac:chgData name="Prakash Venkatesan" userId="S::pvenkatesan@affirma.com::87a4b153-4f99-4457-92f4-83808c07e87a" providerId="AD" clId="Web-{5CDC98FE-8C96-9DC7-BA92-B01E29382FFD}" dt="2025-04-15T03:47:12.920" v="86" actId="20577"/>
          <ac:spMkLst>
            <pc:docMk/>
            <pc:sldMk cId="886392646" sldId="1324"/>
            <ac:spMk id="4" creationId="{A57792E2-B694-4B97-AABD-4E7DA2DAFA6F}"/>
          </ac:spMkLst>
        </pc:spChg>
        <pc:spChg chg="mod">
          <ac:chgData name="Prakash Venkatesan" userId="S::pvenkatesan@affirma.com::87a4b153-4f99-4457-92f4-83808c07e87a" providerId="AD" clId="Web-{5CDC98FE-8C96-9DC7-BA92-B01E29382FFD}" dt="2025-04-15T03:44:56.154" v="15" actId="20577"/>
          <ac:spMkLst>
            <pc:docMk/>
            <pc:sldMk cId="886392646" sldId="1324"/>
            <ac:spMk id="8" creationId="{FBE508DA-8460-4788-8000-47A2BE6DA870}"/>
          </ac:spMkLst>
        </pc:spChg>
        <pc:picChg chg="add mod">
          <ac:chgData name="Prakash Venkatesan" userId="S::pvenkatesan@affirma.com::87a4b153-4f99-4457-92f4-83808c07e87a" providerId="AD" clId="Web-{5CDC98FE-8C96-9DC7-BA92-B01E29382FFD}" dt="2025-04-15T03:49:14.796" v="91" actId="1076"/>
          <ac:picMkLst>
            <pc:docMk/>
            <pc:sldMk cId="886392646" sldId="1324"/>
            <ac:picMk id="5" creationId="{669CE0FD-D8DE-E62D-13DE-7AC95F6CB9A8}"/>
          </ac:picMkLst>
        </pc:picChg>
        <pc:picChg chg="add del mod">
          <ac:chgData name="Prakash Venkatesan" userId="S::pvenkatesan@affirma.com::87a4b153-4f99-4457-92f4-83808c07e87a" providerId="AD" clId="Web-{5CDC98FE-8C96-9DC7-BA92-B01E29382FFD}" dt="2025-04-15T03:50:24.061" v="97"/>
          <ac:picMkLst>
            <pc:docMk/>
            <pc:sldMk cId="886392646" sldId="1324"/>
            <ac:picMk id="6" creationId="{9CDDE60F-6402-B07A-BC05-A5952B2A72EB}"/>
          </ac:picMkLst>
        </pc:picChg>
        <pc:picChg chg="del">
          <ac:chgData name="Prakash Venkatesan" userId="S::pvenkatesan@affirma.com::87a4b153-4f99-4457-92f4-83808c07e87a" providerId="AD" clId="Web-{5CDC98FE-8C96-9DC7-BA92-B01E29382FFD}" dt="2025-04-15T03:47:18.389" v="87"/>
          <ac:picMkLst>
            <pc:docMk/>
            <pc:sldMk cId="886392646" sldId="1324"/>
            <ac:picMk id="7" creationId="{75755825-9E5B-532F-7756-2FFCF3644455}"/>
          </ac:picMkLst>
        </pc:picChg>
        <pc:picChg chg="add mod">
          <ac:chgData name="Prakash Venkatesan" userId="S::pvenkatesan@affirma.com::87a4b153-4f99-4457-92f4-83808c07e87a" providerId="AD" clId="Web-{5CDC98FE-8C96-9DC7-BA92-B01E29382FFD}" dt="2025-04-15T03:51:00.765" v="102" actId="1076"/>
          <ac:picMkLst>
            <pc:docMk/>
            <pc:sldMk cId="886392646" sldId="1324"/>
            <ac:picMk id="9" creationId="{C5CA3CB3-8CD2-2644-DB74-E682A132C03E}"/>
          </ac:picMkLst>
        </pc:picChg>
        <pc:picChg chg="del">
          <ac:chgData name="Prakash Venkatesan" userId="S::pvenkatesan@affirma.com::87a4b153-4f99-4457-92f4-83808c07e87a" providerId="AD" clId="Web-{5CDC98FE-8C96-9DC7-BA92-B01E29382FFD}" dt="2025-04-15T03:47:20.155" v="88"/>
          <ac:picMkLst>
            <pc:docMk/>
            <pc:sldMk cId="886392646" sldId="1324"/>
            <ac:picMk id="1026" creationId="{6F584C37-4E1A-86B6-5D35-2C1BACD6DE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FF27E-1437-4F75-83DA-2BE0BC21CE97}" type="datetimeFigureOut"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B2F78-32FD-45C5-8B35-E91418C7A0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8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9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30270"/>
            <a:ext cx="10985432" cy="76439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Poppins"/>
                <a:cs typeface="Poppins"/>
              </a:rPr>
              <a:t>                        Command Center Application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08DA-8460-4788-8000-47A2BE6DA870}"/>
              </a:ext>
            </a:extLst>
          </p:cNvPr>
          <p:cNvSpPr/>
          <p:nvPr/>
        </p:nvSpPr>
        <p:spPr>
          <a:xfrm>
            <a:off x="271792" y="1230086"/>
            <a:ext cx="6888685" cy="17788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b="1" dirty="0">
                <a:solidFill>
                  <a:srgbClr val="008AD9"/>
                </a:solidFill>
                <a:latin typeface="Poppins"/>
                <a:ea typeface="Calibri"/>
                <a:cs typeface="Poppins"/>
              </a:rPr>
              <a:t>Business Need</a:t>
            </a:r>
            <a:endParaRPr lang="en-US" sz="1600" dirty="0">
              <a:solidFill>
                <a:srgbClr val="008AD9"/>
              </a:solidFill>
              <a:latin typeface="Poppins"/>
              <a:ea typeface="Calibri"/>
              <a:cs typeface="Poppins"/>
            </a:endParaRPr>
          </a:p>
          <a:p>
            <a:pPr>
              <a:lnSpc>
                <a:spcPct val="113999"/>
              </a:lnSpc>
              <a:spcAft>
                <a:spcPts val="500"/>
              </a:spcAft>
            </a:pPr>
            <a:r>
              <a:rPr lang="en-US" sz="1200" dirty="0">
                <a:solidFill>
                  <a:prstClr val="black"/>
                </a:solidFill>
                <a:ea typeface="+mn-lt"/>
                <a:cs typeface="+mn-lt"/>
              </a:rPr>
              <a:t>Modern Hydrogen is a clean energy company that decarbonizes natural gas by converting it into hydrogen for onsite energy use and solid carbon for durable infrastructure materials. Modern Hydrogen required a centralized, secure, and scalable platform to monitor and manage data from hydrogen production plants in real-time and handle large volumes of PLC data efficiently. Additionally, there was a need for configurable data archival, historical data access, and manual data import capabilities to ensure data integrity, flexibility, and operational continuity.</a:t>
            </a:r>
            <a:endParaRPr lang="en-US" dirty="0">
              <a:solidFill>
                <a:prstClr val="black"/>
              </a:solidFill>
              <a:ea typeface="+mn-lt"/>
              <a:cs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792E2-B694-4B97-AABD-4E7DA2DAFA6F}"/>
              </a:ext>
            </a:extLst>
          </p:cNvPr>
          <p:cNvSpPr/>
          <p:nvPr/>
        </p:nvSpPr>
        <p:spPr>
          <a:xfrm>
            <a:off x="326879" y="3100389"/>
            <a:ext cx="6557193" cy="290848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n-US" sz="2400" b="1" dirty="0">
                <a:solidFill>
                  <a:srgbClr val="008AD9"/>
                </a:solidFill>
                <a:latin typeface="Poppins"/>
                <a:ea typeface="Calibri"/>
                <a:cs typeface="Poppins"/>
              </a:rPr>
              <a:t>Outcomes</a:t>
            </a:r>
            <a:endParaRPr lang="en-US" sz="1600" dirty="0">
              <a:solidFill>
                <a:srgbClr val="008AD9"/>
              </a:solidFill>
              <a:latin typeface="Poppins"/>
              <a:ea typeface="Calibri"/>
              <a:cs typeface="Poppins"/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Developed a Command Center web app with user-friendly dashboards for real-time monitoring.</a:t>
            </a: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Ability to manage Plants and plant data ingestion configuration with custom retention options.</a:t>
            </a:r>
            <a:endParaRPr lang="en-US" dirty="0">
              <a:solidFill>
                <a:prstClr val="black"/>
              </a:solidFill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Enabled Admins to perform Manual Data Imports from BLOB to SQL with configurable date ranges and expiry for historical analysis.</a:t>
            </a:r>
            <a:endParaRPr lang="en-US" dirty="0">
              <a:solidFill>
                <a:prstClr val="black"/>
              </a:solidFill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Enforced strong Security Protocols, including encryption at rest, role-based Azure access, and use of </a:t>
            </a:r>
            <a:r>
              <a:rPr lang="en-US" sz="1200" dirty="0" err="1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KeyVault</a:t>
            </a:r>
            <a:r>
              <a:rPr lang="en-US" sz="1200" dirty="0">
                <a:solidFill>
                  <a:prstClr val="black"/>
                </a:solidFill>
                <a:latin typeface="Poppins"/>
                <a:ea typeface="+mn-lt"/>
                <a:cs typeface="Poppins"/>
              </a:rPr>
              <a:t> for secret management.</a:t>
            </a:r>
            <a:endParaRPr lang="en-US" dirty="0">
              <a:solidFill>
                <a:prstClr val="black"/>
              </a:solidFill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115" indent="-285115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500"/>
              </a:spcAft>
            </a:pPr>
            <a:endParaRPr lang="en-US" sz="140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DC344-9777-EC7F-0B7B-D1E6E5AD5045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pic>
        <p:nvPicPr>
          <p:cNvPr id="10" name="Picture 9" descr="A green sign with white letters&#10;&#10;AI-generated content may be incorrect.">
            <a:extLst>
              <a:ext uri="{FF2B5EF4-FFF2-40B4-BE49-F238E27FC236}">
                <a16:creationId xmlns:a16="http://schemas.microsoft.com/office/drawing/2014/main" id="{1AB0E1FF-5CDD-F36B-5BF6-BCAC59C85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45" y="451065"/>
            <a:ext cx="3171825" cy="64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9CE0FD-D8DE-E62D-13DE-7AC95F6CB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893" y="1127932"/>
            <a:ext cx="4762654" cy="3017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A3CB3-8CD2-2644-DB74-E682A132C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050" y="4401704"/>
            <a:ext cx="4770035" cy="141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Manufacturing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3789F5-7EB3-4DD7-92DE-421542FC24B1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43A7E925-D1EE-47B1-B7D0-ECCC3FBCE0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685730-1963-4ACB-803A-2E558A2023EE}">
  <ds:schemaRefs>
    <ds:schemaRef ds:uri="f0ee8362-fa7e-4bc9-ab88-7dcfb17cb1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BD80D9DB-0F20-4B5D-912A-8CA2E196F10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                       Command Center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34</cp:revision>
  <dcterms:created xsi:type="dcterms:W3CDTF">2025-04-14T15:06:45Z</dcterms:created>
  <dcterms:modified xsi:type="dcterms:W3CDTF">2025-04-15T03:51:07Z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