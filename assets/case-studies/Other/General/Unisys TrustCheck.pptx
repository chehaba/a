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7C3645-2B8F-4F0E-B658-F0EC65A46B82}" v="1" dt="2022-03-11T15:24:00.273"/>
    <p1510:client id="{E90A6EFC-3629-4229-8BCE-DAEF579768A4}" v="4" dt="2023-03-16T01:02:56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4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dan Murphy" userId="e9f923b6-6d89-4d4e-a3b7-d9304b9d44ba" providerId="ADAL" clId="{0C292BE9-8703-4D58-AAFD-B75BCB452E8E}"/>
    <pc:docChg chg="modSld">
      <pc:chgData name="Brendan Murphy" userId="e9f923b6-6d89-4d4e-a3b7-d9304b9d44ba" providerId="ADAL" clId="{0C292BE9-8703-4D58-AAFD-B75BCB452E8E}" dt="2021-01-22T04:45:09.937" v="9" actId="20577"/>
      <pc:docMkLst>
        <pc:docMk/>
      </pc:docMkLst>
      <pc:sldChg chg="modSp mod">
        <pc:chgData name="Brendan Murphy" userId="e9f923b6-6d89-4d4e-a3b7-d9304b9d44ba" providerId="ADAL" clId="{0C292BE9-8703-4D58-AAFD-B75BCB452E8E}" dt="2021-01-22T04:45:09.937" v="9" actId="20577"/>
        <pc:sldMkLst>
          <pc:docMk/>
          <pc:sldMk cId="1832954511" sldId="257"/>
        </pc:sldMkLst>
        <pc:spChg chg="mod">
          <ac:chgData name="Brendan Murphy" userId="e9f923b6-6d89-4d4e-a3b7-d9304b9d44ba" providerId="ADAL" clId="{0C292BE9-8703-4D58-AAFD-B75BCB452E8E}" dt="2021-01-22T04:45:09.937" v="9" actId="20577"/>
          <ac:spMkLst>
            <pc:docMk/>
            <pc:sldMk cId="1832954511" sldId="257"/>
            <ac:spMk id="2" creationId="{B0088F94-B25D-4165-A05B-C919FE124538}"/>
          </ac:spMkLst>
        </pc:spChg>
      </pc:sldChg>
    </pc:docChg>
  </pc:docChgLst>
  <pc:docChgLst>
    <pc:chgData name="Brendan Murphy" userId="e9f923b6-6d89-4d4e-a3b7-d9304b9d44ba" providerId="ADAL" clId="{887C3645-2B8F-4F0E-B658-F0EC65A46B82}"/>
    <pc:docChg chg="custSel addSld delSld modSld">
      <pc:chgData name="Brendan Murphy" userId="e9f923b6-6d89-4d4e-a3b7-d9304b9d44ba" providerId="ADAL" clId="{887C3645-2B8F-4F0E-B658-F0EC65A46B82}" dt="2022-03-11T15:24:50.569" v="47" actId="2696"/>
      <pc:docMkLst>
        <pc:docMk/>
      </pc:docMkLst>
      <pc:sldChg chg="delSp modSp add del mod">
        <pc:chgData name="Brendan Murphy" userId="e9f923b6-6d89-4d4e-a3b7-d9304b9d44ba" providerId="ADAL" clId="{887C3645-2B8F-4F0E-B658-F0EC65A46B82}" dt="2022-03-11T15:24:50.569" v="47" actId="2696"/>
        <pc:sldMkLst>
          <pc:docMk/>
          <pc:sldMk cId="2877395841" sldId="1298"/>
        </pc:sldMkLst>
        <pc:spChg chg="mod">
          <ac:chgData name="Brendan Murphy" userId="e9f923b6-6d89-4d4e-a3b7-d9304b9d44ba" providerId="ADAL" clId="{887C3645-2B8F-4F0E-B658-F0EC65A46B82}" dt="2022-03-11T15:24:38.272" v="46" actId="20577"/>
          <ac:spMkLst>
            <pc:docMk/>
            <pc:sldMk cId="2877395841" sldId="1298"/>
            <ac:spMk id="2" creationId="{7206D970-6BE9-4767-B06F-D7C335DB15A9}"/>
          </ac:spMkLst>
        </pc:spChg>
        <pc:spChg chg="del">
          <ac:chgData name="Brendan Murphy" userId="e9f923b6-6d89-4d4e-a3b7-d9304b9d44ba" providerId="ADAL" clId="{887C3645-2B8F-4F0E-B658-F0EC65A46B82}" dt="2022-03-11T15:24:03.592" v="1" actId="478"/>
          <ac:spMkLst>
            <pc:docMk/>
            <pc:sldMk cId="2877395841" sldId="1298"/>
            <ac:spMk id="8" creationId="{A71941A6-FEE9-594A-A98D-29039752A516}"/>
          </ac:spMkLst>
        </pc:spChg>
      </pc:sldChg>
    </pc:docChg>
  </pc:docChgLst>
  <pc:docChgLst>
    <pc:chgData name="Brendan Murphy" userId="S::bmurphy@affirma.com::e9f923b6-6d89-4d4e-a3b7-d9304b9d44ba" providerId="AD" clId="Web-{E90A6EFC-3629-4229-8BCE-DAEF579768A4}"/>
    <pc:docChg chg="modSld">
      <pc:chgData name="Brendan Murphy" userId="S::bmurphy@affirma.com::e9f923b6-6d89-4d4e-a3b7-d9304b9d44ba" providerId="AD" clId="Web-{E90A6EFC-3629-4229-8BCE-DAEF579768A4}" dt="2023-03-16T01:02:56.441" v="1" actId="20577"/>
      <pc:docMkLst>
        <pc:docMk/>
      </pc:docMkLst>
      <pc:sldChg chg="modSp">
        <pc:chgData name="Brendan Murphy" userId="S::bmurphy@affirma.com::e9f923b6-6d89-4d4e-a3b7-d9304b9d44ba" providerId="AD" clId="Web-{E90A6EFC-3629-4229-8BCE-DAEF579768A4}" dt="2023-03-16T01:02:56.441" v="1" actId="20577"/>
        <pc:sldMkLst>
          <pc:docMk/>
          <pc:sldMk cId="1832954511" sldId="257"/>
        </pc:sldMkLst>
        <pc:spChg chg="mod">
          <ac:chgData name="Brendan Murphy" userId="S::bmurphy@affirma.com::e9f923b6-6d89-4d4e-a3b7-d9304b9d44ba" providerId="AD" clId="Web-{E90A6EFC-3629-4229-8BCE-DAEF579768A4}" dt="2023-03-16T01:02:56.441" v="1" actId="20577"/>
          <ac:spMkLst>
            <pc:docMk/>
            <pc:sldMk cId="1832954511" sldId="257"/>
            <ac:spMk id="4" creationId="{A57792E2-B694-4B97-AABD-4E7DA2DAFA6F}"/>
          </ac:spMkLst>
        </pc:spChg>
      </pc:sldChg>
    </pc:docChg>
  </pc:docChgLst>
  <pc:docChgLst>
    <pc:chgData name="Alicia Burden" userId="S::aburden@affirma.com::fc1eda74-137a-4218-8e21-845fa59409d6" providerId="AD" clId="Web-{10867B89-F1E6-481E-8621-7F9A6268D703}"/>
    <pc:docChg chg="modSld">
      <pc:chgData name="Alicia Burden" userId="S::aburden@affirma.com::fc1eda74-137a-4218-8e21-845fa59409d6" providerId="AD" clId="Web-{10867B89-F1E6-481E-8621-7F9A6268D703}" dt="2021-02-11T23:14:10.133" v="1" actId="20577"/>
      <pc:docMkLst>
        <pc:docMk/>
      </pc:docMkLst>
      <pc:sldChg chg="modSp">
        <pc:chgData name="Alicia Burden" userId="S::aburden@affirma.com::fc1eda74-137a-4218-8e21-845fa59409d6" providerId="AD" clId="Web-{10867B89-F1E6-481E-8621-7F9A6268D703}" dt="2021-02-11T23:14:10.133" v="1" actId="20577"/>
        <pc:sldMkLst>
          <pc:docMk/>
          <pc:sldMk cId="1832954511" sldId="257"/>
        </pc:sldMkLst>
        <pc:spChg chg="mod">
          <ac:chgData name="Alicia Burden" userId="S::aburden@affirma.com::fc1eda74-137a-4218-8e21-845fa59409d6" providerId="AD" clId="Web-{10867B89-F1E6-481E-8621-7F9A6268D703}" dt="2021-02-11T23:14:10.133" v="1" actId="20577"/>
          <ac:spMkLst>
            <pc:docMk/>
            <pc:sldMk cId="1832954511" sldId="257"/>
            <ac:spMk id="4" creationId="{A57792E2-B694-4B97-AABD-4E7DA2DAFA6F}"/>
          </ac:spMkLst>
        </pc:spChg>
      </pc:sldChg>
    </pc:docChg>
  </pc:docChgLst>
  <pc:docChgLst>
    <pc:chgData name="Kelsey Hurter" userId="d12246f0-a00d-4d69-b6b8-955fe3dc87a1" providerId="ADAL" clId="{4FC4E983-B9A5-41F5-97CE-B5B64B2B5679}"/>
    <pc:docChg chg="custSel modSld">
      <pc:chgData name="Kelsey Hurter" userId="d12246f0-a00d-4d69-b6b8-955fe3dc87a1" providerId="ADAL" clId="{4FC4E983-B9A5-41F5-97CE-B5B64B2B5679}" dt="2020-07-30T23:53:54.227" v="849" actId="20577"/>
      <pc:docMkLst>
        <pc:docMk/>
      </pc:docMkLst>
      <pc:sldChg chg="modSp">
        <pc:chgData name="Kelsey Hurter" userId="d12246f0-a00d-4d69-b6b8-955fe3dc87a1" providerId="ADAL" clId="{4FC4E983-B9A5-41F5-97CE-B5B64B2B5679}" dt="2020-07-30T23:53:54.227" v="849" actId="20577"/>
        <pc:sldMkLst>
          <pc:docMk/>
          <pc:sldMk cId="1832954511" sldId="257"/>
        </pc:sldMkLst>
        <pc:spChg chg="mod">
          <ac:chgData name="Kelsey Hurter" userId="d12246f0-a00d-4d69-b6b8-955fe3dc87a1" providerId="ADAL" clId="{4FC4E983-B9A5-41F5-97CE-B5B64B2B5679}" dt="2020-07-30T23:53:54.227" v="849" actId="20577"/>
          <ac:spMkLst>
            <pc:docMk/>
            <pc:sldMk cId="1832954511" sldId="257"/>
            <ac:spMk id="4" creationId="{A57792E2-B694-4B97-AABD-4E7DA2DAFA6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BD8AD1-300F-4891-A45C-2BBB90E6BA7F}" type="datetimeFigureOut">
              <a:rPr lang="en-US" smtClean="0"/>
              <a:t>3/15/2023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502FC9-D757-41CE-A92B-2E7C23627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785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54050" y="1162050"/>
            <a:ext cx="5573713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E3F6CF-073A-4B4F-A2B7-08B9C7DBCB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2346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41" y="2938387"/>
            <a:ext cx="7988613" cy="537931"/>
          </a:xfrm>
        </p:spPr>
        <p:txBody>
          <a:bodyPr wrap="none" anchor="t" anchorCtr="0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0D24E572-F1F1-4997-A47E-B939FED46BDB}" type="datetime1">
              <a:rPr lang="en-US" smtClean="0"/>
              <a:t>3/15/2023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939" y="2209472"/>
            <a:ext cx="1942773" cy="504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965F55-11BA-49A6-947C-F531530662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668A5FB-A35F-4120-A0D4-DDE534D458D5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471800EB-F6BF-4776-B506-3056304E5AE7}"/>
              </a:ext>
            </a:extLst>
          </p:cNvPr>
          <p:cNvSpPr txBox="1">
            <a:spLocks/>
          </p:cNvSpPr>
          <p:nvPr userDrawn="1"/>
        </p:nvSpPr>
        <p:spPr>
          <a:xfrm>
            <a:off x="11277600" y="6356805"/>
            <a:ext cx="533400" cy="304800"/>
          </a:xfrm>
          <a:prstGeom prst="rect">
            <a:avLst/>
          </a:prstGeom>
        </p:spPr>
        <p:txBody>
          <a:bodyPr vert="horz" lIns="76200" tIns="38100" rIns="76200" bIns="38100" rtlCol="0" anchor="ctr"/>
          <a:lstStyle>
            <a:defPPr>
              <a:defRPr lang="en-US"/>
            </a:defPPr>
            <a:lvl1pPr marL="0" algn="r" defTabSz="1172261" rtl="0" eaLnBrk="1" latinLnBrk="0" hangingPunct="1">
              <a:defRPr sz="1412" kern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DF3BEF6-9E38-45B1-97EE-47997846C2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883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4" descr="Image result for kia motors HQ">
            <a:extLst>
              <a:ext uri="{FF2B5EF4-FFF2-40B4-BE49-F238E27FC236}">
                <a16:creationId xmlns:a16="http://schemas.microsoft.com/office/drawing/2014/main" id="{7F3ACFE8-90CC-4B43-AE07-40731FF60D5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43" r="10905" b="24509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680771-E145-494A-AF5F-BDE0DE15568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38387"/>
            <a:ext cx="11430000" cy="537931"/>
          </a:xfrm>
        </p:spPr>
        <p:txBody>
          <a:bodyPr wrap="none" anchor="t" anchorCtr="0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5525EB5-5344-49E5-899C-3768C83DEC29}" type="datetime1">
              <a:rPr lang="en-US" smtClean="0"/>
              <a:t>3/15/2023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8082-4CA1-4814-AD91-104B28633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52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41" y="2938387"/>
            <a:ext cx="7988613" cy="537931"/>
          </a:xfrm>
        </p:spPr>
        <p:txBody>
          <a:bodyPr wrap="none" anchor="t" anchorCtr="0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85A3BB2-1A7A-4794-9879-EE57F025331A}" type="datetime1">
              <a:rPr lang="en-US" smtClean="0"/>
              <a:t>3/15/2023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939" y="2209472"/>
            <a:ext cx="1942773" cy="504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965F55-11BA-49A6-947C-F531530662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424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B62FE56-11BB-4F56-957C-E2741DC5B8BB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680771-E145-494A-AF5F-BDE0DE15568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38387"/>
            <a:ext cx="11430000" cy="537931"/>
          </a:xfrm>
        </p:spPr>
        <p:txBody>
          <a:bodyPr wrap="none" anchor="t" anchorCtr="0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C10A2F7-3457-4BEA-91CC-7A3DFDCA93F6}" type="datetime1">
              <a:rPr lang="en-US" smtClean="0"/>
              <a:t>3/15/2023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8082-4CA1-4814-AD91-104B28633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591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C98557-C9EF-46C0-ACD8-4FD2354926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DE76F30-D6E9-4864-AAA7-2D8FF7BA9ED1}" type="datetime1">
              <a:rPr lang="en-US" smtClean="0"/>
              <a:t>3/15/2023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C7F00A-F86F-4137-BF70-C36BF60794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1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7FDDA0-9A72-4EF9-A2D2-0E17F0F1CF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89F687-D33C-4157-BC5C-7A3EB7EF9B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66700"/>
            <a:ext cx="10515211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143000"/>
            <a:ext cx="10515211" cy="435045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C19490A-5A8C-4576-8DC4-86CA4A544F65}" type="datetime1">
              <a:rPr lang="en-US" smtClean="0"/>
              <a:t>3/15/2023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937B85-B95A-4743-A758-7FD5A4CDD6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28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https://s-media-cache-ak0.pinimg.com/originals/56/3f/a2/563fa26398dc80e6c5b03695b4b05951.jpg">
            <a:extLst>
              <a:ext uri="{FF2B5EF4-FFF2-40B4-BE49-F238E27FC236}">
                <a16:creationId xmlns:a16="http://schemas.microsoft.com/office/drawing/2014/main" id="{2E825CFE-0636-45FA-8A13-E6196B14C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43000"/>
            <a:ext cx="12192000" cy="940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29F1CBB1-ADFA-4D80-B518-8411398D041F}" type="datetime1">
              <a:rPr lang="en-US" smtClean="0"/>
              <a:t>3/15/2023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AEF935-9427-4AC1-8E61-AE96D9F348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324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Pr>
        <a:solidFill>
          <a:srgbClr val="0096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8E95B-5C91-4D5C-A2D1-6735F60790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0949" b="74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69CD0C-8BF2-4E3E-8C85-09B075B043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724400"/>
            <a:ext cx="10515210" cy="1524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1B199AA8-EC6A-4050-9660-7AB3BE600CA0}" type="datetime1">
              <a:rPr lang="en-US" smtClean="0"/>
              <a:t>3/15/2023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57600"/>
            <a:ext cx="10668000" cy="914400"/>
          </a:xfrm>
        </p:spPr>
        <p:txBody>
          <a:bodyPr tIns="91440" bIns="91440"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36EFAE-173A-431F-8B79-18B410985F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766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73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2FA4B70A-2CA0-42FC-A5E1-DDFB6DC7FCB3}" type="datetime1">
              <a:rPr lang="en-US" smtClean="0"/>
              <a:t>3/15/2023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2043" y="2679540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rgbClr val="004E59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4EBA0-C440-4D49-AAB8-E1ECDF6B6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223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73"/>
          <a:stretch/>
        </p:blipFill>
        <p:spPr>
          <a:xfrm>
            <a:off x="-2390669" y="-1"/>
            <a:ext cx="14582669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DA47B5F-4B33-45F8-B9FC-13A7E63AAE61}" type="datetime1">
              <a:rPr lang="en-US" smtClean="0"/>
              <a:t>3/15/2023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rgbClr val="004E59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4EBA0-C440-4D49-AAB8-E1ECDF6B6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189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6_Section Header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" y="3"/>
            <a:ext cx="12192000" cy="68580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A7BDC5BD-F9BE-44A3-8A60-F6CF90A5D198}" type="datetime1">
              <a:rPr lang="en-US" smtClean="0"/>
              <a:t>3/15/2023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980723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C61EA-4242-4C46-82F7-F70F2018C8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857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E3F7D5F-2B04-4749-A1FD-4FF56DE18DBE}" type="datetime1">
              <a:rPr lang="en-US" smtClean="0"/>
              <a:t>3/15/2023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2244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47D68F3-0D50-4011-9870-84D868BF4398}" type="datetime1">
              <a:rPr lang="en-US" smtClean="0"/>
              <a:t>3/15/2023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6580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982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11430000" cy="4350456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04DBC433-ACDF-466C-9050-F1E69DC663CE}" type="datetime1">
              <a:rPr lang="en-US" smtClean="0"/>
              <a:t>3/15/2023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8DF217-1EAD-4B4A-A2F2-041F388DEC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873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5334000" cy="441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0673784F-6B42-4C1E-90DC-CB61461CF03B}" type="datetime1">
              <a:rPr lang="en-US" smtClean="0"/>
              <a:t>3/15/2023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219200"/>
            <a:ext cx="5334000" cy="322792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414025-9975-41E8-9FC5-0DF320B942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7907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762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1B4DC66C-B6D1-407F-9C28-4C69B02B5324}" type="datetime1">
              <a:rPr lang="en-US" smtClean="0"/>
              <a:t>3/15/2023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563948A-318B-4390-8E4D-036A81F512A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9800" y="28194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AD0E7F6-4B25-41E6-A3A0-23177BB063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09800" y="25146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2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8B1E0DD-9C3B-4861-B9C7-658DE1B3A2C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2220383" y="4267200"/>
            <a:ext cx="9601200" cy="60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A6FE795-7232-4C2C-8253-3E63F346E6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20383" y="38100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A996FAC-27FD-4D72-8742-3B3D6FBFA47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2220384" y="54102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9DA342-ABBC-4773-9620-733BFF8A707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20384" y="51054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2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2AF7EB96-A3DC-4327-A2E2-7EB91E2FCB1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28600" y="3810000"/>
            <a:ext cx="1524000" cy="15240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1F3262B-E782-4905-B1B0-ADB41E7F3494}"/>
              </a:ext>
            </a:extLst>
          </p:cNvPr>
          <p:cNvCxnSpPr/>
          <p:nvPr userDrawn="1"/>
        </p:nvCxnSpPr>
        <p:spPr>
          <a:xfrm flipV="1">
            <a:off x="2159689" y="3581401"/>
            <a:ext cx="7872622" cy="66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4861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46482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856E072-985D-4FAE-A727-1974156AC7D5}" type="datetime1">
              <a:rPr lang="en-US" smtClean="0"/>
              <a:t>3/15/2023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2958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6A2762B-DA28-477D-93B6-E0268DB21D5C}" type="datetime1">
              <a:rPr lang="en-US" smtClean="0"/>
              <a:t>3/15/2023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0997080" cy="533400"/>
          </a:xfrm>
        </p:spPr>
        <p:txBody>
          <a:bodyPr tIns="91440" bIns="91440"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95999" y="1219200"/>
            <a:ext cx="0" cy="49530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914400" y="3578424"/>
            <a:ext cx="10668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80999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2313EE-4E04-435C-9E05-266AC0400A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AE54BA5-9B86-4728-A69D-A321E93984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0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920F2E92-1F2E-4441-B0DE-CFEB5FE92A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1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72231F7B-8ACB-4A68-883B-D5361B594F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87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187882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933DAD-64FD-4C29-9D9B-272B0C756FD1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lIns="91440" tIns="91440" r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7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C3D1261-40BA-432C-B6E0-3027834E679F}" type="datetime1">
              <a:rPr lang="en-US" smtClean="0"/>
              <a:t>3/15/2023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F32470-D5C9-4EB9-BF19-627B706D99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8398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1256AD-643F-4750-86FB-FD02C1741CFB}"/>
              </a:ext>
            </a:extLst>
          </p:cNvPr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04E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681035"/>
            <a:ext cx="5334000" cy="823397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48267" indent="0">
              <a:buNone/>
              <a:defRPr sz="2000" b="1"/>
            </a:lvl2pPr>
            <a:lvl3pPr marL="896533" indent="0">
              <a:buNone/>
              <a:defRPr sz="1800" b="1"/>
            </a:lvl3pPr>
            <a:lvl4pPr marL="1344800" indent="0">
              <a:buNone/>
              <a:defRPr sz="1600" b="1"/>
            </a:lvl4pPr>
            <a:lvl5pPr marL="1793067" indent="0">
              <a:buNone/>
              <a:defRPr sz="1600" b="1"/>
            </a:lvl5pPr>
            <a:lvl6pPr marL="2241334" indent="0">
              <a:buNone/>
              <a:defRPr sz="1600" b="1"/>
            </a:lvl6pPr>
            <a:lvl7pPr marL="2689600" indent="0">
              <a:buNone/>
              <a:defRPr sz="1600" b="1"/>
            </a:lvl7pPr>
            <a:lvl8pPr marL="3137867" indent="0">
              <a:buNone/>
              <a:defRPr sz="1600" b="1"/>
            </a:lvl8pPr>
            <a:lvl9pPr marL="358613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7000" y="1681035"/>
            <a:ext cx="5334000" cy="823397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48267" indent="0">
              <a:buNone/>
              <a:defRPr sz="2000" b="1"/>
            </a:lvl2pPr>
            <a:lvl3pPr marL="896533" indent="0">
              <a:buNone/>
              <a:defRPr sz="1800" b="1"/>
            </a:lvl3pPr>
            <a:lvl4pPr marL="1344800" indent="0">
              <a:buNone/>
              <a:defRPr sz="1600" b="1"/>
            </a:lvl4pPr>
            <a:lvl5pPr marL="1793067" indent="0">
              <a:buNone/>
              <a:defRPr sz="1600" b="1"/>
            </a:lvl5pPr>
            <a:lvl6pPr marL="2241334" indent="0">
              <a:buNone/>
              <a:defRPr sz="1600" b="1"/>
            </a:lvl6pPr>
            <a:lvl7pPr marL="2689600" indent="0">
              <a:buNone/>
              <a:defRPr sz="1600" b="1"/>
            </a:lvl7pPr>
            <a:lvl8pPr marL="3137867" indent="0">
              <a:buNone/>
              <a:defRPr sz="1600" b="1"/>
            </a:lvl8pPr>
            <a:lvl9pPr marL="358613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7000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0E59A7C-7423-4608-A55D-68531FB50226}" type="datetime1">
              <a:rPr lang="en-US" smtClean="0"/>
              <a:t>3/15/2023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C4B624-09C9-4734-9996-D8363B05C6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9524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B34F66E1-062C-4756-801D-19EA8E6E897F}" type="datetime1">
              <a:rPr lang="en-US" smtClean="0"/>
              <a:t>3/15/2023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99787-C03F-45A9-825C-0DE0DCF4B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2435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4273" y="2689656"/>
            <a:ext cx="3259815" cy="537931"/>
          </a:xfrm>
        </p:spPr>
        <p:txBody>
          <a:bodyPr wrap="none" anchor="t" anchorCtr="0">
            <a:noAutofit/>
          </a:bodyPr>
          <a:lstStyle>
            <a:lvl1pPr algn="r">
              <a:defRPr sz="3500">
                <a:solidFill>
                  <a:srgbClr val="E45A1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4273" y="3317243"/>
            <a:ext cx="3259815" cy="1656131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solidFill>
                  <a:srgbClr val="E45A1E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309B9DF-5F04-4E52-80BC-E0B62A5BC0A0}" type="datetime1">
              <a:rPr lang="en-US" smtClean="0"/>
              <a:t>3/15/2023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2" y="1"/>
            <a:ext cx="6095999" cy="6857999"/>
          </a:xfrm>
          <a:prstGeom prst="rect">
            <a:avLst/>
          </a:prstGeom>
          <a:solidFill>
            <a:srgbClr val="004E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Segoe UI" panose="020B0502040204020203" pitchFamily="34" charset="0"/>
            </a:endParaRPr>
          </a:p>
        </p:txBody>
      </p:sp>
      <p:pic>
        <p:nvPicPr>
          <p:cNvPr id="8" name="Picture 7" descr="affirmastudios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6624" y="2689656"/>
            <a:ext cx="2204778" cy="56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1988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1528B70-3826-4178-A5A8-392F9273DC59}" type="datetime1">
              <a:rPr lang="en-US" smtClean="0"/>
              <a:t>3/15/2023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D8278-5719-41B5-BA0B-62F901BD5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9100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E45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AEDCD0F7-F699-417F-B0B5-B629C36B4D61}" type="datetime1">
              <a:rPr lang="en-US" smtClean="0"/>
              <a:t>3/15/2023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C3FBF-8EF6-411E-AA4F-268641FD25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3955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17D6ADAD-08D5-4E1D-ADCC-81F231B93C58}" type="datetime1">
              <a:rPr lang="en-US" smtClean="0"/>
              <a:t>3/15/2023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2C415-13F0-4D24-97F3-4AB707C098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1114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470" y="457615"/>
            <a:ext cx="3932568" cy="1600096"/>
          </a:xfrm>
        </p:spPr>
        <p:txBody>
          <a:bodyPr anchor="b"/>
          <a:lstStyle>
            <a:lvl1pPr>
              <a:defRPr sz="3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937" y="986833"/>
            <a:ext cx="6171746" cy="4873445"/>
          </a:xfrm>
        </p:spPr>
        <p:txBody>
          <a:bodyPr/>
          <a:lstStyle>
            <a:lvl1pPr marL="0" indent="0">
              <a:buNone/>
              <a:defRPr sz="3100">
                <a:latin typeface="Segoe UI" panose="020B0502040204020203" pitchFamily="34" charset="0"/>
              </a:defRPr>
            </a:lvl1pPr>
            <a:lvl2pPr marL="448267" indent="0">
              <a:buNone/>
              <a:defRPr sz="2700"/>
            </a:lvl2pPr>
            <a:lvl3pPr marL="896533" indent="0">
              <a:buNone/>
              <a:defRPr sz="2400"/>
            </a:lvl3pPr>
            <a:lvl4pPr marL="1344800" indent="0">
              <a:buNone/>
              <a:defRPr sz="2000"/>
            </a:lvl4pPr>
            <a:lvl5pPr marL="1793067" indent="0">
              <a:buNone/>
              <a:defRPr sz="2000"/>
            </a:lvl5pPr>
            <a:lvl6pPr marL="2241334" indent="0">
              <a:buNone/>
              <a:defRPr sz="2000"/>
            </a:lvl6pPr>
            <a:lvl7pPr marL="2689600" indent="0">
              <a:buNone/>
              <a:defRPr sz="2000"/>
            </a:lvl7pPr>
            <a:lvl8pPr marL="3137867" indent="0">
              <a:buNone/>
              <a:defRPr sz="2000"/>
            </a:lvl8pPr>
            <a:lvl9pPr marL="3586133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470" y="2057712"/>
            <a:ext cx="3932568" cy="3811903"/>
          </a:xfrm>
        </p:spPr>
        <p:txBody>
          <a:bodyPr/>
          <a:lstStyle>
            <a:lvl1pPr marL="0" indent="0">
              <a:buNone/>
              <a:defRPr sz="1600">
                <a:latin typeface="Segoe UI" panose="020B0502040204020203" pitchFamily="34" charset="0"/>
              </a:defRPr>
            </a:lvl1pPr>
            <a:lvl2pPr marL="448267" indent="0">
              <a:buNone/>
              <a:defRPr sz="1400"/>
            </a:lvl2pPr>
            <a:lvl3pPr marL="896533" indent="0">
              <a:buNone/>
              <a:defRPr sz="1200"/>
            </a:lvl3pPr>
            <a:lvl4pPr marL="1344800" indent="0">
              <a:buNone/>
              <a:defRPr sz="1000"/>
            </a:lvl4pPr>
            <a:lvl5pPr marL="1793067" indent="0">
              <a:buNone/>
              <a:defRPr sz="1000"/>
            </a:lvl5pPr>
            <a:lvl6pPr marL="2241334" indent="0">
              <a:buNone/>
              <a:defRPr sz="1000"/>
            </a:lvl6pPr>
            <a:lvl7pPr marL="2689600" indent="0">
              <a:buNone/>
              <a:defRPr sz="1000"/>
            </a:lvl7pPr>
            <a:lvl8pPr marL="3137867" indent="0">
              <a:buNone/>
              <a:defRPr sz="1000"/>
            </a:lvl8pPr>
            <a:lvl9pPr marL="358613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A5FF9C2-BD0D-4656-B0F9-653D9B31E001}" type="datetime1">
              <a:rPr lang="en-US" smtClean="0"/>
              <a:t>3/15/2023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9997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432830"/>
            <a:ext cx="11430000" cy="4350456"/>
          </a:xfrm>
        </p:spPr>
        <p:txBody>
          <a:bodyPr vert="horz" lIns="91440" tIns="91440" rIns="91440" bIns="91440" rtlCol="0">
            <a:noAutofit/>
          </a:bodyPr>
          <a:lstStyle>
            <a:lvl1pPr>
              <a:defRPr lang="en-US" dirty="0" smtClean="0">
                <a:latin typeface="Segoe UI" panose="020B0502040204020203" pitchFamily="34" charset="0"/>
              </a:defRPr>
            </a:lvl1pPr>
            <a:lvl2pPr>
              <a:defRPr lang="en-US" dirty="0" smtClean="0">
                <a:latin typeface="Segoe UI" panose="020B0502040204020203" pitchFamily="34" charset="0"/>
              </a:defRPr>
            </a:lvl2pPr>
            <a:lvl3pPr>
              <a:defRPr lang="en-US" dirty="0" smtClean="0">
                <a:latin typeface="Segoe UI" panose="020B0502040204020203" pitchFamily="34" charset="0"/>
              </a:defRPr>
            </a:lvl3pPr>
            <a:lvl4pPr>
              <a:defRPr lang="en-US" dirty="0" smtClean="0">
                <a:latin typeface="Segoe UI" panose="020B0502040204020203" pitchFamily="34" charset="0"/>
              </a:defRPr>
            </a:lvl4pPr>
            <a:lvl5pPr>
              <a:defRPr lang="en-US" dirty="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381000" y="1021080"/>
            <a:ext cx="11487856" cy="228535"/>
          </a:xfrm>
        </p:spPr>
        <p:txBody>
          <a:bodyPr lIns="9144" tIns="0" rIns="0" bIns="0">
            <a:spAutoFit/>
          </a:bodyPr>
          <a:lstStyle>
            <a:lvl1pPr marL="0" indent="0">
              <a:buNone/>
              <a:defRPr sz="1600" spc="-14" baseline="0">
                <a:solidFill>
                  <a:schemeClr val="accent2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33816" y="6270900"/>
            <a:ext cx="10739714" cy="428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94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143000"/>
            <a:ext cx="114300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6356806"/>
            <a:ext cx="274345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D599CF7F-3923-4C80-BBF9-5517EA036633}" type="datetime1">
              <a:rPr lang="en-US" smtClean="0"/>
              <a:t>3/15/2023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408" y="6356806"/>
            <a:ext cx="4115189" cy="364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77600" y="6356805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310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hf hdr="0" ftr="0" dt="0"/>
  <p:txStyles>
    <p:titleStyle>
      <a:lvl1pPr algn="l" defTabSz="89653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134" indent="-224134" algn="l" defTabSz="896533" rtl="0" eaLnBrk="1" latinLnBrk="0" hangingPunct="1">
        <a:lnSpc>
          <a:spcPct val="90000"/>
        </a:lnSpc>
        <a:spcBef>
          <a:spcPts val="98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724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206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5689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172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465466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137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3620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102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48267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96533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800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93067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41334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89600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37867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586133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88F94-B25D-4165-A05B-C919FE124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066" y="210223"/>
            <a:ext cx="11899900" cy="533400"/>
          </a:xfrm>
        </p:spPr>
        <p:txBody>
          <a:bodyPr/>
          <a:lstStyle/>
          <a:p>
            <a:r>
              <a:rPr lang="en-US"/>
              <a:t>Unisys – TrustCheck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7792E2-B694-4B97-AABD-4E7DA2DAFA6F}"/>
              </a:ext>
            </a:extLst>
          </p:cNvPr>
          <p:cNvSpPr/>
          <p:nvPr/>
        </p:nvSpPr>
        <p:spPr>
          <a:xfrm>
            <a:off x="225403" y="1025440"/>
            <a:ext cx="5163343" cy="603242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96A9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Client Need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ea typeface="+mn-ea"/>
                <a:cs typeface="+mn-cs"/>
              </a:rPr>
              <a:t>Unisys worked with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Segoe UI"/>
                <a:ea typeface="+mn-ea"/>
                <a:cs typeface="+mn-cs"/>
              </a:rPr>
              <a:t>Affirma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ea typeface="+mn-ea"/>
                <a:cs typeface="+mn-cs"/>
              </a:rPr>
              <a:t> to redesign, develop and modernize a legacy product offering which was previously used via Excel. Unisys’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Segoe UI"/>
                <a:ea typeface="+mn-ea"/>
                <a:cs typeface="+mn-cs"/>
              </a:rPr>
              <a:t>TrustCheck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ea typeface="+mn-ea"/>
                <a:cs typeface="+mn-cs"/>
              </a:rPr>
              <a:t> product is a tool that notifies </a:t>
            </a:r>
            <a:r>
              <a:rPr lang="en-US" sz="1400">
                <a:latin typeface="Segoe UI"/>
              </a:rPr>
              <a:t>companies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ea typeface="+mn-ea"/>
                <a:cs typeface="+mn-cs"/>
              </a:rPr>
              <a:t> about potential cyber threats, estimates the likelihood of a cyber-related financial loss and helps to propose solutions to board members.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Segoe UI"/>
                <a:ea typeface="+mn-ea"/>
                <a:cs typeface="+mn-cs"/>
              </a:rPr>
              <a:t>TrustCheck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ea typeface="+mn-ea"/>
                <a:cs typeface="+mn-cs"/>
              </a:rPr>
              <a:t> provides CISO and CSO’s with clear ROI through cyber insurance savings and guides investment decisions through “what-if” scenarios.</a:t>
            </a:r>
            <a:endParaRPr lang="en-US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/>
              <a:cs typeface="Segoe U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0096A9"/>
              </a:solidFill>
              <a:effectLst/>
              <a:uLnTx/>
              <a:uFillTx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96A9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What We Did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38115" marR="0" lvl="0" indent="-23811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Planning and execution of design heuristics, UX best practices and product strategy</a:t>
            </a:r>
          </a:p>
          <a:p>
            <a:pPr marL="238115" marR="0" lvl="0" indent="-23811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/>
              </a:rPr>
              <a:t>Complete development and modernization of the product using web-based technologies - React and Azure</a:t>
            </a:r>
          </a:p>
          <a:p>
            <a:pPr marL="238115" marR="0" lvl="0" indent="-23811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>
                <a:solidFill>
                  <a:prstClr val="black"/>
                </a:solidFill>
                <a:latin typeface="Segoe UI"/>
              </a:rPr>
              <a:t>Advised and lead numerous product release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iterations and testing cycles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96A9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Result: </a:t>
            </a:r>
          </a:p>
          <a:p>
            <a:pPr marL="238115" marR="0" lvl="0" indent="-23811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Completed and deployed the updated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TrustCheck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product on time for Unisys to license out to their clients, spring 2020</a:t>
            </a:r>
          </a:p>
          <a:p>
            <a:pPr marL="238115" marR="0" lvl="0" indent="-23811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err="1">
                <a:solidFill>
                  <a:prstClr val="black"/>
                </a:solidFill>
                <a:latin typeface="Segoe UI"/>
              </a:rPr>
              <a:t>TrustCheck</a:t>
            </a:r>
            <a:r>
              <a:rPr lang="en-US" sz="1400">
                <a:solidFill>
                  <a:prstClr val="black"/>
                </a:solidFill>
                <a:latin typeface="Segoe UI"/>
              </a:rPr>
              <a:t> won “Hottest New Cybersecurity Product” award at the RSA Conference, Feb. 2020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4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/>
              <a:cs typeface="Segoe U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29E54A-090C-4C37-A05C-7DFB3BF72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40DB5-B054-4B52-B27D-446721D6CC2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6F09E46-0F14-45E2-B1CE-BC62D7D4E5F1}"/>
              </a:ext>
            </a:extLst>
          </p:cNvPr>
          <p:cNvGrpSpPr/>
          <p:nvPr/>
        </p:nvGrpSpPr>
        <p:grpSpPr>
          <a:xfrm>
            <a:off x="5627735" y="1025440"/>
            <a:ext cx="5813690" cy="5832560"/>
            <a:chOff x="4864164" y="1025440"/>
            <a:chExt cx="5813690" cy="583256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A9CDAA9-51A2-49E7-BD2F-237A79098C4A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4864164" y="1025440"/>
              <a:ext cx="5813690" cy="264103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5D74DD0-88FD-412E-881D-284FFAB3E3C9}"/>
                </a:ext>
              </a:extLst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5004854" y="3735184"/>
              <a:ext cx="5532310" cy="31228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32954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 Design">
  <a:themeElements>
    <a:clrScheme name="Affir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35A5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firma_QBR-CI_FY18 Q2_Prep(Updated)" id="{60F98659-98E9-4C4D-9310-9510EF3F70E3}" vid="{65065986-2AC3-4681-8D2A-70BCEC6AD5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Custom Development</Value>
      <Value>Creative</Value>
    </BusinessUnit>
    <Solutions xmlns="f0ee8362-fa7e-4bc9-ab88-7dcfb17cb19b">
      <Value>Product Development</Value>
    </Solutions>
    <Industries xmlns="f0ee8362-fa7e-4bc9-ab88-7dcfb17cb19b">
      <Value>Technology</Value>
    </Industries>
    <Notes0 xmlns="f0ee8362-fa7e-4bc9-ab88-7dcfb17cb19b" xsi:nil="true"/>
    <PlatTech xmlns="f0ee8362-fa7e-4bc9-ab88-7dcfb17cb19b">
      <Value>.NET</Value>
      <Value>React</Value>
      <Value>Azure</Value>
    </PlatTech>
    <Named_x0020_Account xmlns="f0ee8362-fa7e-4bc9-ab88-7dcfb17cb19b" xsi:nil="true"/>
    <ProjectCompletionDate xmlns="f0ee8362-fa7e-4bc9-ab88-7dcfb17cb19b" xsi:nil="true"/>
    <ApprovedByClient xmlns="f0ee8362-fa7e-4bc9-ab88-7dcfb17cb19b">false</ApprovedByClient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82301D03-68FA-4E89-BAB4-D5D1D27B9F88}"/>
</file>

<file path=customXml/itemProps2.xml><?xml version="1.0" encoding="utf-8"?>
<ds:datastoreItem xmlns:ds="http://schemas.openxmlformats.org/officeDocument/2006/customXml" ds:itemID="{E2A6761F-C1EF-4D28-8B2C-5A26D8107F11}">
  <ds:schemaRefs>
    <ds:schemaRef ds:uri="http://schemas.microsoft.com/office/infopath/2007/PartnerControls"/>
    <ds:schemaRef ds:uri="924b3cd4-9122-4b34-9850-b959735a7319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purl.org/dc/terms/"/>
    <ds:schemaRef ds:uri="95eeaff3-16bf-44d7-a630-0e2788b586af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5DEBF05-922F-4D6E-A338-049FD5D4F65C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BC4D667B-F5FA-4A6E-85AB-B6472A78867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</Words>
  <Application>Microsoft Office PowerPoint</Application>
  <PresentationFormat>Widescreen</PresentationFormat>
  <Paragraphs>16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Custom Design</vt:lpstr>
      <vt:lpstr>Unisys – TrustCheck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Unisys – Custom Product Platform for Analyzing Risk</dc:title>
  <dc:creator>Kelsey Hurter</dc:creator>
  <cp:lastModifiedBy>Brendan Murphy</cp:lastModifiedBy>
  <cp:revision>4</cp:revision>
  <dcterms:created xsi:type="dcterms:W3CDTF">2020-07-30T22:32:10Z</dcterms:created>
  <dcterms:modified xsi:type="dcterms:W3CDTF">2023-03-16T01:02:56Z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  <property fmtid="{D5CDD505-2E9C-101B-9397-08002B2CF9AE}" pid="3" name="Platforms">
    <vt:lpwstr>;#Custom Built;#Azure;#.NET;#</vt:lpwstr>
  </property>
</Properties>
</file>