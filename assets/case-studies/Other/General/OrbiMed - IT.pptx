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6AD24-345C-E5A1-C6A8-68481D33A122}" v="84" dt="2024-06-01T14:48:35.55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 Reynolds" userId="S::sreynolds@affirma.com::903d64bd-b34e-4ce6-8a97-f00125fca1ea" providerId="AD" clId="Web-{51C41BEF-9EB9-414C-8F9C-423EE310DD67}"/>
    <pc:docChg chg="modSld">
      <pc:chgData name="Scot Reynolds" userId="S::sreynolds@affirma.com::903d64bd-b34e-4ce6-8a97-f00125fca1ea" providerId="AD" clId="Web-{51C41BEF-9EB9-414C-8F9C-423EE310DD67}" dt="2019-08-16T19:51:00.161" v="1" actId="1076"/>
      <pc:docMkLst>
        <pc:docMk/>
      </pc:docMkLst>
      <pc:sldChg chg="modSp">
        <pc:chgData name="Scot Reynolds" userId="S::sreynolds@affirma.com::903d64bd-b34e-4ce6-8a97-f00125fca1ea" providerId="AD" clId="Web-{51C41BEF-9EB9-414C-8F9C-423EE310DD67}" dt="2019-08-16T19:51:00.161" v="1" actId="1076"/>
        <pc:sldMkLst>
          <pc:docMk/>
          <pc:sldMk cId="2582825011" sldId="300"/>
        </pc:sldMkLst>
        <pc:spChg chg="mod">
          <ac:chgData name="Scot Reynolds" userId="S::sreynolds@affirma.com::903d64bd-b34e-4ce6-8a97-f00125fca1ea" providerId="AD" clId="Web-{51C41BEF-9EB9-414C-8F9C-423EE310DD67}" dt="2019-08-16T19:51:00.161" v="1" actId="1076"/>
          <ac:spMkLst>
            <pc:docMk/>
            <pc:sldMk cId="2582825011" sldId="300"/>
            <ac:spMk id="35" creationId="{127A5A2A-6A75-46BB-A872-3D435F9C8C26}"/>
          </ac:spMkLst>
        </pc:spChg>
      </pc:sldChg>
    </pc:docChg>
  </pc:docChgLst>
  <pc:docChgLst>
    <pc:chgData name="Avadhoot Dindorkar" userId="S::adindorkar@affirma.com::e179841f-bc91-4397-bfc9-193875f3872b" providerId="AD" clId="Web-{13D6AD24-345C-E5A1-C6A8-68481D33A122}"/>
    <pc:docChg chg="modSld">
      <pc:chgData name="Avadhoot Dindorkar" userId="S::adindorkar@affirma.com::e179841f-bc91-4397-bfc9-193875f3872b" providerId="AD" clId="Web-{13D6AD24-345C-E5A1-C6A8-68481D33A122}" dt="2024-06-01T14:48:35.558" v="52" actId="1076"/>
      <pc:docMkLst>
        <pc:docMk/>
      </pc:docMkLst>
      <pc:sldChg chg="modSp">
        <pc:chgData name="Avadhoot Dindorkar" userId="S::adindorkar@affirma.com::e179841f-bc91-4397-bfc9-193875f3872b" providerId="AD" clId="Web-{13D6AD24-345C-E5A1-C6A8-68481D33A122}" dt="2024-06-01T14:48:35.558" v="52" actId="1076"/>
        <pc:sldMkLst>
          <pc:docMk/>
          <pc:sldMk cId="2582825011" sldId="300"/>
        </pc:sldMkLst>
        <pc:spChg chg="mod">
          <ac:chgData name="Avadhoot Dindorkar" userId="S::adindorkar@affirma.com::e179841f-bc91-4397-bfc9-193875f3872b" providerId="AD" clId="Web-{13D6AD24-345C-E5A1-C6A8-68481D33A122}" dt="2024-06-01T14:48:06.838" v="48" actId="14100"/>
          <ac:spMkLst>
            <pc:docMk/>
            <pc:sldMk cId="2582825011" sldId="300"/>
            <ac:spMk id="31" creationId="{EC9A7433-5BCD-4EA6-924A-53FDBF0CAAA6}"/>
          </ac:spMkLst>
        </pc:spChg>
        <pc:spChg chg="mod">
          <ac:chgData name="Avadhoot Dindorkar" userId="S::adindorkar@affirma.com::e179841f-bc91-4397-bfc9-193875f3872b" providerId="AD" clId="Web-{13D6AD24-345C-E5A1-C6A8-68481D33A122}" dt="2024-06-01T14:47:53.807" v="46" actId="1076"/>
          <ac:spMkLst>
            <pc:docMk/>
            <pc:sldMk cId="2582825011" sldId="300"/>
            <ac:spMk id="32" creationId="{E1C0119A-9047-4290-917B-405E19FFDA31}"/>
          </ac:spMkLst>
        </pc:spChg>
        <pc:spChg chg="mod">
          <ac:chgData name="Avadhoot Dindorkar" userId="S::adindorkar@affirma.com::e179841f-bc91-4397-bfc9-193875f3872b" providerId="AD" clId="Web-{13D6AD24-345C-E5A1-C6A8-68481D33A122}" dt="2024-06-01T14:48:27.964" v="51" actId="14100"/>
          <ac:spMkLst>
            <pc:docMk/>
            <pc:sldMk cId="2582825011" sldId="300"/>
            <ac:spMk id="33" creationId="{A2CD0AFB-BBEB-434B-985F-3ACF7BE51454}"/>
          </ac:spMkLst>
        </pc:spChg>
        <pc:spChg chg="mod">
          <ac:chgData name="Avadhoot Dindorkar" userId="S::adindorkar@affirma.com::e179841f-bc91-4397-bfc9-193875f3872b" providerId="AD" clId="Web-{13D6AD24-345C-E5A1-C6A8-68481D33A122}" dt="2024-06-01T14:48:13.495" v="49" actId="1076"/>
          <ac:spMkLst>
            <pc:docMk/>
            <pc:sldMk cId="2582825011" sldId="300"/>
            <ac:spMk id="34" creationId="{EC17F625-2EC2-4F28-895B-03B104D7945A}"/>
          </ac:spMkLst>
        </pc:spChg>
        <pc:spChg chg="mod">
          <ac:chgData name="Avadhoot Dindorkar" userId="S::adindorkar@affirma.com::e179841f-bc91-4397-bfc9-193875f3872b" providerId="AD" clId="Web-{13D6AD24-345C-E5A1-C6A8-68481D33A122}" dt="2024-06-01T14:48:35.558" v="52" actId="1076"/>
          <ac:spMkLst>
            <pc:docMk/>
            <pc:sldMk cId="2582825011" sldId="300"/>
            <ac:spMk id="36" creationId="{4651924A-7907-4360-9ED8-B533D803C21B}"/>
          </ac:spMkLst>
        </pc:spChg>
      </pc:sldChg>
    </pc:docChg>
  </pc:docChgLst>
  <pc:docChgLst>
    <pc:chgData name="Erin Babcock" userId="S::ebabcock@affirma.com::4c171d38-3003-4d72-a69c-39ea43eee297" providerId="AD" clId="Web-{13CBB99F-F088-B000-B6F1-753EBC98986A}"/>
    <pc:docChg chg="modSld">
      <pc:chgData name="Erin Babcock" userId="S::ebabcock@affirma.com::4c171d38-3003-4d72-a69c-39ea43eee297" providerId="AD" clId="Web-{13CBB99F-F088-B000-B6F1-753EBC98986A}" dt="2021-03-31T23:01:45.836" v="0" actId="1076"/>
      <pc:docMkLst>
        <pc:docMk/>
      </pc:docMkLst>
      <pc:sldChg chg="modSp">
        <pc:chgData name="Erin Babcock" userId="S::ebabcock@affirma.com::4c171d38-3003-4d72-a69c-39ea43eee297" providerId="AD" clId="Web-{13CBB99F-F088-B000-B6F1-753EBC98986A}" dt="2021-03-31T23:01:45.836" v="0" actId="1076"/>
        <pc:sldMkLst>
          <pc:docMk/>
          <pc:sldMk cId="2582825011" sldId="300"/>
        </pc:sldMkLst>
        <pc:spChg chg="mod">
          <ac:chgData name="Erin Babcock" userId="S::ebabcock@affirma.com::4c171d38-3003-4d72-a69c-39ea43eee297" providerId="AD" clId="Web-{13CBB99F-F088-B000-B6F1-753EBC98986A}" dt="2021-03-31T23:01:45.836" v="0" actId="1076"/>
          <ac:spMkLst>
            <pc:docMk/>
            <pc:sldMk cId="2582825011" sldId="300"/>
            <ac:spMk id="30" creationId="{9665E9BF-B954-4AC7-821E-2E0CD116D9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OrbiMed</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990600" y="1342642"/>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130764" y="1531914"/>
            <a:ext cx="6139283" cy="1080937"/>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OrbiMed came to Affirma looking to implement System Center Configuration Manager (SCCM) 2012 to bring some new features and functionality to their environment. The client wanted to implement a variety of features such as software updates, distribution and metering, hardware and software inventory, remote control and OS deployment.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130765" y="1148169"/>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130764" y="3153141"/>
            <a:ext cx="6251851" cy="3620094"/>
          </a:xfrm>
          <a:prstGeom prst="rect">
            <a:avLst/>
          </a:prstGeom>
          <a:noFill/>
        </p:spPr>
        <p:txBody>
          <a:bodyPr wrap="square" lIns="91440" tIns="45720" rIns="91440" bIns="45720" rtlCol="0" anchor="t">
            <a:spAutoFit/>
          </a:bodyPr>
          <a:lstStyle/>
          <a:p>
            <a:pPr>
              <a:lnSpc>
                <a:spcPct val="150000"/>
              </a:lnSpc>
            </a:pPr>
            <a:r>
              <a:rPr lang="en-US" sz="1100" dirty="0" err="1">
                <a:latin typeface="Open Sans"/>
              </a:rPr>
              <a:t>Affirma</a:t>
            </a:r>
            <a:r>
              <a:rPr lang="en-US" sz="1100" b="0" i="0" kern="1200" dirty="0">
                <a:effectLst/>
                <a:latin typeface="Open Sans"/>
                <a:ea typeface="+mn-ea"/>
                <a:cs typeface="+mn-cs"/>
              </a:rPr>
              <a:t> used SCCM 2012 to set up primary site servers and four additional distribution points for </a:t>
            </a:r>
            <a:r>
              <a:rPr lang="en-US" sz="1100" b="0" i="0" kern="1200" dirty="0" err="1">
                <a:effectLst/>
                <a:latin typeface="Open Sans"/>
                <a:ea typeface="+mn-ea"/>
                <a:cs typeface="+mn-cs"/>
              </a:rPr>
              <a:t>OrbiMed’s</a:t>
            </a:r>
            <a:r>
              <a:rPr lang="en-US" sz="1100" b="0" i="0" kern="1200" dirty="0">
                <a:effectLst/>
                <a:latin typeface="Open Sans"/>
                <a:ea typeface="+mn-ea"/>
                <a:cs typeface="+mn-cs"/>
              </a:rPr>
              <a:t> remote offices</a:t>
            </a:r>
            <a:r>
              <a:rPr lang="en-US" sz="1100" dirty="0">
                <a:latin typeface="Open Sans"/>
              </a:rPr>
              <a:t>.</a:t>
            </a:r>
            <a:r>
              <a:rPr lang="en-US" sz="1100" b="0" i="0" kern="1200" dirty="0">
                <a:effectLst/>
                <a:latin typeface="Open Sans"/>
                <a:ea typeface="+mn-ea"/>
                <a:cs typeface="+mn-cs"/>
              </a:rPr>
              <a:t>
We set up patching within the system that was to be implemented by department on a monthly basis, as well as the collections for their department necessary for the patches</a:t>
            </a:r>
            <a:r>
              <a:rPr lang="en-US" sz="1100" dirty="0">
                <a:latin typeface="Open Sans"/>
              </a:rPr>
              <a:t>.</a:t>
            </a:r>
            <a:r>
              <a:rPr lang="en-US" sz="1100" b="0" i="0" kern="1200" dirty="0">
                <a:effectLst/>
                <a:latin typeface="Open Sans"/>
                <a:ea typeface="+mn-ea"/>
                <a:cs typeface="+mn-cs"/>
              </a:rPr>
              <a:t>
We set up the patches to run automatically every Tuesday afternoon and walked the client through the process for them to understand how it worked. The system would go to Microsoft and set up all of the patches into a group, which would then deploy to a set of test machines that filtered out any issues and then roll out the packages to each department</a:t>
            </a:r>
            <a:r>
              <a:rPr lang="en-US" sz="1100" dirty="0">
                <a:latin typeface="Open Sans"/>
              </a:rPr>
              <a:t>. Built</a:t>
            </a:r>
            <a:r>
              <a:rPr lang="en-US" sz="1100" b="0" i="0" kern="1200" dirty="0">
                <a:effectLst/>
                <a:latin typeface="Open Sans"/>
                <a:ea typeface="+mn-ea"/>
                <a:cs typeface="+mn-cs"/>
              </a:rPr>
              <a:t> a number of custom applications, such as the console for the configuration manager, which they could deploy to whomever needed it</a:t>
            </a:r>
            <a:r>
              <a:rPr lang="en-US" sz="1100" dirty="0">
                <a:latin typeface="Open Sans"/>
              </a:rPr>
              <a:t>. Deployed </a:t>
            </a:r>
            <a:r>
              <a:rPr lang="en-US" sz="1100" b="0" i="0" kern="1200" dirty="0">
                <a:effectLst/>
                <a:latin typeface="Open Sans"/>
                <a:ea typeface="+mn-ea"/>
                <a:cs typeface="+mn-cs"/>
              </a:rPr>
              <a:t> Windows 8 operating system, which we tested on virtual machines and deployed physically</a:t>
            </a:r>
            <a:r>
              <a:rPr lang="en-US" sz="1100" dirty="0">
                <a:latin typeface="Open Sans"/>
              </a:rPr>
              <a:t>. Provided</a:t>
            </a:r>
            <a:r>
              <a:rPr lang="en-US" sz="1100" b="0" i="0" kern="1200" dirty="0">
                <a:effectLst/>
                <a:latin typeface="Open Sans"/>
                <a:ea typeface="+mn-ea"/>
                <a:cs typeface="+mn-cs"/>
              </a:rPr>
              <a:t> the client with detailed documentation on how to do application and OS deployments</a:t>
            </a:r>
            <a:r>
              <a:rPr lang="en-US" sz="1100" dirty="0">
                <a:latin typeface="Open Sans"/>
              </a:rPr>
              <a:t>.</a:t>
            </a:r>
            <a:r>
              <a:rPr lang="en-US" sz="1100" b="0" i="0" kern="1200" dirty="0">
                <a:effectLst/>
                <a:latin typeface="Open Sans"/>
                <a:ea typeface="+mn-ea"/>
                <a:cs typeface="+mn-cs"/>
              </a:rPr>
              <a:t>
</a:t>
            </a: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79" y="2717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6385733" y="1689395"/>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The client was very satisfied with the virtual results and subsequent deployment  to a physical machine. We successfully deployed all of the back and current updates to their environment and were able to deploy complex applications, making sure all of the prerequisites were in place for an application launch.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128921" y="41891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BusinessUnit>
    <Solutions xmlns="f0ee8362-fa7e-4bc9-ab88-7dcfb17cb19b" xsi:nil="true"/>
    <Industries xmlns="f0ee8362-fa7e-4bc9-ab88-7dcfb17cb19b" xsi:nil="true"/>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18AA00-548A-4E54-BF5A-8D64956599C8}"/>
</file>

<file path=customXml/itemProps2.xml><?xml version="1.0" encoding="utf-8"?>
<ds:datastoreItem xmlns:ds="http://schemas.openxmlformats.org/officeDocument/2006/customXml" ds:itemID="{B1448762-8394-4882-A098-63AE534B6E72}">
  <ds:schemaRefs>
    <ds:schemaRef ds:uri="http://schemas.microsoft.com/office/2006/metadata/properties"/>
    <ds:schemaRef ds:uri="http://schemas.microsoft.com/office/infopath/2007/PartnerControls"/>
    <ds:schemaRef ds:uri="54243e05-8da7-404c-85e0-0480aaa26276"/>
    <ds:schemaRef ds:uri="f205c2cf-faee-43e7-95df-8aa62e5feae0"/>
  </ds:schemaRefs>
</ds:datastoreItem>
</file>

<file path=customXml/itemProps3.xml><?xml version="1.0" encoding="utf-8"?>
<ds:datastoreItem xmlns:ds="http://schemas.openxmlformats.org/officeDocument/2006/customXml" ds:itemID="{05ED495B-B2F7-45BF-9FE6-9F39A2894A64}">
  <ds:schemaRefs>
    <ds:schemaRef ds:uri="http://schemas.microsoft.com/office/2006/metadata/customXsn"/>
  </ds:schemaRefs>
</ds:datastoreItem>
</file>

<file path=customXml/itemProps4.xml><?xml version="1.0" encoding="utf-8"?>
<ds:datastoreItem xmlns:ds="http://schemas.openxmlformats.org/officeDocument/2006/customXml" ds:itemID="{CDC2F8E1-47EE-478F-A762-F405EFC579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OrbiMed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605</cp:revision>
  <dcterms:created xsi:type="dcterms:W3CDTF">2017-10-09T12:47:23Z</dcterms:created>
  <dcterms:modified xsi:type="dcterms:W3CDTF">2024-06-01T14:48:41Z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23100</vt:r8>
  </property>
  <property fmtid="{D5CDD505-2E9C-101B-9397-08002B2CF9AE}" pid="11" name="xd_Signature">
    <vt:bool>false</vt:bool>
  </property>
  <property fmtid="{D5CDD505-2E9C-101B-9397-08002B2CF9AE}" pid="12" name="SO">
    <vt:lpwstr>34;#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