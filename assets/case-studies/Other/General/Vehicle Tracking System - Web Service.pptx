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104" d="100"/>
          <a:sy n="104" d="100"/>
        </p:scale>
        <p:origin x="780" y="114"/>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openxmlformats.org/officeDocument/2006/relationships/customXml" Target="../customXml/item4.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ie Babadzhanov" userId="7c624464-8b98-4242-849e-c77afc3bf291" providerId="ADAL" clId="{9A6216EF-2FA9-4928-8AA5-69FE0472B4ED}"/>
    <pc:docChg chg="modSld">
      <pc:chgData name="Susie Babadzhanov" userId="7c624464-8b98-4242-849e-c77afc3bf291" providerId="ADAL" clId="{9A6216EF-2FA9-4928-8AA5-69FE0472B4ED}" dt="2020-10-19T19:27:11.517" v="1" actId="1076"/>
      <pc:docMkLst>
        <pc:docMk/>
      </pc:docMkLst>
      <pc:sldChg chg="modSp">
        <pc:chgData name="Susie Babadzhanov" userId="7c624464-8b98-4242-849e-c77afc3bf291" providerId="ADAL" clId="{9A6216EF-2FA9-4928-8AA5-69FE0472B4ED}" dt="2020-10-19T19:27:11.517" v="1" actId="1076"/>
        <pc:sldMkLst>
          <pc:docMk/>
          <pc:sldMk cId="2582825011" sldId="300"/>
        </pc:sldMkLst>
        <pc:spChg chg="mod">
          <ac:chgData name="Susie Babadzhanov" userId="7c624464-8b98-4242-849e-c77afc3bf291" providerId="ADAL" clId="{9A6216EF-2FA9-4928-8AA5-69FE0472B4ED}" dt="2020-10-19T19:27:11.517" v="1" actId="1076"/>
          <ac:spMkLst>
            <pc:docMk/>
            <pc:sldMk cId="2582825011" sldId="300"/>
            <ac:spMk id="31" creationId="{EC9A7433-5BCD-4EA6-924A-53FDBF0CAAA6}"/>
          </ac:spMkLst>
        </pc:spChg>
        <pc:spChg chg="mod">
          <ac:chgData name="Susie Babadzhanov" userId="7c624464-8b98-4242-849e-c77afc3bf291" providerId="ADAL" clId="{9A6216EF-2FA9-4928-8AA5-69FE0472B4ED}" dt="2020-10-19T19:27:11.517" v="1" actId="1076"/>
          <ac:spMkLst>
            <pc:docMk/>
            <pc:sldMk cId="2582825011" sldId="300"/>
            <ac:spMk id="32" creationId="{E1C0119A-9047-4290-917B-405E19FFDA31}"/>
          </ac:spMkLst>
        </pc:spChg>
        <pc:spChg chg="mod">
          <ac:chgData name="Susie Babadzhanov" userId="7c624464-8b98-4242-849e-c77afc3bf291" providerId="ADAL" clId="{9A6216EF-2FA9-4928-8AA5-69FE0472B4ED}" dt="2020-10-19T19:27:11.517" v="1" actId="1076"/>
          <ac:spMkLst>
            <pc:docMk/>
            <pc:sldMk cId="2582825011" sldId="300"/>
            <ac:spMk id="33" creationId="{A2CD0AFB-BBEB-434B-985F-3ACF7BE51454}"/>
          </ac:spMkLst>
        </pc:spChg>
        <pc:spChg chg="mod">
          <ac:chgData name="Susie Babadzhanov" userId="7c624464-8b98-4242-849e-c77afc3bf291" providerId="ADAL" clId="{9A6216EF-2FA9-4928-8AA5-69FE0472B4ED}" dt="2020-10-19T19:27:11.517" v="1" actId="1076"/>
          <ac:spMkLst>
            <pc:docMk/>
            <pc:sldMk cId="2582825011" sldId="300"/>
            <ac:spMk id="34" creationId="{EC17F625-2EC2-4F28-895B-03B104D7945A}"/>
          </ac:spMkLst>
        </pc:spChg>
        <pc:spChg chg="mod">
          <ac:chgData name="Susie Babadzhanov" userId="7c624464-8b98-4242-849e-c77afc3bf291" providerId="ADAL" clId="{9A6216EF-2FA9-4928-8AA5-69FE0472B4ED}" dt="2020-10-19T19:27:11.517" v="1" actId="1076"/>
          <ac:spMkLst>
            <pc:docMk/>
            <pc:sldMk cId="2582825011" sldId="300"/>
            <ac:spMk id="35" creationId="{127A5A2A-6A75-46BB-A872-3D435F9C8C26}"/>
          </ac:spMkLst>
        </pc:spChg>
        <pc:spChg chg="mod">
          <ac:chgData name="Susie Babadzhanov" userId="7c624464-8b98-4242-849e-c77afc3bf291" providerId="ADAL" clId="{9A6216EF-2FA9-4928-8AA5-69FE0472B4ED}" dt="2020-10-19T19:27:11.517" v="1" actId="1076"/>
          <ac:spMkLst>
            <pc:docMk/>
            <pc:sldMk cId="2582825011" sldId="300"/>
            <ac:spMk id="36" creationId="{4651924A-7907-4360-9ED8-B533D803C21B}"/>
          </ac:spMkLst>
        </pc:spChg>
        <pc:picChg chg="mod">
          <ac:chgData name="Susie Babadzhanov" userId="7c624464-8b98-4242-849e-c77afc3bf291" providerId="ADAL" clId="{9A6216EF-2FA9-4928-8AA5-69FE0472B4ED}" dt="2020-10-19T19:27:11.517" v="1" actId="1076"/>
          <ac:picMkLst>
            <pc:docMk/>
            <pc:sldMk cId="2582825011" sldId="300"/>
            <ac:picMk id="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10/19/2020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10/19/2020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Vehicle Tracking System</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73603" y="206587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The Navy and DARPA needed to track and monitor hundreds of vehicles in real-time, while representing their position and status indicators through visual interfaces. Affirma was engaged to help solve this problem by collecting and storing relevant data, ultimately showing personnel these vehicles’ locations on a real-time basis.</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73604" y="1638832"/>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73603" y="358319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Affirma developed a network-centric web service that was installed on Navy ships. Data from the vehicle’s control systems was collected on board the ship and synchronized with data from other ships in a central data repository. Data collected on board the ship was stored in a SQL Server database, transmitted to shore and synchronized with data from other ships remotely, in the cloud. Affirma created multiple visualization and 3D visual tools to allow for intuitive, user-friendly interpretation of data.</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73604" y="3156150"/>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89078"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Navy personnel can quickly and easily track the position and status of these vehicles in real-time. The Navy is extremely pleased with the system as it met and exceeded its core functionality.</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89078" y="5199336"/>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91"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xsi:nil="true"/>
    <Industries xmlns="f0ee8362-fa7e-4bc9-ab88-7dcfb17cb19b">
      <Value>Government</Value>
    </Industries>
    <Notes0 xmlns="f0ee8362-fa7e-4bc9-ab88-7dcfb17cb19b" xsi:nil="true"/>
    <Named_x0020_Account xmlns="f0ee8362-fa7e-4bc9-ab88-7dcfb17cb19b" xsi:nil="true"/>
    <PlatTech xmlns="f0ee8362-fa7e-4bc9-ab88-7dcfb17cb19b" xsi:nil="true"/>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072F9A81-9F69-4D72-AAD9-A185A4437512}">
  <ds:schemaRefs>
    <ds:schemaRef ds:uri="http://schemas.microsoft.com/office/2006/metadata/properties"/>
    <ds:schemaRef ds:uri="http://purl.org/dc/dcmitype/"/>
    <ds:schemaRef ds:uri="http://schemas.microsoft.com/office/2006/documentManagement/types"/>
    <ds:schemaRef ds:uri="357972b2-b7ed-48bc-bbb4-0804bacba9d2"/>
    <ds:schemaRef ds:uri="http://www.w3.org/XML/1998/namespace"/>
    <ds:schemaRef ds:uri="http://purl.org/dc/elements/1.1/"/>
    <ds:schemaRef ds:uri="http://purl.org/dc/terms/"/>
    <ds:schemaRef ds:uri="http://schemas.openxmlformats.org/package/2006/metadata/core-properties"/>
    <ds:schemaRef ds:uri="http://schemas.microsoft.com/office/infopath/2007/PartnerControls"/>
    <ds:schemaRef ds:uri="7b4220d0-7dfa-4105-8a9f-61778b1dcc88"/>
    <ds:schemaRef ds:uri="54243e05-8da7-404c-85e0-0480aaa26276"/>
  </ds:schemaRefs>
</ds:datastoreItem>
</file>

<file path=customXml/itemProps2.xml><?xml version="1.0" encoding="utf-8"?>
<ds:datastoreItem xmlns:ds="http://schemas.openxmlformats.org/officeDocument/2006/customXml" ds:itemID="{7A7E30BF-E685-4853-8271-F2C6810DD348}">
  <ds:schemaRefs>
    <ds:schemaRef ds:uri="http://schemas.microsoft.com/sharepoint/v3/contenttype/forms"/>
  </ds:schemaRefs>
</ds:datastoreItem>
</file>

<file path=customXml/itemProps3.xml><?xml version="1.0" encoding="utf-8"?>
<ds:datastoreItem xmlns:ds="http://schemas.openxmlformats.org/officeDocument/2006/customXml" ds:itemID="{F52889FE-0AAE-4681-A856-1A486796A016}"/>
</file>

<file path=customXml/itemProps4.xml><?xml version="1.0" encoding="utf-8"?>
<ds:datastoreItem xmlns:ds="http://schemas.openxmlformats.org/officeDocument/2006/customXml" ds:itemID="{B6ADD650-60BC-4C97-84B7-FF30F2B93423}"/>
</file>

<file path=docProps/app.xml><?xml version="1.0" encoding="utf-8"?>
<Properties xmlns="http://schemas.openxmlformats.org/officeDocument/2006/extended-properties" xmlns:vt="http://schemas.openxmlformats.org/officeDocument/2006/docPropsVTypes">
  <TotalTime>4900</TotalTime>
  <Words>182</Words>
  <Application>Microsoft Office PowerPoint</Application>
  <PresentationFormat>Widescreen</PresentationFormat>
  <Paragraphs>7</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Vehicle Tracking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Susie Babadzhanov</cp:lastModifiedBy>
  <cp:revision>571</cp:revision>
  <dcterms:created xsi:type="dcterms:W3CDTF">2017-10-09T12:47:23Z</dcterms:created>
  <dcterms:modified xsi:type="dcterms:W3CDTF">2020-10-19T19:27:18Z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47;#Government|f2106d7d-3f0c-4877-aa65-efbc73044de4</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25600</vt:r8>
  </property>
  <property fmtid="{D5CDD505-2E9C-101B-9397-08002B2CF9AE}" pid="11" name="xd_Signature">
    <vt:bool>false</vt:bool>
  </property>
  <property fmtid="{D5CDD505-2E9C-101B-9397-08002B2CF9AE}" pid="12" name="SO">
    <vt:lpwstr>1;#;#2;#;#7;#;#43;#;#44;#</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