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1" r:id="rId2"/>
    <p:sldMasterId id="2147483739" r:id="rId3"/>
  </p:sldMasterIdLst>
  <p:notesMasterIdLst>
    <p:notesMasterId r:id="rId5"/>
  </p:notesMasterIdLst>
  <p:sldIdLst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845AE-2A7C-14E8-B1BE-C9F095D61A88}" v="4" dt="2020-06-29T18:23:41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Relationship Id="rId14" Type="http://schemas.openxmlformats.org/officeDocument/2006/relationships/customXml" Target="../customXml/item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A9C2-C951-471C-B22A-587F4E630ACF}" type="datetimeFigureOut">
              <a:rPr lang="en-US"/>
              <a:t>6/29/2020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33A33-677F-41B6-BA68-31DB88E60FD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7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45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CA9C6B9-101A-4078-BFF5-F56952814220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56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78578D0-B866-4B94-8BFB-0A234E982D9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91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C28AE92-E7FB-45DC-A9F2-947463E77ED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259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D49941C-DB0A-4679-89B5-9C21D0DD35E3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991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8B99226-B444-44C2-887F-F0B1EA1A8CD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887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D0E02C-78BB-4309-ADFF-DF612ADAA57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7679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B405617-3D1C-4DDF-BD2C-09ADAA70053A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268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DDE210-ACBE-4586-9A46-AFFFDBFA714C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300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731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AB9380-E128-4FF7-894E-99C44FC5B490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246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D8F9B5-2365-4F3C-A11A-B43FB5EEA6E1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31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2E18B4-4BF6-4329-BD74-08CAE2A73352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2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26FB18B-FFF7-4131-8050-671229E2954B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800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7133851-711D-4229-8641-413BA8E8C246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88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buNone/>
              <a:defRPr sz="1200">
                <a:latin typeface="+mn-lt"/>
              </a:defRPr>
            </a:lvl2pPr>
            <a:lvl3pPr marL="896533" indent="0">
              <a:buNone/>
              <a:defRPr sz="1200">
                <a:latin typeface="+mn-lt"/>
              </a:defRPr>
            </a:lvl3pPr>
            <a:lvl4pPr marL="1344800" indent="0">
              <a:buNone/>
              <a:defRPr sz="1200">
                <a:latin typeface="+mn-lt"/>
              </a:defRPr>
            </a:lvl4pPr>
            <a:lvl5pPr marL="1793067" indent="0">
              <a:buNone/>
              <a:defRPr sz="12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8281676-E9EE-42A9-99CC-DA71CA2F5009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2501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3EE9C0-65CA-4A04-9E5A-79811F831958}" type="datetime1">
              <a:rPr lang="en-US" smtClean="0"/>
              <a:t>6/29/2020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2549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20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1EAE8A9-656F-4C7D-BA8F-43CC0D76F5D0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7610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80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48267" indent="0">
              <a:buNone/>
              <a:defRPr sz="2000" b="1"/>
            </a:lvl2pPr>
            <a:lvl3pPr marL="896533" indent="0">
              <a:buNone/>
              <a:defRPr sz="1800" b="1"/>
            </a:lvl3pPr>
            <a:lvl4pPr marL="1344800" indent="0">
              <a:buNone/>
              <a:defRPr sz="1600" b="1"/>
            </a:lvl4pPr>
            <a:lvl5pPr marL="1793067" indent="0">
              <a:buNone/>
              <a:defRPr sz="1600" b="1"/>
            </a:lvl5pPr>
            <a:lvl6pPr marL="2241334" indent="0">
              <a:buNone/>
              <a:defRPr sz="1600" b="1"/>
            </a:lvl6pPr>
            <a:lvl7pPr marL="2689600" indent="0">
              <a:buNone/>
              <a:defRPr sz="1600" b="1"/>
            </a:lvl7pPr>
            <a:lvl8pPr marL="3137867" indent="0">
              <a:buNone/>
              <a:defRPr sz="1600" b="1"/>
            </a:lvl8pPr>
            <a:lvl9pPr marL="358613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96303C8-1B53-4BB7-AE15-C2F5A62A1031}" type="datetime1">
              <a:rPr lang="en-US" smtClean="0"/>
              <a:t>6/29/2020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34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FB0E003-3AC9-4D5D-8A0D-FAFDF1FBAADA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593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0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800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2000"/>
            </a:lvl2pPr>
            <a:lvl3pPr marL="896533" indent="0" algn="ctr">
              <a:buNone/>
              <a:defRPr sz="1800"/>
            </a:lvl3pPr>
            <a:lvl4pPr marL="1344800" indent="0" algn="ctr">
              <a:buNone/>
              <a:defRPr sz="1600"/>
            </a:lvl4pPr>
            <a:lvl5pPr marL="1793067" indent="0" algn="ctr">
              <a:buNone/>
              <a:defRPr sz="1600"/>
            </a:lvl5pPr>
            <a:lvl6pPr marL="2241334" indent="0" algn="ctr">
              <a:buNone/>
              <a:defRPr sz="1600"/>
            </a:lvl6pPr>
            <a:lvl7pPr marL="2689600" indent="0" algn="ctr">
              <a:buNone/>
              <a:defRPr sz="1600"/>
            </a:lvl7pPr>
            <a:lvl8pPr marL="3137867" indent="0" algn="ctr">
              <a:buNone/>
              <a:defRPr sz="1600"/>
            </a:lvl8pPr>
            <a:lvl9pPr marL="358613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3D4FD17-ECA1-4D84-8789-494BC2CCB6C5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043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BD1D9C14-1010-44FD-B063-1CAF15EDFC85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55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312FED8-773B-426C-92F7-2E468E93F40F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738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2E38854-7013-407A-A8DA-C9ED79149C31}" type="datetime1">
              <a:rPr lang="en-US" smtClean="0"/>
              <a:t>6/29/2020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7465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00">
                <a:latin typeface="Segoe UI" panose="020B0502040204020203" pitchFamily="34" charset="0"/>
              </a:defRPr>
            </a:lvl1pPr>
            <a:lvl2pPr marL="448267" indent="0">
              <a:buNone/>
              <a:defRPr sz="2700"/>
            </a:lvl2pPr>
            <a:lvl3pPr marL="896533" indent="0">
              <a:buNone/>
              <a:defRPr sz="2400"/>
            </a:lvl3pPr>
            <a:lvl4pPr marL="1344800" indent="0">
              <a:buNone/>
              <a:defRPr sz="2000"/>
            </a:lvl4pPr>
            <a:lvl5pPr marL="1793067" indent="0">
              <a:buNone/>
              <a:defRPr sz="2000"/>
            </a:lvl5pPr>
            <a:lvl6pPr marL="2241334" indent="0">
              <a:buNone/>
              <a:defRPr sz="2000"/>
            </a:lvl6pPr>
            <a:lvl7pPr marL="2689600" indent="0">
              <a:buNone/>
              <a:defRPr sz="2000"/>
            </a:lvl7pPr>
            <a:lvl8pPr marL="3137867" indent="0">
              <a:buNone/>
              <a:defRPr sz="2000"/>
            </a:lvl8pPr>
            <a:lvl9pPr marL="358613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600">
                <a:latin typeface="Segoe UI" panose="020B0502040204020203" pitchFamily="34" charset="0"/>
              </a:defRPr>
            </a:lvl1pPr>
            <a:lvl2pPr marL="448267" indent="0">
              <a:buNone/>
              <a:defRPr sz="1400"/>
            </a:lvl2pPr>
            <a:lvl3pPr marL="896533" indent="0">
              <a:buNone/>
              <a:defRPr sz="1200"/>
            </a:lvl3pPr>
            <a:lvl4pPr marL="1344800" indent="0">
              <a:buNone/>
              <a:defRPr sz="1000"/>
            </a:lvl4pPr>
            <a:lvl5pPr marL="1793067" indent="0">
              <a:buNone/>
              <a:defRPr sz="1000"/>
            </a:lvl5pPr>
            <a:lvl6pPr marL="2241334" indent="0">
              <a:buNone/>
              <a:defRPr sz="1000"/>
            </a:lvl6pPr>
            <a:lvl7pPr marL="2689600" indent="0">
              <a:buNone/>
              <a:defRPr sz="1000"/>
            </a:lvl7pPr>
            <a:lvl8pPr marL="3137867" indent="0">
              <a:buNone/>
              <a:defRPr sz="1000"/>
            </a:lvl8pPr>
            <a:lvl9pPr marL="358613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C85A73A-561D-4E70-B956-9C0F5F1CD3C1}" type="datetime1">
              <a:rPr lang="en-US" smtClean="0"/>
              <a:t>6/29/2020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290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0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80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6/29/2020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33" r:id="rId2"/>
    <p:sldLayoutId id="2147483731" r:id="rId3"/>
    <p:sldLayoutId id="2147483732" r:id="rId4"/>
    <p:sldLayoutId id="2147483734" r:id="rId5"/>
    <p:sldLayoutId id="2147483730" r:id="rId6"/>
    <p:sldLayoutId id="2147483714" r:id="rId7"/>
    <p:sldLayoutId id="2147483715" r:id="rId8"/>
    <p:sldLayoutId id="2147483716" r:id="rId9"/>
    <p:sldLayoutId id="2147483738" r:id="rId10"/>
    <p:sldLayoutId id="2147483718" r:id="rId11"/>
    <p:sldLayoutId id="2147483735" r:id="rId12"/>
    <p:sldLayoutId id="2147483736" r:id="rId13"/>
    <p:sldLayoutId id="2147483737" r:id="rId14"/>
    <p:sldLayoutId id="2147483717" r:id="rId15"/>
    <p:sldLayoutId id="2147483719" r:id="rId16"/>
    <p:sldLayoutId id="2147483720" r:id="rId17"/>
    <p:sldLayoutId id="2147483721" r:id="rId18"/>
    <p:sldLayoutId id="2147483713" r:id="rId19"/>
    <p:sldLayoutId id="2147483722" r:id="rId20"/>
    <p:sldLayoutId id="2147483723" r:id="rId21"/>
    <p:sldLayoutId id="2147483724" r:id="rId22"/>
    <p:sldLayoutId id="2147483726" r:id="rId23"/>
    <p:sldLayoutId id="2147483729" r:id="rId24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8E4EE9DD-6364-4ECD-B2E9-BA18F6E3C8DE}" type="datetime1">
              <a:rPr lang="en-US" smtClean="0"/>
              <a:t>6/29/2020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8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</p:sldLayoutIdLst>
  <p:hf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Electronics accessory company – Skype for Business to Microsoft Teams Migration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68D18-CDCA-48EC-AA46-A7B8C03A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003" y="1458028"/>
            <a:ext cx="5013468" cy="3324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1AAD6-6004-49ED-865B-4315B2EA0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81AC0-92C2-A74D-A603-FAE699ACCD77}"/>
              </a:ext>
            </a:extLst>
          </p:cNvPr>
          <p:cNvSpPr/>
          <p:nvPr/>
        </p:nvSpPr>
        <p:spPr>
          <a:xfrm>
            <a:off x="381000" y="1458029"/>
            <a:ext cx="4014226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US" sz="2000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 Need</a:t>
            </a:r>
          </a:p>
          <a:p>
            <a:pPr defTabSz="976806">
              <a:defRPr/>
            </a:pPr>
            <a:r>
              <a:rPr lang="en-US" sz="150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Affirma</a:t>
            </a:r>
            <a:r>
              <a:rPr lang="en-US" sz="15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worked with this Client to migrate a thousand users from Skype for Business to Microsoft Teams and provided guidance on governance and change management.  </a:t>
            </a:r>
          </a:p>
          <a:p>
            <a:pPr lvl="0"/>
            <a:endParaRPr lang="en-US" sz="2000" b="1">
              <a:solidFill>
                <a:srgbClr val="0096A9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000" b="1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What We Did</a:t>
            </a:r>
            <a:endParaRPr lang="en-US" sz="13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/>
              <a:t>Governance discovery and planning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/>
              <a:t>Short timeline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/>
              <a:t>User adoption focused</a:t>
            </a:r>
          </a:p>
          <a:p>
            <a:pPr lvl="0"/>
            <a:endParaRPr lang="en-US" sz="13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endParaRPr lang="en-US" sz="13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000" b="1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Result: 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/>
              <a:t>Successfully transitioned the organization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r>
              <a:rPr lang="en-US" sz="1500" i="1">
                <a:solidFill>
                  <a:prstClr val="black"/>
                </a:solidFill>
                <a:cs typeface="Segoe UI"/>
              </a:rPr>
              <a:t>“</a:t>
            </a:r>
            <a:r>
              <a:rPr lang="en-US" sz="1300" i="1">
                <a:solidFill>
                  <a:prstClr val="black"/>
                </a:solidFill>
                <a:cs typeface="Segoe UI"/>
              </a:rPr>
              <a:t>I thought talking about Governance would be boring, but it’s actually pretty fun!  Thanks for your efforts and perspective!” – Sr. IT Project Manager.</a:t>
            </a:r>
          </a:p>
          <a:p>
            <a:pPr marL="238115" indent="-238115">
              <a:buFont typeface="Arial" panose="020B0604020202020204" pitchFamily="34" charset="0"/>
              <a:buChar char="•"/>
            </a:pPr>
            <a:endParaRPr lang="en-US" sz="1500"/>
          </a:p>
          <a:p>
            <a:pPr marL="238115" indent="-238115">
              <a:buFont typeface="Arial" panose="020B0604020202020204" pitchFamily="34" charset="0"/>
              <a:buChar char="•"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05133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3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  <Value>Infrastructure</Value>
    </BusinessUnit>
    <Solutions xmlns="f0ee8362-fa7e-4bc9-ab88-7dcfb17cb19b">
      <Value>Migrations</Value>
      <Value>Intranet / Extranet</Value>
    </Solutions>
    <Industries xmlns="f0ee8362-fa7e-4bc9-ab88-7dcfb17cb19b">
      <Value>Energy</Value>
    </Industries>
    <Notes0 xmlns="f0ee8362-fa7e-4bc9-ab88-7dcfb17cb19b" xsi:nil="true"/>
    <Named_x0020_Account xmlns="f0ee8362-fa7e-4bc9-ab88-7dcfb17cb19b" xsi:nil="true"/>
    <PlatTech xmlns="f0ee8362-fa7e-4bc9-ab88-7dcfb17cb19b">
      <Value>Teams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727E577-6AF3-4D69-8B4E-CC6EA9A0D20B}"/>
</file>

<file path=customXml/itemProps2.xml><?xml version="1.0" encoding="utf-8"?>
<ds:datastoreItem xmlns:ds="http://schemas.openxmlformats.org/officeDocument/2006/customXml" ds:itemID="{4BD336C9-1300-476F-9838-F2059B2BD13C}"/>
</file>

<file path=customXml/itemProps3.xml><?xml version="1.0" encoding="utf-8"?>
<ds:datastoreItem xmlns:ds="http://schemas.openxmlformats.org/officeDocument/2006/customXml" ds:itemID="{A2C8715A-8B6F-40D6-965C-310295239F85}"/>
</file>

<file path=customXml/itemProps4.xml><?xml version="1.0" encoding="utf-8"?>
<ds:datastoreItem xmlns:ds="http://schemas.openxmlformats.org/officeDocument/2006/customXml" ds:itemID="{40261421-8819-44A5-B254-93B44B329E4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office theme</vt:lpstr>
      <vt:lpstr>Custom Design</vt:lpstr>
      <vt:lpstr>Custom Design</vt:lpstr>
      <vt:lpstr>Consumer Electronics accessory company – Skype for Business to Microsoft Teams Migration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6</cp:revision>
  <dcterms:created xsi:type="dcterms:W3CDTF">2020-06-29T18:17:02Z</dcterms:created>
  <dcterms:modified xsi:type="dcterms:W3CDTF">2020-06-29T18:23:50Z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63;#Consumer Goods|4d538a30-6b9b-4d7a-9ad2-87117c1edff2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59600</vt:r8>
  </property>
  <property fmtid="{D5CDD505-2E9C-101B-9397-08002B2CF9AE}" pid="17" name="SO">
    <vt:lpwstr>42;#</vt:lpwstr>
  </property>
  <property fmtid="{D5CDD505-2E9C-101B-9397-08002B2CF9AE}" pid="18" name="TriggerFlowInfo">
    <vt:lpwstr/>
  </property>
</Properties>
</file>