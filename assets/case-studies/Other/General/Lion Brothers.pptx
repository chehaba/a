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20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419D39-672E-4AF9-81A5-6DF90454CFCF}" v="2" dt="2020-10-15T20:38:45.196"/>
    <p1510:client id="{A7621EDF-2824-0DF0-9DE6-7387A8CF18EF}" v="7" dt="2020-10-15T20:30:09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tlin Andrade" userId="d699e9b3-1d8d-4c82-8778-0e73bb2e5775" providerId="ADAL" clId="{3F419D39-672E-4AF9-81A5-6DF90454CFCF}"/>
    <pc:docChg chg="custSel modSld">
      <pc:chgData name="Kaitlin Andrade" userId="d699e9b3-1d8d-4c82-8778-0e73bb2e5775" providerId="ADAL" clId="{3F419D39-672E-4AF9-81A5-6DF90454CFCF}" dt="2020-10-15T20:39:17.342" v="13" actId="1076"/>
      <pc:docMkLst>
        <pc:docMk/>
      </pc:docMkLst>
      <pc:sldChg chg="addSp delSp modSp">
        <pc:chgData name="Kaitlin Andrade" userId="d699e9b3-1d8d-4c82-8778-0e73bb2e5775" providerId="ADAL" clId="{3F419D39-672E-4AF9-81A5-6DF90454CFCF}" dt="2020-10-15T20:39:17.342" v="13" actId="1076"/>
        <pc:sldMkLst>
          <pc:docMk/>
          <pc:sldMk cId="599590344" sldId="1209"/>
        </pc:sldMkLst>
        <pc:spChg chg="del">
          <ac:chgData name="Kaitlin Andrade" userId="d699e9b3-1d8d-4c82-8778-0e73bb2e5775" providerId="ADAL" clId="{3F419D39-672E-4AF9-81A5-6DF90454CFCF}" dt="2020-10-15T20:38:14.082" v="0" actId="478"/>
          <ac:spMkLst>
            <pc:docMk/>
            <pc:sldMk cId="599590344" sldId="1209"/>
            <ac:spMk id="7" creationId="{52E99014-9087-4C1D-BD46-0E0DC315FD95}"/>
          </ac:spMkLst>
        </pc:spChg>
        <pc:picChg chg="add mod">
          <ac:chgData name="Kaitlin Andrade" userId="d699e9b3-1d8d-4c82-8778-0e73bb2e5775" providerId="ADAL" clId="{3F419D39-672E-4AF9-81A5-6DF90454CFCF}" dt="2020-10-15T20:39:17.342" v="13" actId="1076"/>
          <ac:picMkLst>
            <pc:docMk/>
            <pc:sldMk cId="599590344" sldId="1209"/>
            <ac:picMk id="6" creationId="{73928E60-FD98-442E-A62C-C0A32F9BDF2B}"/>
          </ac:picMkLst>
        </pc:picChg>
        <pc:picChg chg="mod">
          <ac:chgData name="Kaitlin Andrade" userId="d699e9b3-1d8d-4c82-8778-0e73bb2e5775" providerId="ADAL" clId="{3F419D39-672E-4AF9-81A5-6DF90454CFCF}" dt="2020-10-15T20:39:15.183" v="12" actId="1076"/>
          <ac:picMkLst>
            <pc:docMk/>
            <pc:sldMk cId="599590344" sldId="1209"/>
            <ac:picMk id="9" creationId="{FF5462B4-8C22-410E-BD2C-3E5801271E7D}"/>
          </ac:picMkLst>
        </pc:picChg>
      </pc:sldChg>
    </pc:docChg>
  </pc:docChgLst>
  <pc:docChgLst>
    <pc:chgData name="Maria Mejia-Henao" userId="S::mmejia@affirma.com::ca744fd5-30b3-4c0a-ba75-135f74f80f76" providerId="AD" clId="Web-{A0C530DF-BCA6-DC39-C259-894897168322}"/>
    <pc:docChg chg="modSld">
      <pc:chgData name="Maria Mejia-Henao" userId="S::mmejia@affirma.com::ca744fd5-30b3-4c0a-ba75-135f74f80f76" providerId="AD" clId="Web-{A0C530DF-BCA6-DC39-C259-894897168322}" dt="2020-06-12T18:54:25.939" v="50" actId="1076"/>
      <pc:docMkLst>
        <pc:docMk/>
      </pc:docMkLst>
      <pc:sldChg chg="addSp delSp modSp">
        <pc:chgData name="Maria Mejia-Henao" userId="S::mmejia@affirma.com::ca744fd5-30b3-4c0a-ba75-135f74f80f76" providerId="AD" clId="Web-{A0C530DF-BCA6-DC39-C259-894897168322}" dt="2020-06-12T18:54:25.939" v="50" actId="1076"/>
        <pc:sldMkLst>
          <pc:docMk/>
          <pc:sldMk cId="599590344" sldId="1209"/>
        </pc:sldMkLst>
        <pc:spChg chg="mod">
          <ac:chgData name="Maria Mejia-Henao" userId="S::mmejia@affirma.com::ca744fd5-30b3-4c0a-ba75-135f74f80f76" providerId="AD" clId="Web-{A0C530DF-BCA6-DC39-C259-894897168322}" dt="2020-06-12T18:54:08.001" v="45" actId="20577"/>
          <ac:spMkLst>
            <pc:docMk/>
            <pc:sldMk cId="599590344" sldId="1209"/>
            <ac:spMk id="4" creationId="{A57792E2-B694-4B97-AABD-4E7DA2DAFA6F}"/>
          </ac:spMkLst>
        </pc:spChg>
        <pc:spChg chg="add mod">
          <ac:chgData name="Maria Mejia-Henao" userId="S::mmejia@affirma.com::ca744fd5-30b3-4c0a-ba75-135f74f80f76" providerId="AD" clId="Web-{A0C530DF-BCA6-DC39-C259-894897168322}" dt="2020-06-12T18:54:25.939" v="50" actId="1076"/>
          <ac:spMkLst>
            <pc:docMk/>
            <pc:sldMk cId="599590344" sldId="1209"/>
            <ac:spMk id="7" creationId="{52E99014-9087-4C1D-BD46-0E0DC315FD95}"/>
          </ac:spMkLst>
        </pc:spChg>
        <pc:spChg chg="mod">
          <ac:chgData name="Maria Mejia-Henao" userId="S::mmejia@affirma.com::ca744fd5-30b3-4c0a-ba75-135f74f80f76" providerId="AD" clId="Web-{A0C530DF-BCA6-DC39-C259-894897168322}" dt="2020-06-12T18:54:02.641" v="42" actId="14100"/>
          <ac:spMkLst>
            <pc:docMk/>
            <pc:sldMk cId="599590344" sldId="1209"/>
            <ac:spMk id="8" creationId="{FBE508DA-8460-4788-8000-47A2BE6DA870}"/>
          </ac:spMkLst>
        </pc:spChg>
        <pc:spChg chg="del">
          <ac:chgData name="Maria Mejia-Henao" userId="S::mmejia@affirma.com::ca744fd5-30b3-4c0a-ba75-135f74f80f76" providerId="AD" clId="Web-{A0C530DF-BCA6-DC39-C259-894897168322}" dt="2020-06-12T18:52:34.855" v="10"/>
          <ac:spMkLst>
            <pc:docMk/>
            <pc:sldMk cId="599590344" sldId="1209"/>
            <ac:spMk id="10" creationId="{7D2F2B66-DDE5-4864-A22D-CB25B97C1045}"/>
          </ac:spMkLst>
        </pc:spChg>
        <pc:picChg chg="add del mod">
          <ac:chgData name="Maria Mejia-Henao" userId="S::mmejia@affirma.com::ca744fd5-30b3-4c0a-ba75-135f74f80f76" providerId="AD" clId="Web-{A0C530DF-BCA6-DC39-C259-894897168322}" dt="2020-06-12T18:52:55.544" v="18"/>
          <ac:picMkLst>
            <pc:docMk/>
            <pc:sldMk cId="599590344" sldId="1209"/>
            <ac:picMk id="5" creationId="{A69A4082-C2F3-48A3-B194-5B9CA18E9FD9}"/>
          </ac:picMkLst>
        </pc:picChg>
        <pc:picChg chg="add del mod">
          <ac:chgData name="Maria Mejia-Henao" userId="S::mmejia@affirma.com::ca744fd5-30b3-4c0a-ba75-135f74f80f76" providerId="AD" clId="Web-{A0C530DF-BCA6-DC39-C259-894897168322}" dt="2020-06-12T18:53:08.919" v="22"/>
          <ac:picMkLst>
            <pc:docMk/>
            <pc:sldMk cId="599590344" sldId="1209"/>
            <ac:picMk id="6" creationId="{E6AF1D6A-698D-4BAB-A427-31745510CB41}"/>
          </ac:picMkLst>
        </pc:picChg>
        <pc:picChg chg="add mod">
          <ac:chgData name="Maria Mejia-Henao" userId="S::mmejia@affirma.com::ca744fd5-30b3-4c0a-ba75-135f74f80f76" providerId="AD" clId="Web-{A0C530DF-BCA6-DC39-C259-894897168322}" dt="2020-06-12T18:54:13.657" v="47" actId="1076"/>
          <ac:picMkLst>
            <pc:docMk/>
            <pc:sldMk cId="599590344" sldId="1209"/>
            <ac:picMk id="9" creationId="{FF5462B4-8C22-410E-BD2C-3E5801271E7D}"/>
          </ac:picMkLst>
        </pc:picChg>
        <pc:picChg chg="del">
          <ac:chgData name="Maria Mejia-Henao" userId="S::mmejia@affirma.com::ca744fd5-30b3-4c0a-ba75-135f74f80f76" providerId="AD" clId="Web-{A0C530DF-BCA6-DC39-C259-894897168322}" dt="2020-06-12T18:52:57.450" v="19"/>
          <ac:picMkLst>
            <pc:docMk/>
            <pc:sldMk cId="599590344" sldId="1209"/>
            <ac:picMk id="1026" creationId="{D33AA00B-3E90-47EE-966D-68645FE47849}"/>
          </ac:picMkLst>
        </pc:picChg>
      </pc:sldChg>
    </pc:docChg>
  </pc:docChgLst>
  <pc:docChgLst>
    <pc:chgData name="Kaitlin Andrade" userId="S::kandrade@affirma.com::d699e9b3-1d8d-4c82-8778-0e73bb2e5775" providerId="AD" clId="Web-{A7621EDF-2824-0DF0-9DE6-7387A8CF18EF}"/>
    <pc:docChg chg="modSld">
      <pc:chgData name="Kaitlin Andrade" userId="S::kandrade@affirma.com::d699e9b3-1d8d-4c82-8778-0e73bb2e5775" providerId="AD" clId="Web-{A7621EDF-2824-0DF0-9DE6-7387A8CF18EF}" dt="2020-10-15T20:30:09.277" v="4" actId="20577"/>
      <pc:docMkLst>
        <pc:docMk/>
      </pc:docMkLst>
      <pc:sldChg chg="modSp">
        <pc:chgData name="Kaitlin Andrade" userId="S::kandrade@affirma.com::d699e9b3-1d8d-4c82-8778-0e73bb2e5775" providerId="AD" clId="Web-{A7621EDF-2824-0DF0-9DE6-7387A8CF18EF}" dt="2020-10-15T20:30:09.121" v="2" actId="20577"/>
        <pc:sldMkLst>
          <pc:docMk/>
          <pc:sldMk cId="599590344" sldId="1209"/>
        </pc:sldMkLst>
        <pc:spChg chg="mod">
          <ac:chgData name="Kaitlin Andrade" userId="S::kandrade@affirma.com::d699e9b3-1d8d-4c82-8778-0e73bb2e5775" providerId="AD" clId="Web-{A7621EDF-2824-0DF0-9DE6-7387A8CF18EF}" dt="2020-10-15T20:30:09.121" v="2" actId="20577"/>
          <ac:spMkLst>
            <pc:docMk/>
            <pc:sldMk cId="599590344" sldId="1209"/>
            <ac:spMk id="7" creationId="{52E99014-9087-4C1D-BD46-0E0DC315FD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BC020-CD71-44D5-9FC6-177B522CF8F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D92D0-4580-4713-B275-A07839AFE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58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1478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2CDDA5C-55C8-4D45-BA7B-8EC3BA02DE44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3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75C6B88-A76C-4889-BF32-C397DEC89CD8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87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9DFD477-5ED2-424E-B23A-6CE516988FDA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8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36765BA-5EEE-4361-A269-95E88D21EAA2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0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1BE38D2-C079-4C4C-86F1-EDE07343C940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9AF8638-C3B2-4781-A3F7-DF608EEC01A1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81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91DE784-52CA-4356-BDCF-7FE79A40F70E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929" y="2532447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0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76941" y="6370233"/>
            <a:ext cx="2743459" cy="3048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87AEA4A-24CD-4A6E-9903-19997165FD46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060" y="6370233"/>
            <a:ext cx="4115189" cy="364224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2170" y="6318284"/>
            <a:ext cx="533400" cy="3048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897EB87-734F-469E-A020-39E6DC55C016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0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A4739A1-4CCB-4E2C-BAC5-1582F24B8EE6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59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BEC1948-D19D-4CFF-90BC-F5DC93424E14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56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5804D72-F1D4-44A0-836E-A88BD2AB6318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321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D68FEA6-17B0-4735-AB1C-73392884B40B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79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80C0C25-D4EB-4BAF-ABAF-2DB37A054257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0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2030378-21BB-49E1-B597-0D6079D8D5CE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045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31A8F5-E832-4300-956A-A73793D453B8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58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257A78-C422-46F5-B634-9AE7CBDA9615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10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555A65-F274-46FB-9AFB-E24BB48FE3F0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36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CD56034-0AE6-4765-9D63-0B61252F191D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4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E276400-0BC4-4243-B2D4-AB8C341ED7EF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26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4C698F-B703-40CB-8933-44A332E41A5C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713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C9B8D21-4093-47E4-AD96-3D9399FA1FED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090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F4FAC12-D9E1-4102-BFDA-DBB317BB9F37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641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8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C1927026-2C1D-4D01-8AEA-8370C7D4C7D3}" type="datetime1">
              <a:rPr lang="en-US" smtClean="0"/>
              <a:t>10/15/2020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02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Lion Brothers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508DA-8460-4788-8000-47A2BE6DA870}"/>
              </a:ext>
            </a:extLst>
          </p:cNvPr>
          <p:cNvSpPr/>
          <p:nvPr/>
        </p:nvSpPr>
        <p:spPr>
          <a:xfrm>
            <a:off x="215847" y="1148526"/>
            <a:ext cx="6273529" cy="192360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defTabSz="976845"/>
            <a:r>
              <a:rPr lang="en-US" sz="2600" b="1" dirty="0">
                <a:solidFill>
                  <a:srgbClr val="0096A9"/>
                </a:solidFill>
                <a:latin typeface="Segoe UI"/>
                <a:ea typeface="Calibri" panose="020F0502020204030204" pitchFamily="34" charset="0"/>
                <a:cs typeface="Segoe UI"/>
              </a:rPr>
              <a:t>Business Need</a:t>
            </a:r>
            <a:endParaRPr lang="en-US" sz="2600">
              <a:latin typeface="Segoe UI"/>
              <a:cs typeface="Segoe UI"/>
            </a:endParaRPr>
          </a:p>
          <a:p>
            <a:pPr defTabSz="976845"/>
            <a:r>
              <a:rPr lang="en-US" sz="1550" dirty="0">
                <a:ea typeface="+mn-lt"/>
                <a:cs typeface="+mn-lt"/>
              </a:rPr>
              <a:t>Lion Brothers came to </a:t>
            </a:r>
            <a:r>
              <a:rPr lang="en-US" sz="1550" dirty="0" err="1">
                <a:ea typeface="+mn-lt"/>
                <a:cs typeface="+mn-lt"/>
              </a:rPr>
              <a:t>Affirma</a:t>
            </a:r>
            <a:r>
              <a:rPr lang="en-US" sz="1550" dirty="0">
                <a:ea typeface="+mn-lt"/>
                <a:cs typeface="+mn-lt"/>
              </a:rPr>
              <a:t> after having serious trouble working with NetSuite Professional Services as Lion Brothers did not have the bandwidth to internally manage the implementation. Additional </a:t>
            </a:r>
            <a:r>
              <a:rPr lang="en-US" sz="1550" dirty="0" err="1">
                <a:ea typeface="+mn-lt"/>
                <a:cs typeface="+mn-lt"/>
              </a:rPr>
              <a:t>Affirma</a:t>
            </a:r>
            <a:r>
              <a:rPr lang="en-US" sz="1550" dirty="0">
                <a:ea typeface="+mn-lt"/>
                <a:cs typeface="+mn-lt"/>
              </a:rPr>
              <a:t> NetSuite consultants were brought on to the project when needed. </a:t>
            </a:r>
            <a:r>
              <a:rPr lang="en-US" sz="1550" dirty="0" err="1">
                <a:ea typeface="+mn-lt"/>
                <a:cs typeface="+mn-lt"/>
              </a:rPr>
              <a:t>Affirma</a:t>
            </a:r>
            <a:r>
              <a:rPr lang="en-US" sz="1550" dirty="0">
                <a:ea typeface="+mn-lt"/>
                <a:cs typeface="+mn-lt"/>
              </a:rPr>
              <a:t> continues to support Lion Brothers for their post Go-Live NetSuite needs.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792E2-B694-4B97-AABD-4E7DA2DAFA6F}"/>
              </a:ext>
            </a:extLst>
          </p:cNvPr>
          <p:cNvSpPr/>
          <p:nvPr/>
        </p:nvSpPr>
        <p:spPr>
          <a:xfrm>
            <a:off x="142779" y="3296281"/>
            <a:ext cx="8760733" cy="311623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defTabSz="976845"/>
            <a:r>
              <a:rPr lang="en-US" sz="2600" b="1" dirty="0">
                <a:solidFill>
                  <a:srgbClr val="0096A9"/>
                </a:solidFill>
                <a:latin typeface="Segoe UI"/>
                <a:ea typeface="Calibri" panose="020F0502020204030204" pitchFamily="34" charset="0"/>
                <a:cs typeface="Segoe UI"/>
              </a:rPr>
              <a:t>What We Did</a:t>
            </a:r>
            <a:endParaRPr lang="en-US" sz="2600" dirty="0">
              <a:solidFill>
                <a:prstClr val="black"/>
              </a:solidFill>
              <a:latin typeface="Segoe UI"/>
              <a:cs typeface="Segoe UI"/>
            </a:endParaRPr>
          </a:p>
          <a:p>
            <a:pPr defTabSz="976845"/>
            <a:r>
              <a:rPr lang="en-US" sz="1550" dirty="0">
                <a:ea typeface="+mn-lt"/>
                <a:cs typeface="+mn-lt"/>
              </a:rPr>
              <a:t>•  Project Management for full NetSuite Implementation with NetSuite 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    Professional Services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•  Custom workflows for approval and automation of custom fields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•  Creation and testing of various customizations to enhance order 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    processing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•  Training on standard and custom processes within NetSuite 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    (including intercompany management)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•  Custom reporting for sales and finance (including some dashboard 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    customization)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•  Loading of historical trial balances</a:t>
            </a:r>
          </a:p>
          <a:p>
            <a:pPr defTabSz="976845"/>
            <a:r>
              <a:rPr lang="en-US" sz="1550" dirty="0">
                <a:ea typeface="+mn-lt"/>
                <a:cs typeface="+mn-lt"/>
              </a:rPr>
              <a:t>•  Optimization support after Go Live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9319CB-F18E-4418-B505-2AB461F0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6845"/>
            <a:fld id="{49A40DB5-B054-4B52-B27D-446721D6CC27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976845"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10" descr="A picture containing person, baseball, player, bat&#10;&#10;Description generated with very high confidence">
            <a:extLst>
              <a:ext uri="{FF2B5EF4-FFF2-40B4-BE49-F238E27FC236}">
                <a16:creationId xmlns:a16="http://schemas.microsoft.com/office/drawing/2014/main" id="{FF5462B4-8C22-410E-BD2C-3E5801271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740" y="1483264"/>
            <a:ext cx="3484323" cy="1643603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73928E60-FD98-442E-A62C-C0A32F9BDF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787" y="3855505"/>
            <a:ext cx="3348227" cy="123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9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NetSuite</Value>
    </BusinessUnit>
    <Solutions xmlns="f0ee8362-fa7e-4bc9-ab88-7dcfb17cb19b" xsi:nil="true"/>
    <Industries xmlns="f0ee8362-fa7e-4bc9-ab88-7dcfb17cb19b">
      <Value>Entertainment</Value>
    </Industries>
    <Notes0 xmlns="f0ee8362-fa7e-4bc9-ab88-7dcfb17cb19b" xsi:nil="true"/>
    <Named_x0020_Account xmlns="f0ee8362-fa7e-4bc9-ab88-7dcfb17cb19b" xsi:nil="true"/>
    <PlatTech xmlns="f0ee8362-fa7e-4bc9-ab88-7dcfb17cb19b">
      <Value>NetSuite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FAE8080D-CF04-4C47-B852-FA3A90A1C1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918AB4-C7A6-47D1-8F99-D4F910FD4B22}"/>
</file>

<file path=customXml/itemProps3.xml><?xml version="1.0" encoding="utf-8"?>
<ds:datastoreItem xmlns:ds="http://schemas.openxmlformats.org/officeDocument/2006/customXml" ds:itemID="{95C83600-9BB3-40DC-AD2A-B97D113C9818}">
  <ds:schemaRefs>
    <ds:schemaRef ds:uri="http://purl.org/dc/elements/1.1/"/>
    <ds:schemaRef ds:uri="http://www.w3.org/XML/1998/namespace"/>
    <ds:schemaRef ds:uri="357972b2-b7ed-48bc-bbb4-0804bacba9d2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7b4220d0-7dfa-4105-8a9f-61778b1dcc88"/>
    <ds:schemaRef ds:uri="54243e05-8da7-404c-85e0-0480aaa26276"/>
  </ds:schemaRefs>
</ds:datastoreItem>
</file>

<file path=customXml/itemProps4.xml><?xml version="1.0" encoding="utf-8"?>
<ds:datastoreItem xmlns:ds="http://schemas.openxmlformats.org/officeDocument/2006/customXml" ds:itemID="{284B6A73-2E60-41AC-8321-718A1B46FED9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150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Segoe UI Semilight</vt:lpstr>
      <vt:lpstr>Custom Design</vt:lpstr>
      <vt:lpstr>Lion Brothers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Lion Brothers</dc:title>
  <dc:creator>Maria Mejia-Henao</dc:creator>
  <cp:lastModifiedBy>Kaitlin Andrade</cp:lastModifiedBy>
  <cp:revision>30</cp:revision>
  <dcterms:created xsi:type="dcterms:W3CDTF">2020-06-12T17:11:32Z</dcterms:created>
  <dcterms:modified xsi:type="dcterms:W3CDTF">2020-10-15T20:39:28Z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Business Unit">
    <vt:lpwstr/>
  </property>
  <property fmtid="{D5CDD505-2E9C-101B-9397-08002B2CF9AE}" pid="8" name="Industry">
    <vt:lpwstr>55;#Manufacturing|99fc8efc-4fec-46af-b730-04691660d970</vt:lpwstr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52900</vt:r8>
  </property>
  <property fmtid="{D5CDD505-2E9C-101B-9397-08002B2CF9AE}" pid="17" name="SO">
    <vt:lpwstr>12;#</vt:lpwstr>
  </property>
  <property fmtid="{D5CDD505-2E9C-101B-9397-08002B2CF9AE}" pid="18" name="TriggerFlowInfo">
    <vt:lpwstr/>
  </property>
</Properties>
</file>