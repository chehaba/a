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214746962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66C63-F082-CD7A-168E-E97EAB827AC3}" v="21" dt="2025-03-19T21:52:33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20766C63-F082-CD7A-168E-E97EAB827AC3}"/>
    <pc:docChg chg="modSld">
      <pc:chgData name="Brendan Murphy" userId="S::bmurphy@affirma.com::e9f923b6-6d89-4d4e-a3b7-d9304b9d44ba" providerId="AD" clId="Web-{20766C63-F082-CD7A-168E-E97EAB827AC3}" dt="2025-03-19T21:52:30.118" v="19" actId="20577"/>
      <pc:docMkLst>
        <pc:docMk/>
      </pc:docMkLst>
      <pc:sldChg chg="modSp">
        <pc:chgData name="Brendan Murphy" userId="S::bmurphy@affirma.com::e9f923b6-6d89-4d4e-a3b7-d9304b9d44ba" providerId="AD" clId="Web-{20766C63-F082-CD7A-168E-E97EAB827AC3}" dt="2025-03-19T21:52:30.118" v="19" actId="20577"/>
        <pc:sldMkLst>
          <pc:docMk/>
          <pc:sldMk cId="3811540669" sldId="2147469622"/>
        </pc:sldMkLst>
        <pc:spChg chg="mod">
          <ac:chgData name="Brendan Murphy" userId="S::bmurphy@affirma.com::e9f923b6-6d89-4d4e-a3b7-d9304b9d44ba" providerId="AD" clId="Web-{20766C63-F082-CD7A-168E-E97EAB827AC3}" dt="2025-03-19T21:52:30.118" v="19" actId="20577"/>
          <ac:spMkLst>
            <pc:docMk/>
            <pc:sldMk cId="3811540669" sldId="2147469622"/>
            <ac:spMk id="15" creationId="{9484C521-61DD-097B-329F-998C39DB0B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1DD17-56FC-4E1D-9719-97C7E8BD62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77B5E-8899-4857-8D53-EC1072B6D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A10C-620D-C975-2D2A-877B5C044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8CB60-4D0C-F38F-90A9-8AC30F894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A0F50-C490-EC5F-B261-2B79AE4CB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D3DF1-683F-BC61-8D53-BCEF4CE11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557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6097-2988-3DCF-6111-D7296434E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0D58A8-EBF7-050F-D797-26AF26FE8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26CF7-828D-F9D0-8B19-5257795AA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A15DF-63C2-AC94-E17B-B58D75A0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C7FCF-522A-450F-8DC0-EAEB743F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8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4957-6448-489F-27D5-FDDC20EB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7660E-6804-797F-912C-A25D26775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CF37C-B48D-2BA1-6088-A9F014C9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3CC54-49C5-B805-B428-FCDC883D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36757-263C-60EC-3C04-486AA876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3F76-3257-95EF-169F-578CAFD72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FDF14-00DA-0FA0-842F-D28CB2C1A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F5E77-E77B-408F-9CE2-66229B7A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5678D-8001-9881-5F0B-AC0292CF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B8A1-9F96-CC16-D4CF-AD9C53F5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82D1-2168-7D2C-EFE6-531CBE8F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86940-A1AF-101F-6659-452EEB8459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B4FD8-0CC1-B396-21AB-D61DEB1A0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D3E44-5DE9-5D2E-9CBA-3EEDE7BF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EA311-C5F4-CBC9-1F86-4C2B3BC3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9B557-99EC-A0FA-C2A5-31819DA1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0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604F-5BE0-36D5-8347-BC8F47189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FFC7E-6697-E04F-D3AF-4C913ABC2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66536-0883-CF20-A2B9-D2408FDA0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94EE1-9B69-62CF-B8A7-9FAE0024F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9978D-EB35-830C-4105-810B7C8952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95833-45E7-F5FA-7FF8-BDB8A5CA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D15D2-7B0E-3E45-FEA8-5AE95422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2D111-DE04-F14D-34C2-AAE33FA7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7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D396-491C-BA75-D0FD-2B3943F8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D3658-AF34-4671-9947-36BFEBB97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F7698-4994-A47A-CEE2-4944998B9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8B26C-4A71-6F1D-1586-C5C01966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3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5AD20-08DF-F350-CB2F-6FA863E3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78812-5864-E153-85D1-18A39911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E3BCF-96FA-6B8A-70BD-B0F48327E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2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4857-D89E-F4D8-4342-A51A0FC6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6EC10-D723-08DD-FA0A-55048148F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BAD60-66A4-5ACE-7EF2-C7D46530C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7DF2D-23BD-AB3D-64C8-69E17B31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1A36C-B000-916C-4A8B-95BBEB987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A505B-2A1A-C839-BE25-255AF498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65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876D-6CA8-C275-405D-76800775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7F826-0ADF-2221-E00F-D1DE187216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53F3D-C775-4315-F5EC-062D70B96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01DDB-0094-DF0F-064C-D35245E1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EB553-365D-EFD7-90E4-EDBD93A0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C5A36-9671-5611-9E9E-331718344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3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776F-A376-C2CB-277B-4D67F294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8BE30-8A95-2A07-5EDF-A70496353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72FB8-C4B7-5DBF-8F30-FCB58B3B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F1ABE-6CC6-701D-9234-9A7D6724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25242-CC0B-0110-052D-942ADFFA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6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F93B7-4ADD-47A3-15B3-21FB731D4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45534-D0B8-B97D-D848-F95796C1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4A168-9EF9-F4E6-C907-79D00C69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F6164-4507-E066-CD11-40A34D0C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F9718-09B4-B75C-4BC4-96547F00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- Tw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624523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063A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260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1D330-6C9D-8512-6CC2-F3AEBB4FB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74774-D78A-6C96-BCF2-1250A5684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A53FF-178A-1DF1-1259-70ECB3EC4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14645-7F65-4ABC-837F-6296F75CDB76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0991F-9CF5-016A-DE24-D6213EA80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49F19-48E8-099B-B6A7-1247BAE0B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4FF90-FE3F-4C3C-9035-6B4770212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8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39D31-96ED-0E9B-79F2-A88F7AB8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52EE37-B26D-0B33-642F-9B6C8B9EF38E}"/>
              </a:ext>
            </a:extLst>
          </p:cNvPr>
          <p:cNvSpPr/>
          <p:nvPr/>
        </p:nvSpPr>
        <p:spPr>
          <a:xfrm>
            <a:off x="10494799" y="6393112"/>
            <a:ext cx="1321078" cy="384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6845"/>
            <a:endParaRPr lang="en-US" sz="1923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FBD18-CDBA-D2DE-0E82-4D4B42AB6FC9}"/>
              </a:ext>
            </a:extLst>
          </p:cNvPr>
          <p:cNvSpPr txBox="1"/>
          <p:nvPr/>
        </p:nvSpPr>
        <p:spPr>
          <a:xfrm>
            <a:off x="543080" y="1575277"/>
            <a:ext cx="6894140" cy="1852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/>
            <a:r>
              <a:rPr lang="en-US" sz="24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Who They Are</a:t>
            </a:r>
          </a:p>
          <a:p>
            <a:pPr defTabSz="976845">
              <a:lnSpc>
                <a:spcPct val="114000"/>
              </a:lnSpc>
            </a:pPr>
            <a:r>
              <a:rPr lang="en-US" sz="1600" dirty="0" err="1">
                <a:latin typeface="Poppins" panose="00000500000000000000" pitchFamily="2" charset="0"/>
                <a:cs typeface="Poppins" panose="00000500000000000000" pitchFamily="2" charset="0"/>
              </a:rPr>
              <a:t>MaryRuth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Organics is a health and wellness brand specializing in high-quality, vegan, non-GMO vitamins and supplements. They’re known for their commitment to clean ingredients and family-focused values, they offer products designed to support overall health and well-being.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484C521-61DD-097B-329F-998C39DB0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3080" y="451827"/>
            <a:ext cx="9951719" cy="662041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63A79"/>
                </a:solidFill>
                <a:latin typeface="Poppins"/>
                <a:cs typeface="Poppins"/>
              </a:rPr>
              <a:t>MaryRuth</a:t>
            </a:r>
            <a:r>
              <a:rPr lang="en-US" dirty="0">
                <a:solidFill>
                  <a:srgbClr val="063A79"/>
                </a:solidFill>
                <a:latin typeface="Poppins"/>
                <a:cs typeface="Poppins"/>
              </a:rPr>
              <a:t> Organics – M365 Migration</a:t>
            </a:r>
            <a:endParaRPr lang="en-US" dirty="0">
              <a:solidFill>
                <a:srgbClr val="063A7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96052-5696-EAE4-9282-E4B03EE4FF3A}"/>
              </a:ext>
            </a:extLst>
          </p:cNvPr>
          <p:cNvSpPr txBox="1"/>
          <p:nvPr/>
        </p:nvSpPr>
        <p:spPr>
          <a:xfrm>
            <a:off x="543080" y="3678914"/>
            <a:ext cx="11059517" cy="1852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/>
            <a:r>
              <a:rPr lang="en-US" sz="24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We Did</a:t>
            </a:r>
          </a:p>
          <a:p>
            <a:pPr defTabSz="976845">
              <a:lnSpc>
                <a:spcPct val="114000"/>
              </a:lnSpc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The project focused on transitioning the organization from Google Workspace to Microsoft 365, successfully migrating hundreds of users and a large volume of data while adopting a new email domain. By addressing fragmented storage and collaboration challenges, Affirma built a secure tenant, improved collaboration, and provided training to ensure a smooth transition—all with the goal of establishing a unified, scalable, and cost-effective digital infrastructure.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34728-DD24-D0B0-4E2C-E083D3D74859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3" name="Picture 2" descr="MaryRuth's Introduces Lysine Liposomal: A Breakthrough in Nutrit - WICZ">
            <a:extLst>
              <a:ext uri="{FF2B5EF4-FFF2-40B4-BE49-F238E27FC236}">
                <a16:creationId xmlns:a16="http://schemas.microsoft.com/office/drawing/2014/main" id="{F7BA769C-E5AF-B8E1-AD2A-604B14DE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224" y="1928185"/>
            <a:ext cx="3823373" cy="12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54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B2C</Value>
      <Value>Retail</Value>
    </Industries>
    <PlatTech xmlns="f0ee8362-fa7e-4bc9-ab88-7dcfb17cb19b">
      <Value>O365</Value>
      <Value>Google</Value>
    </PlatTech>
    <BusinessUnit xmlns="f0ee8362-fa7e-4bc9-ab88-7dcfb17cb19b">
      <Value>Modern Workplace</Value>
      <Value>Infrastructure</Value>
    </BusinessUnit>
    <Solutions xmlns="f0ee8362-fa7e-4bc9-ab88-7dcfb17cb19b">
      <Value>Migrations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65988E-F5FE-4B4D-BB7E-FD8531C42067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2.xml><?xml version="1.0" encoding="utf-8"?>
<ds:datastoreItem xmlns:ds="http://schemas.openxmlformats.org/officeDocument/2006/customXml" ds:itemID="{61C8025B-9004-483D-A065-1B76F25EB2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2A679A-6FC0-4975-8D2B-343B48F5E50E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A7340466-79EC-427B-84CA-244E06E9366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MaryRuth Organics – M365 Migration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4</cp:revision>
  <dcterms:created xsi:type="dcterms:W3CDTF">2025-01-30T15:18:39Z</dcterms:created>
  <dcterms:modified xsi:type="dcterms:W3CDTF">2025-03-19T21:52:37Z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