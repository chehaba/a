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s/modernComment_7FFFC96C_8CF427C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14746967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8A12B9-CE25-1BF3-41CB-1C0C33F266DC}" name="Brendan Murphy" initials="BM" userId="S::bmurphy@affirma.com::e9f923b6-6d89-4d4e-a3b7-d9304b9d44ba" providerId="AD"/>
  <p188:author id="{1F0B94D1-EC2D-8E53-2B05-DF5123921884}" name="Crystal Scarborough" initials="" userId="S::cscarborough@affirma.com::7bc307c7-9b2d-4ed8-b29a-3c85b37e03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D0E764-89C3-D75B-9DAE-CFBCF4B28D64}" v="2" dt="2026-02-06T19:04:36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83" d="100"/>
          <a:sy n="83" d="100"/>
        </p:scale>
        <p:origin x="4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F7D0E764-89C3-D75B-9DAE-CFBCF4B28D64}"/>
    <pc:docChg chg="modSld">
      <pc:chgData name="Brendan Murphy" userId="S::bmurphy@affirma.com::e9f923b6-6d89-4d4e-a3b7-d9304b9d44ba" providerId="AD" clId="Web-{F7D0E764-89C3-D75B-9DAE-CFBCF4B28D64}" dt="2026-02-06T19:04:36.582" v="0" actId="20577"/>
      <pc:docMkLst>
        <pc:docMk/>
      </pc:docMkLst>
      <pc:sldChg chg="modSp">
        <pc:chgData name="Brendan Murphy" userId="S::bmurphy@affirma.com::e9f923b6-6d89-4d4e-a3b7-d9304b9d44ba" providerId="AD" clId="Web-{F7D0E764-89C3-D75B-9DAE-CFBCF4B28D64}" dt="2026-02-06T19:04:36.582" v="0" actId="20577"/>
        <pc:sldMkLst>
          <pc:docMk/>
          <pc:sldMk cId="2364811204" sldId="2147469676"/>
        </pc:sldMkLst>
        <pc:spChg chg="mod">
          <ac:chgData name="Brendan Murphy" userId="S::bmurphy@affirma.com::e9f923b6-6d89-4d4e-a3b7-d9304b9d44ba" providerId="AD" clId="Web-{F7D0E764-89C3-D75B-9DAE-CFBCF4B28D64}" dt="2026-02-06T19:04:36.582" v="0" actId="20577"/>
          <ac:spMkLst>
            <pc:docMk/>
            <pc:sldMk cId="2364811204" sldId="2147469676"/>
            <ac:spMk id="11" creationId="{2457DC1D-9DD3-4F25-B01C-A22D684BFD14}"/>
          </ac:spMkLst>
        </pc:spChg>
      </pc:sldChg>
    </pc:docChg>
  </pc:docChgLst>
</pc:chgInfo>
</file>

<file path=ppt/comments/modernComment_7FFFC96C_8CF427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64C080-9789-476F-B7D6-B8A268D4F0EC}" authorId="{1C8A12B9-CE25-1BF3-41CB-1C0C33F266DC}" status="resolved" created="2024-08-26T18:53:24.98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64811204" sldId="2147469676"/>
      <ac:spMk id="7" creationId="{197243EC-C14C-A661-B270-6CC226343926}"/>
      <ac:txMk cp="0" len="27">
        <ac:context len="35" hash="2982507885"/>
      </ac:txMk>
    </ac:txMkLst>
    <p188:pos x="7039181" y="222683"/>
    <p188:replyLst>
      <p188:reply id="{1B98761D-1066-41EB-8D0B-EFB144F9B644}" authorId="{1F0B94D1-EC2D-8E53-2B05-DF5123921884}" created="2024-08-26T20:26:13.883">
        <p188:txBody>
          <a:bodyPr/>
          <a:lstStyle/>
          <a:p>
            <a:r>
              <a:rPr lang="en-US"/>
              <a:t>[@Brendan Murphy] - please review!</a:t>
            </a:r>
          </a:p>
        </p188:txBody>
      </p188:reply>
      <p188:reply id="{44DB108A-E288-4C03-A33E-84508A31F67B}" authorId="{1C8A12B9-CE25-1BF3-41CB-1C0C33F266DC}" created="2024-08-26T20:29:38.193">
        <p188:txBody>
          <a:bodyPr/>
          <a:lstStyle/>
          <a:p>
            <a:r>
              <a:rPr lang="en-US"/>
              <a:t>This looks amazing! Well done.</a:t>
            </a:r>
          </a:p>
        </p188:txBody>
      </p188:reply>
    </p188:replyLst>
    <p188:txBody>
      <a:bodyPr/>
      <a:lstStyle/>
      <a:p>
        <a:r>
          <a:rPr lang="en-US"/>
          <a:t>[@Crystal Scarborough]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8-26T20:12:46.026" authorId="{1F0B94D1-EC2D-8E53-2B05-DF5123921884}"/>
          </p223:rxn>
        </p223:reactions>
      </p:ext>
    </p188:extLst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70FD7-C025-37EC-93CD-B0F7A5FCC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6C3EC-D530-5E27-83E9-0787EE456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24ACC-EDBD-941E-2185-7CF1F4BB5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E70DD-D62D-6F59-4A96-9576547EF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D171C-B290-E108-F111-A21387FD3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0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A952B-B545-D6F8-E69C-678A79EF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5DD9E-CF1B-B643-A2CF-497C3511F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4A32E-A8EE-B3BB-82ED-7F46FC07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DF609-68A4-2763-7957-A18E9926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BE329-30EC-A3D2-D4D6-5958C3D5A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62964-069E-89A6-4436-AADF34A9B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DB7BE-097F-45C0-7936-D3FD7E6E3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35F52-1587-917A-884C-2D4F7DC1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9230C-62C0-5B8A-02E3-249EF1FF9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5077A-06A6-13D3-FC80-B9B7FE89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8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50A2-EB9D-7B6D-02B0-66A26D607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1938-CA3C-6F4D-7768-75137ECF5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B3F84-C881-5D49-9A8A-ED3A32CB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861FE-1491-2562-35A5-DAB95670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92CB6-7D96-44EF-81DF-5C64341C3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EC461-3C67-A5BB-4CA1-E44F5AA1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44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076D-AFAF-E957-4311-EDED71EB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42FD6-3F33-5591-8068-D87EA59D5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AE918-4199-4222-A6E7-C0814469F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C096C-ACD9-BD23-F18F-0B189B122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F1162A-ABB8-B7D7-4C08-69FF1B74D2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46400D-261F-73D9-6D99-894AB965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BA45B1-C72B-CA04-5F1F-1E1661A9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AD43D-C500-4A3D-D46F-D108FF25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0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45A8-AAFF-3288-C8CD-FB8F79F0F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A5033-A5CB-B12E-E2DF-25AE77C5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D4B47-99BA-1D2B-30C5-149AE0D6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6B17B4-D237-6214-E8EE-669134A8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6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EBDF2D-C115-BFBE-5B13-FEFC1222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475974-A516-B525-4412-A68F005A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6E881-7CAE-18BB-DF09-F2022326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54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9AE6-8E95-BB7E-8252-9ADA99E9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07FD2-DEC7-B145-52AF-3302CD69D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21072F-B828-2977-CF64-6223C7BD2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0FD66-6624-6E79-1421-0C92851A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3D934-A590-F3E8-EDCA-6C78DE7C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6D59B-8C23-E639-CED4-154D9B42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4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27807-1814-AEB0-864E-8B8227BF0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97AEC-618B-2D5C-B8D6-1D0A1454D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93B9D8-C81A-81FB-4FFB-507BCFA05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6F848-DA34-D33C-7D92-CCA61CA0A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B1DDF-08DE-6277-56B8-8E76C75A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EA8D9-B72C-645A-7105-B167F4F1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10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96730-0A36-3107-42D4-6AE28EB3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80AA8-2BA3-27A8-0C62-AC8B0B542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19CE0-C370-A4CA-E3CA-23EE6CD7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E9E42-772E-36C0-E780-4492F52E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E6873-7268-42BB-5C44-BABD8626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80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6CE46F-FFE0-FEEE-DE49-A85D1F464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C5A6A-9919-39B3-F72F-4E4B18C36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7B6E9-23F6-FBF1-DBFC-93ED4C16C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9CE84-8EAC-DFC2-6824-0592180AC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A8A53-FBB8-7994-9187-09405639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23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3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B21ACA-93AC-B9F5-E464-7CFF0252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4EDFB-2FEF-7364-AEA3-92386B440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451DF-A2BF-6492-D93B-6263A10D0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36556-3958-4D7E-8D4F-B85C8857BFB8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1A314-F9C6-3435-5882-2CA0526D3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295FD-D6B0-5659-2A84-DA1FF089D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BCD95-A06E-414B-9ED9-61EFD3F55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3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7FFFC96C_8CF427C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811CEF-7222-49A7-815C-4C8B065F9212}"/>
              </a:ext>
            </a:extLst>
          </p:cNvPr>
          <p:cNvSpPr/>
          <p:nvPr/>
        </p:nvSpPr>
        <p:spPr>
          <a:xfrm>
            <a:off x="1411941" y="2924736"/>
            <a:ext cx="479506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/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57DC1D-9DD3-4F25-B01C-A22D684BFD14}"/>
              </a:ext>
            </a:extLst>
          </p:cNvPr>
          <p:cNvSpPr/>
          <p:nvPr/>
        </p:nvSpPr>
        <p:spPr>
          <a:xfrm>
            <a:off x="530087" y="1500639"/>
            <a:ext cx="5229690" cy="42447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sz="2650" b="1" dirty="0">
                <a:solidFill>
                  <a:srgbClr val="008AD9"/>
                </a:solidFill>
                <a:latin typeface="Poppins"/>
                <a:cs typeface="Poppins"/>
              </a:rPr>
              <a:t>Engagement Overview​</a:t>
            </a:r>
          </a:p>
          <a:p>
            <a:pPr marL="285750" indent="-285750" fontAlgn="base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We engaged with Microsoft PR HQ to enhance their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Global News Communications system into a one-stop shop improving user experience for finding global news entries and other communication information.</a:t>
            </a:r>
          </a:p>
          <a:p>
            <a:pPr marL="285115" indent="-285115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Consulting, planning, and executing a Power Pages Portal hosting a PowerApps application including Global News calendar, forms, Advisory listing and </a:t>
            </a:r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much more.</a:t>
            </a:r>
          </a:p>
          <a:p>
            <a:pPr marL="285115" indent="-285115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Updated their current SPFx solution on portal pages using Liquid coding. The idea was to keep the functionality the same with a few enhancements.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115" indent="-285115" fontAlgn="base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  <a:cs typeface="Poppins"/>
              </a:rPr>
              <a:t>Taking a manual process for publication verification to their Frequent Fliers (including news outlets and influencers) to the next level with automation!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00A170-3FF4-0CEB-565D-83292758A832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7243EC-C14C-A661-B270-6CC226343926}"/>
              </a:ext>
            </a:extLst>
          </p:cNvPr>
          <p:cNvSpPr txBox="1"/>
          <p:nvPr/>
        </p:nvSpPr>
        <p:spPr>
          <a:xfrm>
            <a:off x="440911" y="436884"/>
            <a:ext cx="10819272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000">
                <a:solidFill>
                  <a:srgbClr val="063A79"/>
                </a:solidFill>
                <a:latin typeface="Poppins"/>
                <a:ea typeface="+mj-ea"/>
                <a:cs typeface="Poppins"/>
              </a:rPr>
              <a:t>Microsoft PR HQ Power Pages Portal</a:t>
            </a:r>
            <a:endParaRPr lang="en-US" sz="2400">
              <a:solidFill>
                <a:srgbClr val="063A79"/>
              </a:solidFill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pic>
        <p:nvPicPr>
          <p:cNvPr id="3" name="Picture 2" descr="A screenshot of a calendar&#10;&#10;Description automatically generated">
            <a:extLst>
              <a:ext uri="{FF2B5EF4-FFF2-40B4-BE49-F238E27FC236}">
                <a16:creationId xmlns:a16="http://schemas.microsoft.com/office/drawing/2014/main" id="{FE9B6A16-39E6-C4B2-A9B4-A35B360C2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769" y="1289538"/>
            <a:ext cx="5871308" cy="2442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C99E719-08EC-B8DB-0C0C-AB0BE44F8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461" y="4012073"/>
            <a:ext cx="5255847" cy="26536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3282980-AC9F-7437-CA38-2D6E39691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324" y="2507884"/>
            <a:ext cx="3020891" cy="2164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481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PlatTech xmlns="f0ee8362-fa7e-4bc9-ab88-7dcfb17cb19b">
      <Value>Power Apps</Value>
    </PlatTech>
    <BusinessUnit xmlns="f0ee8362-fa7e-4bc9-ab88-7dcfb17cb19b">
      <Value>Modern Workplace</Value>
    </BusinessUnit>
    <Solutions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34FA9114-E762-4427-BF02-A3DF4B1D6F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86B777-ADCC-43DD-AEA2-F12238421902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3.xml><?xml version="1.0" encoding="utf-8"?>
<ds:datastoreItem xmlns:ds="http://schemas.openxmlformats.org/officeDocument/2006/customXml" ds:itemID="{18D8F827-45E1-4531-8851-184C976880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4B6C289-A20D-4166-A32D-60E5737C48D3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4</cp:revision>
  <dcterms:created xsi:type="dcterms:W3CDTF">2024-09-16T18:48:25Z</dcterms:created>
  <dcterms:modified xsi:type="dcterms:W3CDTF">2026-02-06T19:04:36Z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