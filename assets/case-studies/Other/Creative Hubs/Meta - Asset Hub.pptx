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13480550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529DC-ADE0-552E-E9E1-7D58C03F7CF8}" v="35" dt="2025-08-25T19:54:47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384529DC-ADE0-552E-E9E1-7D58C03F7CF8}"/>
    <pc:docChg chg="modSld">
      <pc:chgData name="Brendan Murphy" userId="S::bmurphy@affirma.com::e9f923b6-6d89-4d4e-a3b7-d9304b9d44ba" providerId="AD" clId="Web-{384529DC-ADE0-552E-E9E1-7D58C03F7CF8}" dt="2025-08-25T19:54:47.442" v="36" actId="20577"/>
      <pc:docMkLst>
        <pc:docMk/>
      </pc:docMkLst>
      <pc:sldChg chg="modSp">
        <pc:chgData name="Brendan Murphy" userId="S::bmurphy@affirma.com::e9f923b6-6d89-4d4e-a3b7-d9304b9d44ba" providerId="AD" clId="Web-{384529DC-ADE0-552E-E9E1-7D58C03F7CF8}" dt="2025-08-25T19:54:47.442" v="36" actId="20577"/>
        <pc:sldMkLst>
          <pc:docMk/>
          <pc:sldMk cId="2962347414" sldId="2134805502"/>
        </pc:sldMkLst>
        <pc:spChg chg="mod">
          <ac:chgData name="Brendan Murphy" userId="S::bmurphy@affirma.com::e9f923b6-6d89-4d4e-a3b7-d9304b9d44ba" providerId="AD" clId="Web-{384529DC-ADE0-552E-E9E1-7D58C03F7CF8}" dt="2025-08-25T19:54:47.442" v="36" actId="20577"/>
          <ac:spMkLst>
            <pc:docMk/>
            <pc:sldMk cId="2962347414" sldId="2134805502"/>
            <ac:spMk id="7" creationId="{1E0B5788-D6F6-3C67-95BC-946ECC581E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D1DD1-5818-42DB-855A-91973E1E4372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BC70A-F5FA-4AE3-BFAD-0FD043A7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19A0A-023C-45E2-9C35-4EC79BC90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C3C2-78CD-1606-30C1-55373E3F7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E5EAA-7DD3-8A15-E718-6602C03E3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23118-84B9-256B-A9D3-5BC9A6F7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DEDF-0FE4-4126-08B2-D7013A49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3FC6-C8A0-E7C8-FEF5-A3641601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351A-50AA-0595-B479-8B209B41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61B7-8F84-479A-E377-BB6895CAE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53B2-07A3-5D3C-C111-1DC2F727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B2EE-9758-1FAD-BC5A-348F43D1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C0C0F-960C-FAC4-7567-182179E9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9EFB-060F-5F06-5888-7830E16E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0CB0E-9DD4-D9A3-9F35-CB73CDA7A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957E-3A41-3DEE-07FB-8BF69473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2D175-A792-B5CB-605C-89D60DAC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8B4E0-45BF-12EB-D6AF-0184521B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3C82-6B24-A19C-C769-CD758C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B55E-5007-A591-25C2-B896E0357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6D56-EB1D-6B9B-11F6-876FD72B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7ADDA-36AB-2A3C-BD14-618A5A9E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25C22-EBD3-E2FF-6D90-4E9504A8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BEC-1A7F-88AE-509E-44DB3295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2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874E-9225-671B-0D91-93AF14A7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81E2-CC3C-83BB-5C93-F58A6495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AF942-D449-013A-DAA8-42E0C1517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2C82B-373F-D3A7-C7C5-D0ED71911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52D71-99A1-6617-0ABB-156B79A4B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0428C-D82A-02CA-4B8C-3BA8D8C9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017AB-CC51-4C0F-302F-FEFD7290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A7496-2245-62C4-64E8-DE6A920F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7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3626-A7D9-97D3-F6F1-709C1F82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A388D-0864-3402-CAEF-5490028C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4FE8D-1C9A-C8B6-5315-8661CF98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35083-E259-1D71-321C-DFAF8F13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9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046A3-7DF0-39FE-9E18-516CE6B0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A5927-002B-6E04-CA32-FABFCCB5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0D88-F2F2-DC06-9160-D3AFFFBB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6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AE43-9499-D012-BF50-EFBE62D0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E497-8755-543E-E793-D9A33EB5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B3E5D-A790-FBDA-725B-2139FF3AF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F6489-3C0C-5FC5-AEAD-55F48E0A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BFFCB-D219-FDF0-01C7-0FF24DCD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263C4-7A78-5137-3A90-9F49ED45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9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6138-192F-161A-4421-8AD14239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8C5BB-0CEC-3878-2EDA-6E5D3A8B5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C093D-C6D8-84BE-3551-1DB618F4D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6FAA6-E803-F315-62BA-9FA59FF9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E1855-DBC9-C315-CFB9-B81DBFB4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20EFA-610C-B34B-81A0-CD57C7ED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6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C664-9211-CF2A-A3CE-3CE47E0C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DCE76-B0CB-111D-B919-0C44862F3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11D78-1673-2912-0037-B1BE5A5D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85B91-969E-B15A-92E8-A9F78241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EA4D-A0FE-BCBE-A276-653889CF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8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63A2C-C2D1-103A-1A6B-57401DFAF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B6C73-A1E5-4094-B0A3-0B828A9B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C09E-222D-FE5E-9E35-94ABB913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C8D1-2DF8-B5DE-6872-604A1F68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CBCC5-D6B5-ABDB-CE79-07DDFA1B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8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C3B68B-1A94-041F-A33A-D3504675CEFE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26451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36FFF-5CE1-3D98-B4E2-57990F15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DCF59-80B2-224D-AAEF-66D6E35A0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95B5-DBC7-E462-011A-498F4AAD5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51BE4-4F0D-4AA4-BAAC-CC4C78D02F38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3B5B9-85E1-F215-DAE6-ECE84A8B6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73AE-7958-D7A3-021B-85ED4CD1B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1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EB86-2163-C855-86D7-016C89498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400" b="1">
                <a:solidFill>
                  <a:srgbClr val="063A79"/>
                </a:solidFill>
                <a:latin typeface="Poppins SemiBold"/>
                <a:cs typeface="Poppins SemiBold"/>
              </a:rPr>
              <a:t>Asset Hub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A3E5D5-FE5B-FBAC-14BF-3DA49A05D4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0222" y="5867206"/>
            <a:ext cx="2618307" cy="8871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buChar char="•"/>
            </a:pPr>
            <a:r>
              <a:rPr lang="en-US">
                <a:latin typeface="Poppins"/>
                <a:cs typeface="Poppins"/>
              </a:rPr>
              <a:t>Intern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Mobile Home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Email Reminders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BBDC10-0883-DE97-6026-E0816B2536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29897" y="5867207"/>
            <a:ext cx="3055434" cy="886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React &amp; Ent Development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User Experience &amp; Usability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/>
                <a:cs typeface="Poppins"/>
              </a:rPr>
              <a:t>Change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2D99F-7342-C529-F4CA-37E7EFA50CF4}"/>
              </a:ext>
            </a:extLst>
          </p:cNvPr>
          <p:cNvSpPr txBox="1"/>
          <p:nvPr/>
        </p:nvSpPr>
        <p:spPr>
          <a:xfrm>
            <a:off x="6240222" y="5517816"/>
            <a:ext cx="5541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Services &amp; Technology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E0B5788-D6F6-3C67-95BC-946ECC581ED9}"/>
              </a:ext>
            </a:extLst>
          </p:cNvPr>
          <p:cNvSpPr txBox="1">
            <a:spLocks/>
          </p:cNvSpPr>
          <p:nvPr/>
        </p:nvSpPr>
        <p:spPr>
          <a:xfrm>
            <a:off x="603250" y="1263734"/>
            <a:ext cx="5065713" cy="460285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/>
                <a:cs typeface="Poppins"/>
              </a:rPr>
              <a:t>The Business Need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>
                <a:latin typeface="Poppins"/>
                <a:cs typeface="Poppins"/>
              </a:rPr>
              <a:t>Reality Labs lacked a unified asset and maintenance management (CMMS) solution. Teams used disconnected tools and spreadsheets, leading to inefficiencies, redundant licensing costs, and inconsistent reporting.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/>
                <a:cs typeface="Poppins"/>
              </a:rPr>
              <a:t>What We Did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 err="1">
                <a:latin typeface="Poppins"/>
                <a:cs typeface="Poppins"/>
              </a:rPr>
              <a:t>Affirma</a:t>
            </a:r>
            <a:r>
              <a:rPr lang="en-US" sz="1400" dirty="0">
                <a:latin typeface="Poppins"/>
                <a:cs typeface="Poppins"/>
              </a:rPr>
              <a:t> developed a scalable asset and maintenance management system on Meta’s internal platforms. The system centralized </a:t>
            </a:r>
            <a:r>
              <a:rPr lang="en-US" sz="1400" dirty="0" err="1">
                <a:latin typeface="Poppins"/>
                <a:cs typeface="Poppins"/>
              </a:rPr>
              <a:t>maintenace</a:t>
            </a:r>
            <a:r>
              <a:rPr lang="en-US" sz="1400" dirty="0">
                <a:latin typeface="Poppins"/>
                <a:cs typeface="Poppins"/>
              </a:rPr>
              <a:t> workflows, enabled robust inventory control, enforcement of asset reservations and training, and empowered admins with real-time equipment data.  </a:t>
            </a:r>
            <a:endParaRPr lang="en-US" sz="1400" dirty="0">
              <a:solidFill>
                <a:srgbClr val="404040"/>
              </a:solidFill>
              <a:latin typeface="Poppins"/>
              <a:cs typeface="Poppins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/>
                <a:cs typeface="Poppins"/>
              </a:rPr>
              <a:t>Managed Service Team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>
                <a:latin typeface="Poppins"/>
                <a:cs typeface="Poppins"/>
              </a:rPr>
              <a:t>Full Time Project Manager, 2 Full Time Software Engineers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5BB2712-C107-47E0-E6FC-A4C349CD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2248" y="6455664"/>
            <a:ext cx="2743200" cy="154809"/>
          </a:xfrm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FB28F-E74C-5379-82F9-5A5140FB95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27" t="11111" r="-125" b="23742"/>
          <a:stretch>
            <a:fillRect/>
          </a:stretch>
        </p:blipFill>
        <p:spPr>
          <a:xfrm>
            <a:off x="6103558" y="1943966"/>
            <a:ext cx="5975062" cy="296803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1B658-FDA3-75F5-E4ED-E29DA0AA9B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" t="23960" r="2071" b="-508"/>
          <a:stretch>
            <a:fillRect/>
          </a:stretch>
        </p:blipFill>
        <p:spPr>
          <a:xfrm>
            <a:off x="6084546" y="94871"/>
            <a:ext cx="5990152" cy="176834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234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Meta</Named_x0020_Account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3425E1-57C8-43A1-9CA3-ADDB71BEBEA2}">
  <ds:schemaRefs>
    <ds:schemaRef ds:uri="94f955fe-dfdf-46af-8eb4-7120d5d18e03"/>
    <ds:schemaRef ds:uri="c3edfffb-99ec-4766-99ab-473aa2e09429"/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BD224650-72C3-474B-9A06-F4CD965DCA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80CAE6-19F6-4781-A7D1-99F339095FF5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29297E90-E99C-4C60-A316-0F181556C419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Asset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revision>8</cp:revision>
  <dcterms:created xsi:type="dcterms:W3CDTF">2025-06-17T23:12:07Z</dcterms:created>
  <dcterms:modified xsi:type="dcterms:W3CDTF">2025-08-25T19:54:49Z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MediaServiceImageTags">
    <vt:lpwstr/>
  </property>
</Properties>
</file>