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3480550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4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6D1DD1-5818-42DB-855A-91973E1E4372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BC70A-F5FA-4AE3-BFAD-0FD043A7C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93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419A0A-023C-45E2-9C35-4EC79BC901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312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9C3C2-78CD-1606-30C1-55373E3F7A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8E5EAA-7DD3-8A15-E718-6602C03E3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23118-84B9-256B-A9D3-5BC9A6F70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ADEDF-0FE4-4126-08B2-D7013A490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83FC6-C8A0-E7C8-FEF5-A36416011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702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9351A-50AA-0595-B479-8B209B414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E61B7-8F84-479A-E377-BB6895CAE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A53B2-07A3-5D3C-C111-1DC2F727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BB2EE-9758-1FAD-BC5A-348F43D12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C0C0F-960C-FAC4-7567-182179E9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74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C9EFB-060F-5F06-5888-7830E16E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0CB0E-9DD4-D9A3-9F35-CB73CDA7A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C957E-3A41-3DEE-07FB-8BF694734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2D175-A792-B5CB-605C-89D60DAC0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8B4E0-45BF-12EB-D6AF-0184521B6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52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93C82-6B24-A19C-C769-CD758CB71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0B55E-5007-A591-25C2-B896E0357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8C6D56-EB1D-6B9B-11F6-876FD72B1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7ADDA-36AB-2A3C-BD14-618A5A9E9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25C22-EBD3-E2FF-6D90-4E9504A8A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78FBEC-1A7F-88AE-509E-44DB3295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21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6874E-9225-671B-0D91-93AF14A77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281E2-CC3C-83BB-5C93-F58A64953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AF942-D449-013A-DAA8-42E0C1517A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02C82B-373F-D3A7-C7C5-D0ED719111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452D71-99A1-6617-0ABB-156B79A4B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70428C-D82A-02CA-4B8C-3BA8D8C96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7017AB-CC51-4C0F-302F-FEFD7290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9A7496-2245-62C4-64E8-DE6A920F4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871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43626-A7D9-97D3-F6F1-709C1F824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A388D-0864-3402-CAEF-5490028C7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4FE8D-1C9A-C8B6-5315-8661CF981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C35083-E259-1D71-321C-DFAF8F13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792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B046A3-7DF0-39FE-9E18-516CE6B00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A5927-002B-6E04-CA32-FABFCCB52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80D88-F2F2-DC06-9160-D3AFFFBB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69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AE43-9499-D012-BF50-EFBE62D0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CE497-8755-543E-E793-D9A33EB57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B3E5D-A790-FBDA-725B-2139FF3AF6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F6489-3C0C-5FC5-AEAD-55F48E0A2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BFFCB-D219-FDF0-01C7-0FF24DCD9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263C4-7A78-5137-3A90-9F49ED451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97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E6138-192F-161A-4421-8AD14239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E8C5BB-0CEC-3878-2EDA-6E5D3A8B55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4C093D-C6D8-84BE-3551-1DB618F4D9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6FAA6-E803-F315-62BA-9FA59FF9F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E1855-DBC9-C315-CFB9-B81DBFB44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20EFA-610C-B34B-81A0-CD57C7ED8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265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3C664-9211-CF2A-A3CE-3CE47E0C1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6DCE76-B0CB-111D-B919-0C44862F36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11D78-1673-2912-0037-B1BE5A5D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85B91-969E-B15A-92E8-A9F78241E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7EA4D-A0FE-BCBE-A276-653889CF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88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E63A2C-C2D1-103A-1A6B-57401DFAFD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B6C73-A1E5-4094-B0A3-0B828A9B7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AC09E-222D-FE5E-9E35-94ABB913A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51BE4-4F0D-4AA4-BAAC-CC4C78D02F38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7C8D1-2DF8-B5DE-6872-604A1F686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CBCC5-D6B5-ABDB-CE79-07DDFA1B6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58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C3B68B-1A94-041F-A33A-D3504675CEFE}"/>
              </a:ext>
            </a:extLst>
          </p:cNvPr>
          <p:cNvSpPr/>
          <p:nvPr userDrawn="1"/>
        </p:nvSpPr>
        <p:spPr>
          <a:xfrm>
            <a:off x="6095998" y="5093207"/>
            <a:ext cx="6096002" cy="1764793"/>
          </a:xfrm>
          <a:prstGeom prst="rect">
            <a:avLst/>
          </a:prstGeom>
          <a:solidFill>
            <a:srgbClr val="008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74382-8BA2-CD48-84D7-6B1CDE48F6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98" y="0"/>
            <a:ext cx="6096002" cy="5093207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50E4BD5B-FA1C-CA42-B01F-D6A4F333E0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79966" y="556945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E51963F-09DC-8E4A-88D2-C536162B97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9965" y="5968237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8C32DBD-DA02-E348-877F-086CEC75A1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78598" y="5560830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6EB1CA55-D925-444F-8DA0-8CEF05F20D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597" y="5959610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9555A56F-2156-0C47-9C24-6E95A084A9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77230" y="555309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0AC86934-578D-4547-91D4-0207518575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077229" y="5951877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264516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C36FFF-5CE1-3D98-B4E2-57990F155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DCF59-80B2-224D-AAEF-66D6E35A0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995B5-DBC7-E462-011A-498F4AAD51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251BE4-4F0D-4AA4-BAAC-CC4C78D02F38}" type="datetimeFigureOut">
              <a:rPr lang="en-US" smtClean="0"/>
              <a:t>6/17/2025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3B5B9-85E1-F215-DAE6-ECE84A8B6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773AE-7958-D7A3-021B-85ED4CD1B1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739D7A-EB9E-4DFC-BC3D-9818D0BE10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12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EB86-2163-C855-86D7-016C89498D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r>
              <a:rPr lang="en-US" sz="4400" b="1" dirty="0">
                <a:solidFill>
                  <a:srgbClr val="063A79"/>
                </a:solidFill>
                <a:latin typeface="Poppins SemiBold" pitchFamily="2" charset="77"/>
                <a:cs typeface="Poppins SemiBold" pitchFamily="2" charset="77"/>
              </a:rPr>
              <a:t>Lab Hub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A3E5D5-FE5B-FBAC-14BF-3DA49A05D40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40222" y="5867206"/>
            <a:ext cx="2618307" cy="887101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Cornerstone, </a:t>
            </a:r>
            <a:r>
              <a:rPr lang="en-US" err="1">
                <a:latin typeface="Poppins" panose="00000500000000000000" pitchFamily="2" charset="0"/>
                <a:cs typeface="Poppins" panose="00000500000000000000" pitchFamily="2" charset="0"/>
              </a:rPr>
              <a:t>Archibus</a:t>
            </a: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US" err="1">
                <a:latin typeface="Poppins" panose="00000500000000000000" pitchFamily="2" charset="0"/>
                <a:cs typeface="Poppins" panose="00000500000000000000" pitchFamily="2" charset="0"/>
              </a:rPr>
              <a:t>Wayfinder</a:t>
            </a: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, Hive, and Tableau Integration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BBDC10-0883-DE97-6026-E0816B2536E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929897" y="5867207"/>
            <a:ext cx="3055434" cy="886968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REACT &amp; ENT Development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User Experience &amp; Usability Design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Change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C2D99F-7342-C529-F4CA-37E7EFA50CF4}"/>
              </a:ext>
            </a:extLst>
          </p:cNvPr>
          <p:cNvSpPr txBox="1"/>
          <p:nvPr/>
        </p:nvSpPr>
        <p:spPr>
          <a:xfrm>
            <a:off x="6240222" y="5517816"/>
            <a:ext cx="55418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0" spc="3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Services &amp; Technology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E0B5788-D6F6-3C67-95BC-946ECC581ED9}"/>
              </a:ext>
            </a:extLst>
          </p:cNvPr>
          <p:cNvSpPr txBox="1">
            <a:spLocks/>
          </p:cNvSpPr>
          <p:nvPr/>
        </p:nvSpPr>
        <p:spPr>
          <a:xfrm>
            <a:off x="603250" y="1642368"/>
            <a:ext cx="5065713" cy="4602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400" b="1" dirty="0">
                <a:solidFill>
                  <a:srgbClr val="61728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Business Need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Reality Labs  needed a unified Lab Management Tool.  Their previous  solution siloed systems and overlapping/redundant data sets creating multiple points of “truth.”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400" b="1" dirty="0">
                <a:solidFill>
                  <a:srgbClr val="61728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What We Did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400" dirty="0" err="1">
                <a:latin typeface="Poppins" panose="00000500000000000000" pitchFamily="2" charset="0"/>
                <a:cs typeface="Poppins" panose="00000500000000000000" pitchFamily="2" charset="0"/>
              </a:rPr>
              <a:t>Affirma</a:t>
            </a: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 built a scalable lab management tool on Meta’s internal platform.  Lab Hub is a single point of truth for lab booking, lab usage, and training validation. 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400" b="1" dirty="0">
                <a:solidFill>
                  <a:srgbClr val="617283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Managed Service Team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400" dirty="0">
                <a:latin typeface="Poppins" panose="00000500000000000000" pitchFamily="2" charset="0"/>
                <a:cs typeface="Poppins" panose="00000500000000000000" pitchFamily="2" charset="0"/>
              </a:rPr>
              <a:t>Full Time Project Manager, Data Analyst, Change Management Manager, 4 Engineers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110B3F-75BB-9551-2BC7-D90A77C09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037" y="0"/>
            <a:ext cx="6097057" cy="5278238"/>
          </a:xfrm>
          <a:prstGeom prst="rect">
            <a:avLst/>
          </a:prstGeom>
        </p:spPr>
      </p:pic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65BB2712-C107-47E0-E6FC-A4C349CD1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2248" y="6455664"/>
            <a:ext cx="2743200" cy="154809"/>
          </a:xfrm>
        </p:spPr>
        <p:txBody>
          <a:bodyPr/>
          <a:lstStyle/>
          <a:p>
            <a:fld id="{056F86DB-78DF-EB43-A6BE-40415A3A0052}" type="slidenum">
              <a:rPr lang="en-US" smtClean="0">
                <a:solidFill>
                  <a:schemeClr val="bg1"/>
                </a:solidFill>
              </a:rPr>
              <a:pPr/>
              <a:t>1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3474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>Meta</Named_x0020_Account>
    <Industries xmlns="f0ee8362-fa7e-4bc9-ab88-7dcfb17cb19b">
      <Value>Technology</Value>
    </Industries>
    <PlatTech xmlns="f0ee8362-fa7e-4bc9-ab88-7dcfb17cb19b" xsi:nil="true"/>
    <BusinessUnit xmlns="f0ee8362-fa7e-4bc9-ab88-7dcfb17cb19b">
      <Value>Custom Development</Value>
    </BusinessUnit>
    <Solutions xmlns="f0ee8362-fa7e-4bc9-ab88-7dcfb17cb19b" xsi:nil="true"/>
    <ApprovedByClient xmlns="f0ee8362-fa7e-4bc9-ab88-7dcfb17cb19b">false</ApprovedByClient>
    <ProjectCompletionDate xmlns="f0ee8362-fa7e-4bc9-ab88-7dcfb17cb19b" xsi:nil="true"/>
  </documentManagement>
</p:properties>
</file>

<file path=customXml/itemProps1.xml><?xml version="1.0" encoding="utf-8"?>
<ds:datastoreItem xmlns:ds="http://schemas.openxmlformats.org/officeDocument/2006/customXml" ds:itemID="{96A87FBA-9338-4D27-B630-FA37FE72396B}"/>
</file>

<file path=customXml/itemProps2.xml><?xml version="1.0" encoding="utf-8"?>
<ds:datastoreItem xmlns:ds="http://schemas.openxmlformats.org/officeDocument/2006/customXml" ds:itemID="{4A697EFD-7971-412E-94B9-397A0E3BC8CF}"/>
</file>

<file path=customXml/itemProps3.xml><?xml version="1.0" encoding="utf-8"?>
<ds:datastoreItem xmlns:ds="http://schemas.openxmlformats.org/officeDocument/2006/customXml" ds:itemID="{BD224650-72C3-474B-9A06-F4CD965DCA9D}"/>
</file>

<file path=customXml/itemProps4.xml><?xml version="1.0" encoding="utf-8"?>
<ds:datastoreItem xmlns:ds="http://schemas.openxmlformats.org/officeDocument/2006/customXml" ds:itemID="{953425E1-57C8-43A1-9CA3-ADDB71BEBEA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Poppins</vt:lpstr>
      <vt:lpstr>Poppins SemiBold</vt:lpstr>
      <vt:lpstr>Office Theme</vt:lpstr>
      <vt:lpstr>Lab Hub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Brendan Murphy</dc:creator>
  <cp:lastModifiedBy>Brendan Murphy</cp:lastModifiedBy>
  <cp:revision>1</cp:revision>
  <dcterms:created xsi:type="dcterms:W3CDTF">2025-06-17T23:12:07Z</dcterms:created>
  <dcterms:modified xsi:type="dcterms:W3CDTF">2025-06-17T23:12:23Z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