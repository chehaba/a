
<file path=[Content_Types].xml><?xml version="1.0" encoding="utf-8"?>
<Types xmlns="http://schemas.openxmlformats.org/package/2006/content-types">
  <Default Extension="bin"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
  </p:notesMasterIdLst>
  <p:sldIdLst>
    <p:sldId id="30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openxmlformats.org/officeDocument/2006/relationships/customXml" Target="../customXml/item4.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in Peterson" userId="S::copeterson@affirma.com::06b2b3a9-6c5f-4199-8546-9ee8c5a2a571" providerId="AD" clId="Web-{79721053-ED41-1C00-B047-1EEE0C1A3AAA}"/>
    <pc:docChg chg="modSld">
      <pc:chgData name="Colin Peterson" userId="S::copeterson@affirma.com::06b2b3a9-6c5f-4199-8546-9ee8c5a2a571" providerId="AD" clId="Web-{79721053-ED41-1C00-B047-1EEE0C1A3AAA}" dt="2019-06-27T23:09:17.390" v="1" actId="1076"/>
      <pc:docMkLst>
        <pc:docMk/>
      </pc:docMkLst>
      <pc:sldChg chg="modSp">
        <pc:chgData name="Colin Peterson" userId="S::copeterson@affirma.com::06b2b3a9-6c5f-4199-8546-9ee8c5a2a571" providerId="AD" clId="Web-{79721053-ED41-1C00-B047-1EEE0C1A3AAA}" dt="2019-06-27T23:09:17.390" v="1" actId="1076"/>
        <pc:sldMkLst>
          <pc:docMk/>
          <pc:sldMk cId="2582825011" sldId="300"/>
        </pc:sldMkLst>
        <pc:spChg chg="mod">
          <ac:chgData name="Colin Peterson" userId="S::copeterson@affirma.com::06b2b3a9-6c5f-4199-8546-9ee8c5a2a571" providerId="AD" clId="Web-{79721053-ED41-1C00-B047-1EEE0C1A3AAA}" dt="2019-06-27T23:09:13.312" v="0" actId="1076"/>
          <ac:spMkLst>
            <pc:docMk/>
            <pc:sldMk cId="2582825011" sldId="300"/>
            <ac:spMk id="31" creationId="{EC9A7433-5BCD-4EA6-924A-53FDBF0CAAA6}"/>
          </ac:spMkLst>
        </pc:spChg>
        <pc:spChg chg="mod">
          <ac:chgData name="Colin Peterson" userId="S::copeterson@affirma.com::06b2b3a9-6c5f-4199-8546-9ee8c5a2a571" providerId="AD" clId="Web-{79721053-ED41-1C00-B047-1EEE0C1A3AAA}" dt="2019-06-27T23:09:17.390" v="1" actId="1076"/>
          <ac:spMkLst>
            <pc:docMk/>
            <pc:sldMk cId="2582825011" sldId="300"/>
            <ac:spMk id="33" creationId="{A2CD0AFB-BBEB-434B-985F-3ACF7BE5145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6/27/2019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6/27/2019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ELC in America Lync 2013</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83209" y="98873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&lt;p&gt;Evangelical Lutheran Church of America needed to upgrade their aging landline phone system and had decided to go with Microsoft&amp;rsquo;s Lync to handle and run the new VOIP system. &amp;nbsp;Lync, a digital communication and messaging tool that users encounter with Office 365, doesn&amp;rsquo;t include a number of traditional components found in typical VOIP or landlines but the client wanted to keep those functions. The Requested functions included traditional phone handset interface for calls, enhanced 911 capabilities and voice response groups to ring multiple contacts simultaneously. Additionally, we were asked to install and configure a component which would allow all voicemails to be automatically sent to the designated recipients Microsoft Outlook inbox. The final requirement was to ensure the system could commit to a 99.9999% up time.&lt;/p&gt;
</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2261953" y="1960293"/>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&lt;ul&gt;
	&lt;li&gt;Installed and configured a system which would allow for a handset interface component.&lt;/li&gt;
	&lt;li&gt;To handle the technical requirements and ensure the highest available up-time at 99.9999 we installed 3 front end servers, 2 edge servers and 2 Office web servers.&lt;/li&gt;
	&lt;li&gt;Installed and configured unified messaging capabilities which allowed seamless integration of voice mail delivered to outlook inboxes.&lt;/li&gt;
	&lt;li&gt;Configured Voice Response Group to handle call flows by pressing different numerical combination to reach departments or individuals and configured it with the option to ring multiple users or departments simultaneously.&lt;/li&gt;
&lt;/ul&gt;
</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&lt;p&gt;Client was happy with full production deployment of the Lync communication suite. All of their specific requirements and requests were able to be included in final deployment. Currently, Affirma is still providing some support to help with transition from previous telecoms vendor in addition to including new systems enhancing the scalability of the system.&lt;/p&gt;
</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pic>
        <p:nvPicPr>
          <p:cNvPr id="4" name="Picture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4616" y="3578094"/>
            <a:ext cx="4254500" cy="2755900"/>
          </a:xfrm>
          <a:prstGeom prst="rect">
            <a:avLst/>
          </a:prstGeom>
        </p:spPr>
      </p:pic>
    </p:spTree>
    <p:extLst>
      <p:ext uri="{BB962C8B-B14F-4D97-AF65-F5344CB8AC3E}">
        <p14:creationId xmlns:p14="http://schemas.microsoft.com/office/powerpoint/2010/main" val="2582825011"/>
      </p:ext>
    </p:extLst>
  </p:cSld>
  <p:clrMapOvr>
    <a:masterClrMapping/>
  </p:clrMapOvr>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Infrastructure</Value>
    </BusinessUnit>
    <Solutions xmlns="f0ee8362-fa7e-4bc9-ab88-7dcfb17cb19b" xsi:nil="true"/>
    <Industries xmlns="f0ee8362-fa7e-4bc9-ab88-7dcfb17cb19b" xsi:nil="true"/>
    <Notes0 xmlns="f0ee8362-fa7e-4bc9-ab88-7dcfb17cb19b" xsi:nil="true"/>
    <Named_x0020_Account xmlns="f0ee8362-fa7e-4bc9-ab88-7dcfb17cb19b" xsi:nil="true"/>
    <PlatTech xmlns="f0ee8362-fa7e-4bc9-ab88-7dcfb17cb19b">
      <Value>O365</Value>
    </PlatTech>
    <ApprovedByClient xmlns="f0ee8362-fa7e-4bc9-ab88-7dcfb17cb19b">false</ApprovedByClient>
    <ProjectCompletionDate xmlns="f0ee8362-fa7e-4bc9-ab88-7dcfb17cb19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40c5edf46ad0243c172d3e6a5f6fa751">
  <xsd:schema xmlns:xsd="http://www.w3.org/2001/XMLSchema" xmlns:xs="http://www.w3.org/2001/XMLSchema" xmlns:p="http://schemas.microsoft.com/office/2006/metadata/properties" xmlns:ns2="f0ee8362-fa7e-4bc9-ab88-7dcfb17cb19b" targetNamespace="http://schemas.microsoft.com/office/2006/metadata/properties" ma:root="true" ma:fieldsID="f48774ae5cf6ccd45b30992fa6c2b457"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E4C0F14B-6D91-4BE7-99A2-0B2C573A3240}">
  <ds:schemaRefs>
    <ds:schemaRef ds:uri="http://schemas.microsoft.com/office/2006/metadata/properties"/>
    <ds:schemaRef ds:uri="http://schemas.microsoft.com/office/infopath/2007/PartnerControls"/>
    <ds:schemaRef ds:uri="54243e05-8da7-404c-85e0-0480aaa26276"/>
  </ds:schemaRefs>
</ds:datastoreItem>
</file>

<file path=customXml/itemProps2.xml><?xml version="1.0" encoding="utf-8"?>
<ds:datastoreItem xmlns:ds="http://schemas.openxmlformats.org/officeDocument/2006/customXml" ds:itemID="{22092475-8924-4CF6-93EF-D02AB8FBD8D3}">
  <ds:schemaRefs>
    <ds:schemaRef ds:uri="http://schemas.microsoft.com/sharepoint/v3/contenttype/forms"/>
  </ds:schemaRefs>
</ds:datastoreItem>
</file>

<file path=customXml/itemProps3.xml><?xml version="1.0" encoding="utf-8"?>
<ds:datastoreItem xmlns:ds="http://schemas.openxmlformats.org/officeDocument/2006/customXml" ds:itemID="{530172DB-0DF7-4569-BBE6-012B33E44A45}"/>
</file>

<file path=customXml/itemProps4.xml><?xml version="1.0" encoding="utf-8"?>
<ds:datastoreItem xmlns:ds="http://schemas.openxmlformats.org/officeDocument/2006/customXml" ds:itemID="{5AF90D19-56B1-4D79-A56E-05F4883F31E0}"/>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ELC in America Lync 2013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573</cp:revision>
  <dcterms:created xsi:type="dcterms:W3CDTF">2017-10-09T12:47:23Z</dcterms:created>
  <dcterms:modified xsi:type="dcterms:W3CDTF">2019-06-27T23:09:18Z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60;#Non-Profit|d41e53c6-e81f-4458-bd13-a262ad0b6699</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18900</vt:r8>
  </property>
  <property fmtid="{D5CDD505-2E9C-101B-9397-08002B2CF9AE}" pid="11" name="xd_Signature">
    <vt:bool>false</vt:bool>
  </property>
  <property fmtid="{D5CDD505-2E9C-101B-9397-08002B2CF9AE}" pid="12" name="SO">
    <vt:lpwstr>7;#;#8;#;#18;#;#21;#;#34;#</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