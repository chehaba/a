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303FE-CE75-4512-9AE1-47D5E0E68109}" v="2" dt="2021-03-01T23:13:38.740"/>
    <p1510:client id="{898FC99F-205C-B000-DEDD-F7E15C8CE3E9}" v="1" dt="2021-05-19T22:44:17.72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1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tlin Andrade" userId="S::kandrade@affirma.com::d699e9b3-1d8d-4c82-8778-0e73bb2e5775" providerId="AD" clId="Web-{28E303FE-CE75-4512-9AE1-47D5E0E68109}"/>
    <pc:docChg chg="modSld">
      <pc:chgData name="Kaitlin Andrade" userId="S::kandrade@affirma.com::d699e9b3-1d8d-4c82-8778-0e73bb2e5775" providerId="AD" clId="Web-{28E303FE-CE75-4512-9AE1-47D5E0E68109}" dt="2021-03-01T23:13:38.740" v="1" actId="1076"/>
      <pc:docMkLst>
        <pc:docMk/>
      </pc:docMkLst>
      <pc:sldChg chg="modSp">
        <pc:chgData name="Kaitlin Andrade" userId="S::kandrade@affirma.com::d699e9b3-1d8d-4c82-8778-0e73bb2e5775" providerId="AD" clId="Web-{28E303FE-CE75-4512-9AE1-47D5E0E68109}" dt="2021-03-01T23:13:38.740" v="1" actId="1076"/>
        <pc:sldMkLst>
          <pc:docMk/>
          <pc:sldMk cId="2582825011" sldId="300"/>
        </pc:sldMkLst>
        <pc:spChg chg="mod">
          <ac:chgData name="Kaitlin Andrade" userId="S::kandrade@affirma.com::d699e9b3-1d8d-4c82-8778-0e73bb2e5775" providerId="AD" clId="Web-{28E303FE-CE75-4512-9AE1-47D5E0E68109}" dt="2021-03-01T23:13:38.740" v="1" actId="1076"/>
          <ac:spMkLst>
            <pc:docMk/>
            <pc:sldMk cId="2582825011" sldId="300"/>
            <ac:spMk id="30" creationId="{9665E9BF-B954-4AC7-821E-2E0CD116D915}"/>
          </ac:spMkLst>
        </pc:spChg>
      </pc:sldChg>
    </pc:docChg>
  </pc:docChgLst>
  <pc:docChgLst>
    <pc:chgData name="Victoria Leach" userId="S::vleach@affirma.com::223075a1-4049-4034-83bf-99a408685508" providerId="AD" clId="Web-{898FC99F-205C-B000-DEDD-F7E15C8CE3E9}"/>
    <pc:docChg chg="modSld">
      <pc:chgData name="Victoria Leach" userId="S::vleach@affirma.com::223075a1-4049-4034-83bf-99a408685508" providerId="AD" clId="Web-{898FC99F-205C-B000-DEDD-F7E15C8CE3E9}" dt="2021-05-19T22:44:17.729" v="0"/>
      <pc:docMkLst>
        <pc:docMk/>
      </pc:docMkLst>
      <pc:sldChg chg="delSp">
        <pc:chgData name="Victoria Leach" userId="S::vleach@affirma.com::223075a1-4049-4034-83bf-99a408685508" providerId="AD" clId="Web-{898FC99F-205C-B000-DEDD-F7E15C8CE3E9}" dt="2021-05-19T22:44:17.729" v="0"/>
        <pc:sldMkLst>
          <pc:docMk/>
          <pc:sldMk cId="2582825011" sldId="300"/>
        </pc:sldMkLst>
        <pc:picChg chg="del">
          <ac:chgData name="Victoria Leach" userId="S::vleach@affirma.com::223075a1-4049-4034-83bf-99a408685508" providerId="AD" clId="Web-{898FC99F-205C-B000-DEDD-F7E15C8CE3E9}" dt="2021-05-19T22:44:17.729" v="0"/>
          <ac:picMkLst>
            <pc:docMk/>
            <pc:sldMk cId="2582825011" sldId="300"/>
            <ac:picMk id="4" creationId="{00000000-0000-0000-0000-000000000000}"/>
          </ac:picMkLst>
        </pc:picChg>
      </pc:sldChg>
    </pc:docChg>
  </pc:docChgLst>
  <pc:docChgLst>
    <pc:chgData name="Kaitlin Andrade" userId="d699e9b3-1d8d-4c82-8778-0e73bb2e5775" providerId="ADAL" clId="{E78C264B-5CCC-4B75-B5A9-B6D5879C734E}"/>
    <pc:docChg chg="undo modSld">
      <pc:chgData name="Kaitlin Andrade" userId="d699e9b3-1d8d-4c82-8778-0e73bb2e5775" providerId="ADAL" clId="{E78C264B-5CCC-4B75-B5A9-B6D5879C734E}" dt="2020-11-09T20:45:41.045" v="25" actId="20577"/>
      <pc:docMkLst>
        <pc:docMk/>
      </pc:docMkLst>
      <pc:sldChg chg="modSp">
        <pc:chgData name="Kaitlin Andrade" userId="d699e9b3-1d8d-4c82-8778-0e73bb2e5775" providerId="ADAL" clId="{E78C264B-5CCC-4B75-B5A9-B6D5879C734E}" dt="2020-11-09T20:45:41.045" v="25" actId="20577"/>
        <pc:sldMkLst>
          <pc:docMk/>
          <pc:sldMk cId="2582825011" sldId="300"/>
        </pc:sldMkLst>
        <pc:spChg chg="mod">
          <ac:chgData name="Kaitlin Andrade" userId="d699e9b3-1d8d-4c82-8778-0e73bb2e5775" providerId="ADAL" clId="{E78C264B-5CCC-4B75-B5A9-B6D5879C734E}" dt="2020-11-09T20:45:05.508" v="17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Kaitlin Andrade" userId="d699e9b3-1d8d-4c82-8778-0e73bb2e5775" providerId="ADAL" clId="{E78C264B-5CCC-4B75-B5A9-B6D5879C734E}" dt="2020-11-09T20:12:24.920" v="12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Kaitlin Andrade" userId="d699e9b3-1d8d-4c82-8778-0e73bb2e5775" providerId="ADAL" clId="{E78C264B-5CCC-4B75-B5A9-B6D5879C734E}" dt="2020-11-09T20:45:16.780" v="18" actId="1076"/>
          <ac:spMkLst>
            <pc:docMk/>
            <pc:sldMk cId="2582825011" sldId="300"/>
            <ac:spMk id="34" creationId="{EC17F625-2EC2-4F28-895B-03B104D7945A}"/>
          </ac:spMkLst>
        </pc:spChg>
        <pc:spChg chg="mod">
          <ac:chgData name="Kaitlin Andrade" userId="d699e9b3-1d8d-4c82-8778-0e73bb2e5775" providerId="ADAL" clId="{E78C264B-5CCC-4B75-B5A9-B6D5879C734E}" dt="2020-11-09T20:45:41.045" v="25" actId="20577"/>
          <ac:spMkLst>
            <pc:docMk/>
            <pc:sldMk cId="2582825011" sldId="300"/>
            <ac:spMk id="35" creationId="{127A5A2A-6A75-46BB-A872-3D435F9C8C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screenshotplace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screenshotplace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Oberto – O365 Migration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9896" y="1419832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234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Oberto</a:t>
            </a:r>
            <a:r>
              <a:rPr lang="en-US" sz="1100" b="0" i="0" kern="1200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, a snack foods company, came to Affirma and with a need to update its aging, low availability, infrastructure to a more modern practice. They had 3 lower capacity on premises servers with no room for additional growth, yet they as an organization were looking towards growth in the near future. Similarly, they had no Instant Messaging/collaboration tool in place for employee to communicate and collaborate with one another. </a:t>
            </a: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Oberto</a:t>
            </a:r>
            <a:r>
              <a:rPr lang="en-US" sz="1100" b="0" i="0" kern="1200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 needed a comprehensive solution which would allow them flexible growth plans, high server availability, and a dynamic instant communication tool for cohesive communication.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2926" y="4304909"/>
            <a:ext cx="5533147" cy="1076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Moved all users to the cloud for Exchange and Lync, which increased server reliability and user storage capacity from under 1 GB to 50 GB, and deployed login services for a SSO experience.
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80175" y="4072610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58128" y="5381358"/>
            <a:ext cx="5517672" cy="1584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All existing users across the organization were moved to Office 365&amp;rsquo;s flexible cloud based solution, increasing availability and storage for users. Similarly, the added function of Lync addressed the need for a collaboration and instant messaging tool. </a:t>
            </a: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Oberto</a:t>
            </a:r>
            <a:r>
              <a:rPr lang="en-US" sz="1100" b="0" i="0" kern="1200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 is currently in the process of growing and will be able to easily add new users and content to fit their needs. 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3" name="Picture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646" y="1565275"/>
            <a:ext cx="1781175" cy="177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Infrastructure</Value>
    </BusinessUnit>
    <Solutions xmlns="f0ee8362-fa7e-4bc9-ab88-7dcfb17cb19b" xsi:nil="true"/>
    <Industries xmlns="f0ee8362-fa7e-4bc9-ab88-7dcfb17cb19b" xsi:nil="true"/>
    <Notes0 xmlns="f0ee8362-fa7e-4bc9-ab88-7dcfb17cb19b" xsi:nil="true"/>
    <Named_x0020_Account xmlns="f0ee8362-fa7e-4bc9-ab88-7dcfb17cb19b" xsi:nil="true"/>
    <PlatTech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51A982A7-B817-4EB3-9BF0-F5C6C4466A7E}"/>
</file>

<file path=customXml/itemProps2.xml><?xml version="1.0" encoding="utf-8"?>
<ds:datastoreItem xmlns:ds="http://schemas.openxmlformats.org/officeDocument/2006/customXml" ds:itemID="{D305A680-7CDE-4081-BC9D-F0B3572381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8E79F8-49CE-4A07-8454-4A8A9D5BA242}">
  <ds:schemaRefs>
    <ds:schemaRef ds:uri="357972b2-b7ed-48bc-bbb4-0804bacba9d2"/>
    <ds:schemaRef ds:uri="54243e05-8da7-404c-85e0-0480aaa26276"/>
    <ds:schemaRef ds:uri="7b4220d0-7dfa-4105-8a9f-61778b1dcc8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B3899125-561B-4BC5-BDF6-13F69EFD8EB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Oberto – O365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2</cp:revision>
  <dcterms:created xsi:type="dcterms:W3CDTF">2017-10-09T12:47:23Z</dcterms:created>
  <dcterms:modified xsi:type="dcterms:W3CDTF">2021-05-19T22:44:18Z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38;#Food|46041b94-1b79-4ecc-9dec-124819e4695a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22800</vt:r8>
  </property>
  <property fmtid="{D5CDD505-2E9C-101B-9397-08002B2CF9AE}" pid="11" name="xd_Signature">
    <vt:bool>false</vt:bool>
  </property>
  <property fmtid="{D5CDD505-2E9C-101B-9397-08002B2CF9AE}" pid="12" name="SO">
    <vt:lpwstr>1;#;#15;#;#16;#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