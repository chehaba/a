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1919"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5" d="100"/>
          <a:sy n="55" d="100"/>
        </p:scale>
        <p:origin x="758"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4.xml"/><Relationship Id="rId4" Type="http://schemas.openxmlformats.org/officeDocument/2006/relationships/viewProps" Target="viewProps.xml"/><Relationship Id="rId9"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FFFAC-F55A-4D62-93FA-E1925C59F1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119F06-CD2E-41A9-B7B0-BE09373D2E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8FB212-59F1-4892-9049-4FCCE36C0FC8}"/>
              </a:ext>
            </a:extLst>
          </p:cNvPr>
          <p:cNvSpPr>
            <a:spLocks noGrp="1"/>
          </p:cNvSpPr>
          <p:nvPr>
            <p:ph type="dt" sz="half" idx="10"/>
          </p:nvPr>
        </p:nvSpPr>
        <p:spPr/>
        <p:txBody>
          <a:bodyPr/>
          <a:lstStyle/>
          <a:p>
            <a:fld id="{F40C8217-1E9F-4A92-AD61-C6DAB1B30904}" type="datetimeFigureOut">
              <a:rPr lang="en-US" smtClean="0"/>
              <a:t>5/7/2021</a:t>
            </a:fld>
            <a:endParaRPr lang="en-US"/>
          </a:p>
        </p:txBody>
      </p:sp>
      <p:sp>
        <p:nvSpPr>
          <p:cNvPr id="5" name="Footer Placeholder 4">
            <a:extLst>
              <a:ext uri="{FF2B5EF4-FFF2-40B4-BE49-F238E27FC236}">
                <a16:creationId xmlns:a16="http://schemas.microsoft.com/office/drawing/2014/main" id="{2FE01440-6FEB-4EC5-AE89-48878213B8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C1C93A-3B38-4023-BA46-9506575041A5}"/>
              </a:ext>
            </a:extLst>
          </p:cNvPr>
          <p:cNvSpPr>
            <a:spLocks noGrp="1"/>
          </p:cNvSpPr>
          <p:nvPr>
            <p:ph type="sldNum" sz="quarter" idx="12"/>
          </p:nvPr>
        </p:nvSpPr>
        <p:spPr/>
        <p:txBody>
          <a:bodyPr/>
          <a:lstStyle/>
          <a:p>
            <a:fld id="{9157341D-8B63-46E0-B2B7-88E72B3E970F}" type="slidenum">
              <a:rPr lang="en-US" smtClean="0"/>
              <a:t>‹#›</a:t>
            </a:fld>
            <a:endParaRPr lang="en-US"/>
          </a:p>
        </p:txBody>
      </p:sp>
    </p:spTree>
    <p:extLst>
      <p:ext uri="{BB962C8B-B14F-4D97-AF65-F5344CB8AC3E}">
        <p14:creationId xmlns:p14="http://schemas.microsoft.com/office/powerpoint/2010/main" val="3961430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486D-8FA4-4B71-A05E-DD6283036E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11101A-9175-4196-B547-9BDF21506A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7A60E4-53AC-445C-9101-8F80CF98AB3D}"/>
              </a:ext>
            </a:extLst>
          </p:cNvPr>
          <p:cNvSpPr>
            <a:spLocks noGrp="1"/>
          </p:cNvSpPr>
          <p:nvPr>
            <p:ph type="dt" sz="half" idx="10"/>
          </p:nvPr>
        </p:nvSpPr>
        <p:spPr/>
        <p:txBody>
          <a:bodyPr/>
          <a:lstStyle/>
          <a:p>
            <a:fld id="{F40C8217-1E9F-4A92-AD61-C6DAB1B30904}" type="datetimeFigureOut">
              <a:rPr lang="en-US" smtClean="0"/>
              <a:t>5/7/2021</a:t>
            </a:fld>
            <a:endParaRPr lang="en-US"/>
          </a:p>
        </p:txBody>
      </p:sp>
      <p:sp>
        <p:nvSpPr>
          <p:cNvPr id="5" name="Footer Placeholder 4">
            <a:extLst>
              <a:ext uri="{FF2B5EF4-FFF2-40B4-BE49-F238E27FC236}">
                <a16:creationId xmlns:a16="http://schemas.microsoft.com/office/drawing/2014/main" id="{F0E83333-BE74-4A6D-BD66-14780C3DA4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2D6C22-B09E-4F4F-BDF8-29033399CB16}"/>
              </a:ext>
            </a:extLst>
          </p:cNvPr>
          <p:cNvSpPr>
            <a:spLocks noGrp="1"/>
          </p:cNvSpPr>
          <p:nvPr>
            <p:ph type="sldNum" sz="quarter" idx="12"/>
          </p:nvPr>
        </p:nvSpPr>
        <p:spPr/>
        <p:txBody>
          <a:bodyPr/>
          <a:lstStyle/>
          <a:p>
            <a:fld id="{9157341D-8B63-46E0-B2B7-88E72B3E970F}" type="slidenum">
              <a:rPr lang="en-US" smtClean="0"/>
              <a:t>‹#›</a:t>
            </a:fld>
            <a:endParaRPr lang="en-US"/>
          </a:p>
        </p:txBody>
      </p:sp>
    </p:spTree>
    <p:extLst>
      <p:ext uri="{BB962C8B-B14F-4D97-AF65-F5344CB8AC3E}">
        <p14:creationId xmlns:p14="http://schemas.microsoft.com/office/powerpoint/2010/main" val="3996222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13769-A6BF-4DC5-B7B8-258E325679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94AC05-9BC2-433B-B81F-B532F7BE18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31B754-419E-42C4-A874-50BF9BE75519}"/>
              </a:ext>
            </a:extLst>
          </p:cNvPr>
          <p:cNvSpPr>
            <a:spLocks noGrp="1"/>
          </p:cNvSpPr>
          <p:nvPr>
            <p:ph type="dt" sz="half" idx="10"/>
          </p:nvPr>
        </p:nvSpPr>
        <p:spPr/>
        <p:txBody>
          <a:bodyPr/>
          <a:lstStyle/>
          <a:p>
            <a:fld id="{F40C8217-1E9F-4A92-AD61-C6DAB1B30904}" type="datetimeFigureOut">
              <a:rPr lang="en-US" smtClean="0"/>
              <a:t>5/7/2021</a:t>
            </a:fld>
            <a:endParaRPr lang="en-US"/>
          </a:p>
        </p:txBody>
      </p:sp>
      <p:sp>
        <p:nvSpPr>
          <p:cNvPr id="5" name="Footer Placeholder 4">
            <a:extLst>
              <a:ext uri="{FF2B5EF4-FFF2-40B4-BE49-F238E27FC236}">
                <a16:creationId xmlns:a16="http://schemas.microsoft.com/office/drawing/2014/main" id="{890AF6EF-6C30-44B7-941B-7E997803D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E8AE0-A7C9-4ED3-BD28-22DF4DBA37F5}"/>
              </a:ext>
            </a:extLst>
          </p:cNvPr>
          <p:cNvSpPr>
            <a:spLocks noGrp="1"/>
          </p:cNvSpPr>
          <p:nvPr>
            <p:ph type="sldNum" sz="quarter" idx="12"/>
          </p:nvPr>
        </p:nvSpPr>
        <p:spPr/>
        <p:txBody>
          <a:bodyPr/>
          <a:lstStyle/>
          <a:p>
            <a:fld id="{9157341D-8B63-46E0-B2B7-88E72B3E970F}" type="slidenum">
              <a:rPr lang="en-US" smtClean="0"/>
              <a:t>‹#›</a:t>
            </a:fld>
            <a:endParaRPr lang="en-US"/>
          </a:p>
        </p:txBody>
      </p:sp>
    </p:spTree>
    <p:extLst>
      <p:ext uri="{BB962C8B-B14F-4D97-AF65-F5344CB8AC3E}">
        <p14:creationId xmlns:p14="http://schemas.microsoft.com/office/powerpoint/2010/main" val="2486923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98D13-2A52-4E15-8908-5EEFED06A1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B10C13-9740-47AF-B394-E74CB9E872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0F9718-8B85-4299-AABE-F5FC914A3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32892C-A394-4F51-B6FC-A22BA79361D2}"/>
              </a:ext>
            </a:extLst>
          </p:cNvPr>
          <p:cNvSpPr>
            <a:spLocks noGrp="1"/>
          </p:cNvSpPr>
          <p:nvPr>
            <p:ph type="dt" sz="half" idx="10"/>
          </p:nvPr>
        </p:nvSpPr>
        <p:spPr/>
        <p:txBody>
          <a:bodyPr/>
          <a:lstStyle/>
          <a:p>
            <a:fld id="{F40C8217-1E9F-4A92-AD61-C6DAB1B30904}" type="datetimeFigureOut">
              <a:rPr lang="en-US" smtClean="0"/>
              <a:t>5/7/2021</a:t>
            </a:fld>
            <a:endParaRPr lang="en-US"/>
          </a:p>
        </p:txBody>
      </p:sp>
      <p:sp>
        <p:nvSpPr>
          <p:cNvPr id="6" name="Footer Placeholder 5">
            <a:extLst>
              <a:ext uri="{FF2B5EF4-FFF2-40B4-BE49-F238E27FC236}">
                <a16:creationId xmlns:a16="http://schemas.microsoft.com/office/drawing/2014/main" id="{81AA88D0-A307-4F44-93E2-ACC2DE3338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FDBD5B-B0D8-479E-84B8-C292A5F3E9C3}"/>
              </a:ext>
            </a:extLst>
          </p:cNvPr>
          <p:cNvSpPr>
            <a:spLocks noGrp="1"/>
          </p:cNvSpPr>
          <p:nvPr>
            <p:ph type="sldNum" sz="quarter" idx="12"/>
          </p:nvPr>
        </p:nvSpPr>
        <p:spPr/>
        <p:txBody>
          <a:bodyPr/>
          <a:lstStyle/>
          <a:p>
            <a:fld id="{9157341D-8B63-46E0-B2B7-88E72B3E970F}" type="slidenum">
              <a:rPr lang="en-US" smtClean="0"/>
              <a:t>‹#›</a:t>
            </a:fld>
            <a:endParaRPr lang="en-US"/>
          </a:p>
        </p:txBody>
      </p:sp>
    </p:spTree>
    <p:extLst>
      <p:ext uri="{BB962C8B-B14F-4D97-AF65-F5344CB8AC3E}">
        <p14:creationId xmlns:p14="http://schemas.microsoft.com/office/powerpoint/2010/main" val="4026405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C4B4A-0CC3-42D8-8B94-08E34EB788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EAF3EC-D3F3-4A9D-9DA5-9D97B4F552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2353CF-3CA2-4B43-9198-E66B187860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2D9DB6-3C67-4136-92BB-DB1F16562D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1224CF-C9C0-4815-85D2-707FC4DD78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D5ADAC-0627-4B13-851C-B822248FA9FD}"/>
              </a:ext>
            </a:extLst>
          </p:cNvPr>
          <p:cNvSpPr>
            <a:spLocks noGrp="1"/>
          </p:cNvSpPr>
          <p:nvPr>
            <p:ph type="dt" sz="half" idx="10"/>
          </p:nvPr>
        </p:nvSpPr>
        <p:spPr/>
        <p:txBody>
          <a:bodyPr/>
          <a:lstStyle/>
          <a:p>
            <a:fld id="{F40C8217-1E9F-4A92-AD61-C6DAB1B30904}" type="datetimeFigureOut">
              <a:rPr lang="en-US" smtClean="0"/>
              <a:t>5/7/2021</a:t>
            </a:fld>
            <a:endParaRPr lang="en-US"/>
          </a:p>
        </p:txBody>
      </p:sp>
      <p:sp>
        <p:nvSpPr>
          <p:cNvPr id="8" name="Footer Placeholder 7">
            <a:extLst>
              <a:ext uri="{FF2B5EF4-FFF2-40B4-BE49-F238E27FC236}">
                <a16:creationId xmlns:a16="http://schemas.microsoft.com/office/drawing/2014/main" id="{C401BFDD-F2C8-4D5D-BC3C-96FA0CCBE7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BB6D4D-58F9-4202-BF4F-DCBBE75C3BA5}"/>
              </a:ext>
            </a:extLst>
          </p:cNvPr>
          <p:cNvSpPr>
            <a:spLocks noGrp="1"/>
          </p:cNvSpPr>
          <p:nvPr>
            <p:ph type="sldNum" sz="quarter" idx="12"/>
          </p:nvPr>
        </p:nvSpPr>
        <p:spPr/>
        <p:txBody>
          <a:bodyPr/>
          <a:lstStyle/>
          <a:p>
            <a:fld id="{9157341D-8B63-46E0-B2B7-88E72B3E970F}" type="slidenum">
              <a:rPr lang="en-US" smtClean="0"/>
              <a:t>‹#›</a:t>
            </a:fld>
            <a:endParaRPr lang="en-US"/>
          </a:p>
        </p:txBody>
      </p:sp>
    </p:spTree>
    <p:extLst>
      <p:ext uri="{BB962C8B-B14F-4D97-AF65-F5344CB8AC3E}">
        <p14:creationId xmlns:p14="http://schemas.microsoft.com/office/powerpoint/2010/main" val="192025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A9E49-721B-4770-BF78-363550EDB1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12CA07-2054-46B3-805E-F6F79C1FF910}"/>
              </a:ext>
            </a:extLst>
          </p:cNvPr>
          <p:cNvSpPr>
            <a:spLocks noGrp="1"/>
          </p:cNvSpPr>
          <p:nvPr>
            <p:ph type="dt" sz="half" idx="10"/>
          </p:nvPr>
        </p:nvSpPr>
        <p:spPr/>
        <p:txBody>
          <a:bodyPr/>
          <a:lstStyle/>
          <a:p>
            <a:fld id="{F40C8217-1E9F-4A92-AD61-C6DAB1B30904}" type="datetimeFigureOut">
              <a:rPr lang="en-US" smtClean="0"/>
              <a:t>5/7/2021</a:t>
            </a:fld>
            <a:endParaRPr lang="en-US"/>
          </a:p>
        </p:txBody>
      </p:sp>
      <p:sp>
        <p:nvSpPr>
          <p:cNvPr id="4" name="Footer Placeholder 3">
            <a:extLst>
              <a:ext uri="{FF2B5EF4-FFF2-40B4-BE49-F238E27FC236}">
                <a16:creationId xmlns:a16="http://schemas.microsoft.com/office/drawing/2014/main" id="{EED09BB0-77AE-42DE-AF86-FF42589EF3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60E04E-28B7-49F9-8E82-21EE3B0B1A02}"/>
              </a:ext>
            </a:extLst>
          </p:cNvPr>
          <p:cNvSpPr>
            <a:spLocks noGrp="1"/>
          </p:cNvSpPr>
          <p:nvPr>
            <p:ph type="sldNum" sz="quarter" idx="12"/>
          </p:nvPr>
        </p:nvSpPr>
        <p:spPr/>
        <p:txBody>
          <a:bodyPr/>
          <a:lstStyle/>
          <a:p>
            <a:fld id="{9157341D-8B63-46E0-B2B7-88E72B3E970F}" type="slidenum">
              <a:rPr lang="en-US" smtClean="0"/>
              <a:t>‹#›</a:t>
            </a:fld>
            <a:endParaRPr lang="en-US"/>
          </a:p>
        </p:txBody>
      </p:sp>
    </p:spTree>
    <p:extLst>
      <p:ext uri="{BB962C8B-B14F-4D97-AF65-F5344CB8AC3E}">
        <p14:creationId xmlns:p14="http://schemas.microsoft.com/office/powerpoint/2010/main" val="756346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751DDB-080D-453E-A7B1-303C0C80CD20}"/>
              </a:ext>
            </a:extLst>
          </p:cNvPr>
          <p:cNvSpPr>
            <a:spLocks noGrp="1"/>
          </p:cNvSpPr>
          <p:nvPr>
            <p:ph type="dt" sz="half" idx="10"/>
          </p:nvPr>
        </p:nvSpPr>
        <p:spPr/>
        <p:txBody>
          <a:bodyPr/>
          <a:lstStyle/>
          <a:p>
            <a:fld id="{F40C8217-1E9F-4A92-AD61-C6DAB1B30904}" type="datetimeFigureOut">
              <a:rPr lang="en-US" smtClean="0"/>
              <a:t>5/7/2021</a:t>
            </a:fld>
            <a:endParaRPr lang="en-US"/>
          </a:p>
        </p:txBody>
      </p:sp>
      <p:sp>
        <p:nvSpPr>
          <p:cNvPr id="3" name="Footer Placeholder 2">
            <a:extLst>
              <a:ext uri="{FF2B5EF4-FFF2-40B4-BE49-F238E27FC236}">
                <a16:creationId xmlns:a16="http://schemas.microsoft.com/office/drawing/2014/main" id="{E642A4BE-B22A-4B3F-8DB5-ADA7A84AC9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05307C-1F0D-4374-A743-1624886FACBB}"/>
              </a:ext>
            </a:extLst>
          </p:cNvPr>
          <p:cNvSpPr>
            <a:spLocks noGrp="1"/>
          </p:cNvSpPr>
          <p:nvPr>
            <p:ph type="sldNum" sz="quarter" idx="12"/>
          </p:nvPr>
        </p:nvSpPr>
        <p:spPr/>
        <p:txBody>
          <a:bodyPr/>
          <a:lstStyle/>
          <a:p>
            <a:fld id="{9157341D-8B63-46E0-B2B7-88E72B3E970F}" type="slidenum">
              <a:rPr lang="en-US" smtClean="0"/>
              <a:t>‹#›</a:t>
            </a:fld>
            <a:endParaRPr lang="en-US"/>
          </a:p>
        </p:txBody>
      </p:sp>
    </p:spTree>
    <p:extLst>
      <p:ext uri="{BB962C8B-B14F-4D97-AF65-F5344CB8AC3E}">
        <p14:creationId xmlns:p14="http://schemas.microsoft.com/office/powerpoint/2010/main" val="1711863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992D6-3201-4F75-B34B-22CF1F6FAD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2FDA4D-76B1-4B99-82F8-6625A731C0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8C8CFB-353C-4548-AF60-874DB6044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135135-1A70-49D1-A515-25777E5CCD79}"/>
              </a:ext>
            </a:extLst>
          </p:cNvPr>
          <p:cNvSpPr>
            <a:spLocks noGrp="1"/>
          </p:cNvSpPr>
          <p:nvPr>
            <p:ph type="dt" sz="half" idx="10"/>
          </p:nvPr>
        </p:nvSpPr>
        <p:spPr/>
        <p:txBody>
          <a:bodyPr/>
          <a:lstStyle/>
          <a:p>
            <a:fld id="{F40C8217-1E9F-4A92-AD61-C6DAB1B30904}" type="datetimeFigureOut">
              <a:rPr lang="en-US" smtClean="0"/>
              <a:t>5/7/2021</a:t>
            </a:fld>
            <a:endParaRPr lang="en-US"/>
          </a:p>
        </p:txBody>
      </p:sp>
      <p:sp>
        <p:nvSpPr>
          <p:cNvPr id="6" name="Footer Placeholder 5">
            <a:extLst>
              <a:ext uri="{FF2B5EF4-FFF2-40B4-BE49-F238E27FC236}">
                <a16:creationId xmlns:a16="http://schemas.microsoft.com/office/drawing/2014/main" id="{4FD5D6F8-78E1-4BF0-9E51-D532A662FE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3CA19D-0D8D-43D0-A400-DAFCA3BDACC3}"/>
              </a:ext>
            </a:extLst>
          </p:cNvPr>
          <p:cNvSpPr>
            <a:spLocks noGrp="1"/>
          </p:cNvSpPr>
          <p:nvPr>
            <p:ph type="sldNum" sz="quarter" idx="12"/>
          </p:nvPr>
        </p:nvSpPr>
        <p:spPr/>
        <p:txBody>
          <a:bodyPr/>
          <a:lstStyle/>
          <a:p>
            <a:fld id="{9157341D-8B63-46E0-B2B7-88E72B3E970F}" type="slidenum">
              <a:rPr lang="en-US" smtClean="0"/>
              <a:t>‹#›</a:t>
            </a:fld>
            <a:endParaRPr lang="en-US"/>
          </a:p>
        </p:txBody>
      </p:sp>
    </p:spTree>
    <p:extLst>
      <p:ext uri="{BB962C8B-B14F-4D97-AF65-F5344CB8AC3E}">
        <p14:creationId xmlns:p14="http://schemas.microsoft.com/office/powerpoint/2010/main" val="3941957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59D0-D018-4230-BD8D-64E152901C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D0C904-70EA-456F-B37D-E082AF0175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1F6D87-6B88-48C2-8CB5-96D91E7917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1002FD-EFD4-48DC-B8A1-845E61F14C8D}"/>
              </a:ext>
            </a:extLst>
          </p:cNvPr>
          <p:cNvSpPr>
            <a:spLocks noGrp="1"/>
          </p:cNvSpPr>
          <p:nvPr>
            <p:ph type="dt" sz="half" idx="10"/>
          </p:nvPr>
        </p:nvSpPr>
        <p:spPr/>
        <p:txBody>
          <a:bodyPr/>
          <a:lstStyle/>
          <a:p>
            <a:fld id="{F40C8217-1E9F-4A92-AD61-C6DAB1B30904}" type="datetimeFigureOut">
              <a:rPr lang="en-US" smtClean="0"/>
              <a:t>5/7/2021</a:t>
            </a:fld>
            <a:endParaRPr lang="en-US"/>
          </a:p>
        </p:txBody>
      </p:sp>
      <p:sp>
        <p:nvSpPr>
          <p:cNvPr id="6" name="Footer Placeholder 5">
            <a:extLst>
              <a:ext uri="{FF2B5EF4-FFF2-40B4-BE49-F238E27FC236}">
                <a16:creationId xmlns:a16="http://schemas.microsoft.com/office/drawing/2014/main" id="{A4BDB095-BAEF-4C50-8515-6C072284EE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9E0C28-9E2B-4178-8CBF-235B98BF8231}"/>
              </a:ext>
            </a:extLst>
          </p:cNvPr>
          <p:cNvSpPr>
            <a:spLocks noGrp="1"/>
          </p:cNvSpPr>
          <p:nvPr>
            <p:ph type="sldNum" sz="quarter" idx="12"/>
          </p:nvPr>
        </p:nvSpPr>
        <p:spPr/>
        <p:txBody>
          <a:bodyPr/>
          <a:lstStyle/>
          <a:p>
            <a:fld id="{9157341D-8B63-46E0-B2B7-88E72B3E970F}" type="slidenum">
              <a:rPr lang="en-US" smtClean="0"/>
              <a:t>‹#›</a:t>
            </a:fld>
            <a:endParaRPr lang="en-US"/>
          </a:p>
        </p:txBody>
      </p:sp>
    </p:spTree>
    <p:extLst>
      <p:ext uri="{BB962C8B-B14F-4D97-AF65-F5344CB8AC3E}">
        <p14:creationId xmlns:p14="http://schemas.microsoft.com/office/powerpoint/2010/main" val="2392282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30889-87A0-4C45-B701-156B220A24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FCDBB5-3280-4471-8ECC-196C6DF81E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818958-1514-439F-AC6E-56A873BA33E4}"/>
              </a:ext>
            </a:extLst>
          </p:cNvPr>
          <p:cNvSpPr>
            <a:spLocks noGrp="1"/>
          </p:cNvSpPr>
          <p:nvPr>
            <p:ph type="dt" sz="half" idx="10"/>
          </p:nvPr>
        </p:nvSpPr>
        <p:spPr/>
        <p:txBody>
          <a:bodyPr/>
          <a:lstStyle/>
          <a:p>
            <a:fld id="{F40C8217-1E9F-4A92-AD61-C6DAB1B30904}" type="datetimeFigureOut">
              <a:rPr lang="en-US" smtClean="0"/>
              <a:t>5/7/2021</a:t>
            </a:fld>
            <a:endParaRPr lang="en-US"/>
          </a:p>
        </p:txBody>
      </p:sp>
      <p:sp>
        <p:nvSpPr>
          <p:cNvPr id="5" name="Footer Placeholder 4">
            <a:extLst>
              <a:ext uri="{FF2B5EF4-FFF2-40B4-BE49-F238E27FC236}">
                <a16:creationId xmlns:a16="http://schemas.microsoft.com/office/drawing/2014/main" id="{7376A930-8747-4B9A-923C-7875510689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DC822A-6DA4-4501-8A8D-2129A50D21EF}"/>
              </a:ext>
            </a:extLst>
          </p:cNvPr>
          <p:cNvSpPr>
            <a:spLocks noGrp="1"/>
          </p:cNvSpPr>
          <p:nvPr>
            <p:ph type="sldNum" sz="quarter" idx="12"/>
          </p:nvPr>
        </p:nvSpPr>
        <p:spPr/>
        <p:txBody>
          <a:bodyPr/>
          <a:lstStyle/>
          <a:p>
            <a:fld id="{9157341D-8B63-46E0-B2B7-88E72B3E970F}" type="slidenum">
              <a:rPr lang="en-US" smtClean="0"/>
              <a:t>‹#›</a:t>
            </a:fld>
            <a:endParaRPr lang="en-US"/>
          </a:p>
        </p:txBody>
      </p:sp>
    </p:spTree>
    <p:extLst>
      <p:ext uri="{BB962C8B-B14F-4D97-AF65-F5344CB8AC3E}">
        <p14:creationId xmlns:p14="http://schemas.microsoft.com/office/powerpoint/2010/main" val="3600794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C60DC0-FFDE-488D-B4C4-B20DCCD67F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9BE736-2CB0-4CF7-80B8-19BEC91799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9A1FF0-2DF9-4AA7-8762-28E0085297EA}"/>
              </a:ext>
            </a:extLst>
          </p:cNvPr>
          <p:cNvSpPr>
            <a:spLocks noGrp="1"/>
          </p:cNvSpPr>
          <p:nvPr>
            <p:ph type="dt" sz="half" idx="10"/>
          </p:nvPr>
        </p:nvSpPr>
        <p:spPr/>
        <p:txBody>
          <a:bodyPr/>
          <a:lstStyle/>
          <a:p>
            <a:fld id="{F40C8217-1E9F-4A92-AD61-C6DAB1B30904}" type="datetimeFigureOut">
              <a:rPr lang="en-US" smtClean="0"/>
              <a:t>5/7/2021</a:t>
            </a:fld>
            <a:endParaRPr lang="en-US"/>
          </a:p>
        </p:txBody>
      </p:sp>
      <p:sp>
        <p:nvSpPr>
          <p:cNvPr id="5" name="Footer Placeholder 4">
            <a:extLst>
              <a:ext uri="{FF2B5EF4-FFF2-40B4-BE49-F238E27FC236}">
                <a16:creationId xmlns:a16="http://schemas.microsoft.com/office/drawing/2014/main" id="{96BC2A90-88BF-4D73-A70E-F6BE4BB9CE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4E7C23-6E1A-4B5C-98B3-2EAB7B4DF406}"/>
              </a:ext>
            </a:extLst>
          </p:cNvPr>
          <p:cNvSpPr>
            <a:spLocks noGrp="1"/>
          </p:cNvSpPr>
          <p:nvPr>
            <p:ph type="sldNum" sz="quarter" idx="12"/>
          </p:nvPr>
        </p:nvSpPr>
        <p:spPr/>
        <p:txBody>
          <a:bodyPr/>
          <a:lstStyle/>
          <a:p>
            <a:fld id="{9157341D-8B63-46E0-B2B7-88E72B3E970F}" type="slidenum">
              <a:rPr lang="en-US" smtClean="0"/>
              <a:t>‹#›</a:t>
            </a:fld>
            <a:endParaRPr lang="en-US"/>
          </a:p>
        </p:txBody>
      </p:sp>
    </p:spTree>
    <p:extLst>
      <p:ext uri="{BB962C8B-B14F-4D97-AF65-F5344CB8AC3E}">
        <p14:creationId xmlns:p14="http://schemas.microsoft.com/office/powerpoint/2010/main" val="3257786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3 column 2">
    <p:spTree>
      <p:nvGrpSpPr>
        <p:cNvPr id="1" name=""/>
        <p:cNvGrpSpPr/>
        <p:nvPr/>
      </p:nvGrpSpPr>
      <p:grpSpPr>
        <a:xfrm>
          <a:off x="0" y="0"/>
          <a:ext cx="0" cy="0"/>
          <a:chOff x="0" y="0"/>
          <a:chExt cx="0" cy="0"/>
        </a:xfrm>
      </p:grpSpPr>
      <p:sp>
        <p:nvSpPr>
          <p:cNvPr id="17" name="Picture Placeholder 3">
            <a:extLst>
              <a:ext uri="{FF2B5EF4-FFF2-40B4-BE49-F238E27FC236}">
                <a16:creationId xmlns:a16="http://schemas.microsoft.com/office/drawing/2014/main" id="{F1481B15-7EC7-6F4A-B2A5-B009A4258874}"/>
              </a:ext>
            </a:extLst>
          </p:cNvPr>
          <p:cNvSpPr>
            <a:spLocks noGrp="1"/>
          </p:cNvSpPr>
          <p:nvPr>
            <p:ph type="pic" sz="quarter" idx="14"/>
          </p:nvPr>
        </p:nvSpPr>
        <p:spPr>
          <a:xfrm>
            <a:off x="4709620" y="1873250"/>
            <a:ext cx="2757487" cy="1735138"/>
          </a:xfrm>
        </p:spPr>
        <p:txBody>
          <a:bodyPr>
            <a:normAutofit/>
          </a:bodyPr>
          <a:lstStyle>
            <a:lvl1pPr marL="0" indent="0">
              <a:buNone/>
              <a:defRPr sz="1200" b="0" i="0">
                <a:latin typeface="Arial" panose="020B0604020202020204" pitchFamily="34" charset="0"/>
                <a:cs typeface="Arial" panose="020B0604020202020204" pitchFamily="34" charset="0"/>
              </a:defRPr>
            </a:lvl1pPr>
          </a:lstStyle>
          <a:p>
            <a:endParaRPr lang="en-US"/>
          </a:p>
        </p:txBody>
      </p:sp>
      <p:sp>
        <p:nvSpPr>
          <p:cNvPr id="18" name="Picture Placeholder 3">
            <a:extLst>
              <a:ext uri="{FF2B5EF4-FFF2-40B4-BE49-F238E27FC236}">
                <a16:creationId xmlns:a16="http://schemas.microsoft.com/office/drawing/2014/main" id="{AC282AC2-BECF-2543-8629-470F64719AC0}"/>
              </a:ext>
            </a:extLst>
          </p:cNvPr>
          <p:cNvSpPr>
            <a:spLocks noGrp="1"/>
          </p:cNvSpPr>
          <p:nvPr>
            <p:ph type="pic" sz="quarter" idx="15"/>
          </p:nvPr>
        </p:nvSpPr>
        <p:spPr>
          <a:xfrm>
            <a:off x="8163527" y="1873250"/>
            <a:ext cx="2757487" cy="1735138"/>
          </a:xfrm>
        </p:spPr>
        <p:txBody>
          <a:bodyPr>
            <a:normAutofit/>
          </a:bodyPr>
          <a:lstStyle>
            <a:lvl1pPr marL="0" indent="0">
              <a:buNone/>
              <a:defRPr sz="1200" b="0" i="0">
                <a:latin typeface="Arial" panose="020B0604020202020204" pitchFamily="34" charset="0"/>
                <a:cs typeface="Arial" panose="020B0604020202020204" pitchFamily="34" charset="0"/>
              </a:defRPr>
            </a:lvl1pPr>
          </a:lstStyle>
          <a:p>
            <a:endParaRPr lang="en-US"/>
          </a:p>
        </p:txBody>
      </p:sp>
      <p:sp>
        <p:nvSpPr>
          <p:cNvPr id="4" name="Picture Placeholder 3">
            <a:extLst>
              <a:ext uri="{FF2B5EF4-FFF2-40B4-BE49-F238E27FC236}">
                <a16:creationId xmlns:a16="http://schemas.microsoft.com/office/drawing/2014/main" id="{9116AEF1-4F06-D84D-B613-54F8E79DF4B8}"/>
              </a:ext>
            </a:extLst>
          </p:cNvPr>
          <p:cNvSpPr>
            <a:spLocks noGrp="1"/>
          </p:cNvSpPr>
          <p:nvPr>
            <p:ph type="pic" sz="quarter" idx="13"/>
          </p:nvPr>
        </p:nvSpPr>
        <p:spPr>
          <a:xfrm>
            <a:off x="1255713" y="1873250"/>
            <a:ext cx="2757487" cy="1735138"/>
          </a:xfrm>
        </p:spPr>
        <p:txBody>
          <a:bodyPr>
            <a:normAutofit/>
          </a:bodyPr>
          <a:lstStyle>
            <a:lvl1pPr marL="0" indent="0">
              <a:buNone/>
              <a:defRPr sz="1200" b="0" i="0">
                <a:latin typeface="Arial" panose="020B0604020202020204" pitchFamily="34" charset="0"/>
                <a:cs typeface="Arial" panose="020B0604020202020204" pitchFamily="34" charset="0"/>
              </a:defRPr>
            </a:lvl1pPr>
          </a:lstStyle>
          <a:p>
            <a:endParaRPr lang="en-US"/>
          </a:p>
        </p:txBody>
      </p:sp>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sp>
        <p:nvSpPr>
          <p:cNvPr id="22" name="Rectangle 21">
            <a:extLst>
              <a:ext uri="{FF2B5EF4-FFF2-40B4-BE49-F238E27FC236}">
                <a16:creationId xmlns:a16="http://schemas.microsoft.com/office/drawing/2014/main" id="{2D4AFCDF-11EB-F047-9AD0-F5FACA0249C6}"/>
              </a:ext>
            </a:extLst>
          </p:cNvPr>
          <p:cNvSpPr/>
          <p:nvPr userDrawn="1"/>
        </p:nvSpPr>
        <p:spPr>
          <a:xfrm>
            <a:off x="-5311" y="6730048"/>
            <a:ext cx="12200696" cy="127952"/>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4">
            <a:extLst>
              <a:ext uri="{FF2B5EF4-FFF2-40B4-BE49-F238E27FC236}">
                <a16:creationId xmlns:a16="http://schemas.microsoft.com/office/drawing/2014/main" id="{71C16221-F2AB-8947-9C9C-F9FAFCC55B11}"/>
              </a:ext>
            </a:extLst>
          </p:cNvPr>
          <p:cNvSpPr>
            <a:spLocks noGrp="1"/>
          </p:cNvSpPr>
          <p:nvPr>
            <p:ph type="body" sz="quarter" idx="23" hasCustomPrompt="1"/>
          </p:nvPr>
        </p:nvSpPr>
        <p:spPr>
          <a:xfrm>
            <a:off x="1253503" y="3865614"/>
            <a:ext cx="2766222"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a:t>Jane Doe</a:t>
            </a:r>
          </a:p>
        </p:txBody>
      </p:sp>
      <p:sp>
        <p:nvSpPr>
          <p:cNvPr id="24" name="Text Placeholder 4">
            <a:extLst>
              <a:ext uri="{FF2B5EF4-FFF2-40B4-BE49-F238E27FC236}">
                <a16:creationId xmlns:a16="http://schemas.microsoft.com/office/drawing/2014/main" id="{A77A14F6-C2A2-A040-A584-9CC7A617B0A8}"/>
              </a:ext>
            </a:extLst>
          </p:cNvPr>
          <p:cNvSpPr>
            <a:spLocks noGrp="1"/>
          </p:cNvSpPr>
          <p:nvPr>
            <p:ph type="body" sz="quarter" idx="24" hasCustomPrompt="1"/>
          </p:nvPr>
        </p:nvSpPr>
        <p:spPr>
          <a:xfrm>
            <a:off x="1253503" y="4259153"/>
            <a:ext cx="2766222" cy="2062070"/>
          </a:xfrm>
        </p:spPr>
        <p:txBody>
          <a:bodyPr anchor="t">
            <a:noAutofit/>
          </a:bodyPr>
          <a:lstStyle>
            <a:lvl1pPr marL="0" indent="0" algn="ctr">
              <a:buNone/>
              <a:defRPr sz="1400" b="0" i="0">
                <a:solidFill>
                  <a:schemeClr val="tx1">
                    <a:lumMod val="75000"/>
                    <a:lumOff val="25000"/>
                  </a:schemeClr>
                </a:solidFill>
                <a:latin typeface="Arial" panose="020B0604020202020204" pitchFamily="34" charset="0"/>
                <a:cs typeface="Arial" panose="020B06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a:t>Positions Placeholder, Company</a:t>
            </a:r>
          </a:p>
        </p:txBody>
      </p:sp>
      <p:sp>
        <p:nvSpPr>
          <p:cNvPr id="25" name="Text Placeholder 4">
            <a:extLst>
              <a:ext uri="{FF2B5EF4-FFF2-40B4-BE49-F238E27FC236}">
                <a16:creationId xmlns:a16="http://schemas.microsoft.com/office/drawing/2014/main" id="{8FF4944D-DFC8-9D49-9D8E-01BB990BFF59}"/>
              </a:ext>
            </a:extLst>
          </p:cNvPr>
          <p:cNvSpPr>
            <a:spLocks noGrp="1"/>
          </p:cNvSpPr>
          <p:nvPr>
            <p:ph type="body" sz="quarter" idx="25" hasCustomPrompt="1"/>
          </p:nvPr>
        </p:nvSpPr>
        <p:spPr>
          <a:xfrm>
            <a:off x="4712889" y="3865614"/>
            <a:ext cx="2766222"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a:t>Jane Doe</a:t>
            </a:r>
          </a:p>
        </p:txBody>
      </p:sp>
      <p:sp>
        <p:nvSpPr>
          <p:cNvPr id="26" name="Text Placeholder 4">
            <a:extLst>
              <a:ext uri="{FF2B5EF4-FFF2-40B4-BE49-F238E27FC236}">
                <a16:creationId xmlns:a16="http://schemas.microsoft.com/office/drawing/2014/main" id="{CB6B715E-4D8E-7F4E-9CCB-1F1C1A710B4E}"/>
              </a:ext>
            </a:extLst>
          </p:cNvPr>
          <p:cNvSpPr>
            <a:spLocks noGrp="1"/>
          </p:cNvSpPr>
          <p:nvPr>
            <p:ph type="body" sz="quarter" idx="26" hasCustomPrompt="1"/>
          </p:nvPr>
        </p:nvSpPr>
        <p:spPr>
          <a:xfrm>
            <a:off x="4712889" y="4259153"/>
            <a:ext cx="2766222" cy="2062070"/>
          </a:xfrm>
        </p:spPr>
        <p:txBody>
          <a:bodyPr anchor="t">
            <a:noAutofit/>
          </a:bodyPr>
          <a:lstStyle>
            <a:lvl1pPr marL="0" indent="0" algn="ctr">
              <a:buNone/>
              <a:defRPr sz="1400" b="0" i="0">
                <a:solidFill>
                  <a:schemeClr val="tx1">
                    <a:lumMod val="75000"/>
                    <a:lumOff val="25000"/>
                  </a:schemeClr>
                </a:solidFill>
                <a:latin typeface="Arial" panose="020B0604020202020204" pitchFamily="34" charset="0"/>
                <a:cs typeface="Arial" panose="020B06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a:t>Positions Placeholder, Company</a:t>
            </a:r>
          </a:p>
        </p:txBody>
      </p:sp>
      <p:sp>
        <p:nvSpPr>
          <p:cNvPr id="27" name="Text Placeholder 4">
            <a:extLst>
              <a:ext uri="{FF2B5EF4-FFF2-40B4-BE49-F238E27FC236}">
                <a16:creationId xmlns:a16="http://schemas.microsoft.com/office/drawing/2014/main" id="{9D420648-26E5-F541-A606-C26A851D5761}"/>
              </a:ext>
            </a:extLst>
          </p:cNvPr>
          <p:cNvSpPr>
            <a:spLocks noGrp="1"/>
          </p:cNvSpPr>
          <p:nvPr>
            <p:ph type="body" sz="quarter" idx="27" hasCustomPrompt="1"/>
          </p:nvPr>
        </p:nvSpPr>
        <p:spPr>
          <a:xfrm>
            <a:off x="8163527" y="3868176"/>
            <a:ext cx="2766222"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a:t>Jane Doe</a:t>
            </a:r>
          </a:p>
        </p:txBody>
      </p:sp>
      <p:sp>
        <p:nvSpPr>
          <p:cNvPr id="28" name="Text Placeholder 4">
            <a:extLst>
              <a:ext uri="{FF2B5EF4-FFF2-40B4-BE49-F238E27FC236}">
                <a16:creationId xmlns:a16="http://schemas.microsoft.com/office/drawing/2014/main" id="{5A0F8829-CED3-BF41-AE62-5ECCE0D8837D}"/>
              </a:ext>
            </a:extLst>
          </p:cNvPr>
          <p:cNvSpPr>
            <a:spLocks noGrp="1"/>
          </p:cNvSpPr>
          <p:nvPr>
            <p:ph type="body" sz="quarter" idx="28" hasCustomPrompt="1"/>
          </p:nvPr>
        </p:nvSpPr>
        <p:spPr>
          <a:xfrm>
            <a:off x="8163527" y="4261715"/>
            <a:ext cx="2766222" cy="2062070"/>
          </a:xfrm>
        </p:spPr>
        <p:txBody>
          <a:bodyPr anchor="t">
            <a:noAutofit/>
          </a:bodyPr>
          <a:lstStyle>
            <a:lvl1pPr marL="0" indent="0" algn="ctr">
              <a:buNone/>
              <a:defRPr sz="1400" b="0" i="0">
                <a:solidFill>
                  <a:schemeClr val="tx1">
                    <a:lumMod val="75000"/>
                    <a:lumOff val="25000"/>
                  </a:schemeClr>
                </a:solidFill>
                <a:latin typeface="Arial" panose="020B0604020202020204" pitchFamily="34" charset="0"/>
                <a:cs typeface="Arial" panose="020B06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a:t>Positions Placeholder, Company</a:t>
            </a:r>
          </a:p>
        </p:txBody>
      </p:sp>
      <p:pic>
        <p:nvPicPr>
          <p:cNvPr id="14" name="Picture 13">
            <a:extLst>
              <a:ext uri="{FF2B5EF4-FFF2-40B4-BE49-F238E27FC236}">
                <a16:creationId xmlns:a16="http://schemas.microsoft.com/office/drawing/2014/main" id="{A4B3CEE7-0A9D-F549-B296-70ACC86C065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Tree>
    <p:extLst>
      <p:ext uri="{BB962C8B-B14F-4D97-AF65-F5344CB8AC3E}">
        <p14:creationId xmlns:p14="http://schemas.microsoft.com/office/powerpoint/2010/main" val="692467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1DD260-AB5D-4C4E-BB89-80464647DE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50FEC4-5798-40DC-904D-CE918848C8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6F0250-9F7A-4D0A-947E-EDC3676CD4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0C8217-1E9F-4A92-AD61-C6DAB1B30904}" type="datetimeFigureOut">
              <a:rPr lang="en-US" smtClean="0"/>
              <a:t>5/7/2021</a:t>
            </a:fld>
            <a:endParaRPr lang="en-US"/>
          </a:p>
        </p:txBody>
      </p:sp>
      <p:sp>
        <p:nvSpPr>
          <p:cNvPr id="5" name="Footer Placeholder 4">
            <a:extLst>
              <a:ext uri="{FF2B5EF4-FFF2-40B4-BE49-F238E27FC236}">
                <a16:creationId xmlns:a16="http://schemas.microsoft.com/office/drawing/2014/main" id="{ABDBAFCE-AA55-4D66-ACFB-28E9135E34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E9195F-F8D0-4B59-A368-481EFA321B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7341D-8B63-46E0-B2B7-88E72B3E970F}" type="slidenum">
              <a:rPr lang="en-US" smtClean="0"/>
              <a:t>‹#›</a:t>
            </a:fld>
            <a:endParaRPr lang="en-US"/>
          </a:p>
        </p:txBody>
      </p:sp>
    </p:spTree>
    <p:extLst>
      <p:ext uri="{BB962C8B-B14F-4D97-AF65-F5344CB8AC3E}">
        <p14:creationId xmlns:p14="http://schemas.microsoft.com/office/powerpoint/2010/main" val="1835437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0397D24-3537-437C-86F3-BC83FF8BA2AD}"/>
              </a:ext>
            </a:extLst>
          </p:cNvPr>
          <p:cNvSpPr>
            <a:spLocks noGrp="1"/>
          </p:cNvSpPr>
          <p:nvPr>
            <p:ph type="sldNum" sz="quarter" idx="12"/>
          </p:nvPr>
        </p:nvSpPr>
        <p:spPr/>
        <p:txBody>
          <a:bodyPr/>
          <a:lstStyle/>
          <a:p>
            <a:fld id="{056F86DB-78DF-EB43-A6BE-40415A3A0052}" type="slidenum">
              <a:rPr lang="en-US" smtClean="0"/>
              <a:pPr/>
              <a:t>1</a:t>
            </a:fld>
            <a:endParaRPr lang="en-US"/>
          </a:p>
        </p:txBody>
      </p:sp>
      <p:sp>
        <p:nvSpPr>
          <p:cNvPr id="18" name="Title 2">
            <a:extLst>
              <a:ext uri="{FF2B5EF4-FFF2-40B4-BE49-F238E27FC236}">
                <a16:creationId xmlns:a16="http://schemas.microsoft.com/office/drawing/2014/main" id="{FBC212D9-F6A9-4CDD-88ED-3CD59E2F4268}"/>
              </a:ext>
            </a:extLst>
          </p:cNvPr>
          <p:cNvSpPr txBox="1">
            <a:spLocks/>
          </p:cNvSpPr>
          <p:nvPr/>
        </p:nvSpPr>
        <p:spPr>
          <a:xfrm>
            <a:off x="381000" y="228600"/>
            <a:ext cx="11430000" cy="533400"/>
          </a:xfrm>
          <a:prstGeom prst="rect">
            <a:avLst/>
          </a:prstGeom>
        </p:spPr>
        <p:txBody>
          <a:bodyPr vert="horz" lIns="91440" tIns="45720" rIns="91440" bIns="45720" rtlCol="0" anchor="b">
            <a:normAutofit fontScale="92500" lnSpcReduction="20000"/>
          </a:bodyPr>
          <a:lstStyle>
            <a:lvl1pPr algn="l" defTabSz="914400" rtl="0" eaLnBrk="1" latinLnBrk="0" hangingPunct="1">
              <a:lnSpc>
                <a:spcPct val="90000"/>
              </a:lnSpc>
              <a:spcBef>
                <a:spcPct val="0"/>
              </a:spcBef>
              <a:buNone/>
              <a:defRPr sz="4000" b="0" i="0" kern="1200">
                <a:solidFill>
                  <a:srgbClr val="063A79"/>
                </a:solidFill>
                <a:latin typeface="Arial" panose="020B0604020202020204" pitchFamily="34" charset="0"/>
                <a:ea typeface="+mj-ea"/>
                <a:cs typeface="Arial" panose="020B0604020202020204" pitchFamily="34" charset="0"/>
              </a:defRPr>
            </a:lvl1pPr>
          </a:lstStyle>
          <a:p>
            <a:r>
              <a:rPr lang="en-US" dirty="0"/>
              <a:t>Atrium Staffing – Snowflake Implementation </a:t>
            </a:r>
          </a:p>
        </p:txBody>
      </p:sp>
      <p:sp>
        <p:nvSpPr>
          <p:cNvPr id="19" name="Rectangle 18">
            <a:extLst>
              <a:ext uri="{FF2B5EF4-FFF2-40B4-BE49-F238E27FC236}">
                <a16:creationId xmlns:a16="http://schemas.microsoft.com/office/drawing/2014/main" id="{1C209834-44A2-4731-9B71-35D5C74F1DE6}"/>
              </a:ext>
            </a:extLst>
          </p:cNvPr>
          <p:cNvSpPr/>
          <p:nvPr/>
        </p:nvSpPr>
        <p:spPr>
          <a:xfrm>
            <a:off x="380999" y="997565"/>
            <a:ext cx="7526131" cy="4862870"/>
          </a:xfrm>
          <a:prstGeom prst="rect">
            <a:avLst/>
          </a:prstGeom>
        </p:spPr>
        <p:txBody>
          <a:bodyPr wrap="square">
            <a:spAutoFit/>
          </a:bodyPr>
          <a:lstStyle/>
          <a:p>
            <a:pPr fontAlgn="base"/>
            <a:r>
              <a:rPr lang="en-US" sz="1600" b="1" dirty="0">
                <a:solidFill>
                  <a:srgbClr val="008AD9"/>
                </a:solidFill>
                <a:latin typeface="Arial" panose="020B0604020202020204" pitchFamily="34" charset="0"/>
                <a:cs typeface="Arial" panose="020B0604020202020204" pitchFamily="34" charset="0"/>
              </a:rPr>
              <a:t>Business Need</a:t>
            </a:r>
            <a:r>
              <a:rPr lang="en-US" sz="2000" dirty="0"/>
              <a:t>​</a:t>
            </a:r>
          </a:p>
          <a:p>
            <a:pPr fontAlgn="base"/>
            <a:r>
              <a:rPr lang="en-US" sz="1400" dirty="0">
                <a:solidFill>
                  <a:schemeClr val="tx1">
                    <a:lumMod val="75000"/>
                    <a:lumOff val="25000"/>
                  </a:schemeClr>
                </a:solidFill>
                <a:latin typeface="Arial" panose="020B0604020202020204" pitchFamily="34" charset="0"/>
                <a:cs typeface="Arial" panose="020B0604020202020204" pitchFamily="34" charset="0"/>
              </a:rPr>
              <a:t>Atrium Staffing was looking for a vendor to create a low maintenance cloud data warehouse and ELT solution for their Enterprise reporting.  They leverage two critical business operation platforms where the data lives and is only accessible through export to excel for reporting and analysis. This all needed to be accomplished and maintained with no IT support.​</a:t>
            </a:r>
          </a:p>
          <a:p>
            <a:pPr fontAlgn="base"/>
            <a:r>
              <a:rPr lang="en-US" sz="2000" dirty="0"/>
              <a:t>​</a:t>
            </a:r>
          </a:p>
          <a:p>
            <a:pPr fontAlgn="base"/>
            <a:r>
              <a:rPr lang="en-US" sz="1600" b="1" dirty="0">
                <a:solidFill>
                  <a:srgbClr val="008AD9"/>
                </a:solidFill>
                <a:latin typeface="Arial" panose="020B0604020202020204" pitchFamily="34" charset="0"/>
                <a:cs typeface="Arial" panose="020B0604020202020204" pitchFamily="34" charset="0"/>
              </a:rPr>
              <a:t>What We Did ​</a:t>
            </a:r>
          </a:p>
          <a:p>
            <a:pPr fontAlgn="base"/>
            <a:r>
              <a:rPr lang="en-US" sz="1400" dirty="0">
                <a:solidFill>
                  <a:schemeClr val="tx1">
                    <a:lumMod val="75000"/>
                    <a:lumOff val="25000"/>
                  </a:schemeClr>
                </a:solidFill>
                <a:latin typeface="Arial" panose="020B0604020202020204" pitchFamily="34" charset="0"/>
                <a:cs typeface="Arial" panose="020B0604020202020204" pitchFamily="34" charset="0"/>
              </a:rPr>
              <a:t>Affirma setup and configured the ELT layer in </a:t>
            </a:r>
            <a:r>
              <a:rPr lang="en-US" sz="1400" dirty="0" err="1">
                <a:solidFill>
                  <a:schemeClr val="tx1">
                    <a:lumMod val="75000"/>
                    <a:lumOff val="25000"/>
                  </a:schemeClr>
                </a:solidFill>
                <a:latin typeface="Arial" panose="020B0604020202020204" pitchFamily="34" charset="0"/>
                <a:cs typeface="Arial" panose="020B0604020202020204" pitchFamily="34" charset="0"/>
              </a:rPr>
              <a:t>Fivetran</a:t>
            </a:r>
            <a:r>
              <a:rPr lang="en-US" sz="1400" dirty="0">
                <a:solidFill>
                  <a:schemeClr val="tx1">
                    <a:lumMod val="75000"/>
                    <a:lumOff val="25000"/>
                  </a:schemeClr>
                </a:solidFill>
                <a:latin typeface="Arial" panose="020B0604020202020204" pitchFamily="34" charset="0"/>
                <a:cs typeface="Arial" panose="020B0604020202020204" pitchFamily="34" charset="0"/>
              </a:rPr>
              <a:t> and a new reporting database in Snowflake.​</a:t>
            </a:r>
          </a:p>
          <a:p>
            <a:pPr fontAlgn="base"/>
            <a:r>
              <a:rPr lang="en-US" sz="1400" dirty="0">
                <a:solidFill>
                  <a:schemeClr val="tx1">
                    <a:lumMod val="75000"/>
                    <a:lumOff val="25000"/>
                  </a:schemeClr>
                </a:solidFill>
                <a:latin typeface="Arial" panose="020B0604020202020204" pitchFamily="34" charset="0"/>
                <a:cs typeface="Arial" panose="020B0604020202020204" pitchFamily="34" charset="0"/>
              </a:rPr>
              <a:t>Implemented a low maintenance structure, with incremental loads from their two business operation systems and Great Plains leveraging </a:t>
            </a:r>
            <a:r>
              <a:rPr lang="en-US" sz="1400" dirty="0" err="1">
                <a:solidFill>
                  <a:schemeClr val="tx1">
                    <a:lumMod val="75000"/>
                    <a:lumOff val="25000"/>
                  </a:schemeClr>
                </a:solidFill>
                <a:latin typeface="Arial" panose="020B0604020202020204" pitchFamily="34" charset="0"/>
                <a:cs typeface="Arial" panose="020B0604020202020204" pitchFamily="34" charset="0"/>
              </a:rPr>
              <a:t>Fivetran</a:t>
            </a:r>
            <a:r>
              <a:rPr lang="en-US" sz="1400" dirty="0">
                <a:solidFill>
                  <a:schemeClr val="tx1">
                    <a:lumMod val="75000"/>
                    <a:lumOff val="25000"/>
                  </a:schemeClr>
                </a:solidFill>
                <a:latin typeface="Arial" panose="020B0604020202020204" pitchFamily="34" charset="0"/>
                <a:cs typeface="Arial" panose="020B0604020202020204" pitchFamily="34" charset="0"/>
              </a:rPr>
              <a:t>.​</a:t>
            </a:r>
          </a:p>
          <a:p>
            <a:pPr fontAlgn="base"/>
            <a:r>
              <a:rPr lang="en-US" sz="2000" dirty="0"/>
              <a:t>​</a:t>
            </a:r>
          </a:p>
          <a:p>
            <a:pPr fontAlgn="base"/>
            <a:r>
              <a:rPr lang="en-US" sz="1600" b="1" dirty="0">
                <a:solidFill>
                  <a:srgbClr val="008AD9"/>
                </a:solidFill>
                <a:latin typeface="Arial" panose="020B0604020202020204" pitchFamily="34" charset="0"/>
                <a:cs typeface="Arial" panose="020B0604020202020204" pitchFamily="34" charset="0"/>
              </a:rPr>
              <a:t>Result​</a:t>
            </a:r>
          </a:p>
          <a:p>
            <a:pPr fontAlgn="base"/>
            <a:r>
              <a:rPr lang="en-US" sz="1400" dirty="0">
                <a:solidFill>
                  <a:schemeClr val="tx1">
                    <a:lumMod val="75000"/>
                    <a:lumOff val="25000"/>
                  </a:schemeClr>
                </a:solidFill>
                <a:latin typeface="Arial" panose="020B0604020202020204" pitchFamily="34" charset="0"/>
                <a:cs typeface="Arial" panose="020B0604020202020204" pitchFamily="34" charset="0"/>
              </a:rPr>
              <a:t>Increased control of data and flow for Atrium by 300%.​</a:t>
            </a:r>
          </a:p>
          <a:p>
            <a:pPr fontAlgn="base"/>
            <a:r>
              <a:rPr lang="en-US" sz="1400" dirty="0">
                <a:solidFill>
                  <a:schemeClr val="tx1">
                    <a:lumMod val="75000"/>
                    <a:lumOff val="25000"/>
                  </a:schemeClr>
                </a:solidFill>
                <a:latin typeface="Arial" panose="020B0604020202020204" pitchFamily="34" charset="0"/>
                <a:cs typeface="Arial" panose="020B0604020202020204" pitchFamily="34" charset="0"/>
              </a:rPr>
              <a:t>Allowed Atrium to create repeatable reporting with no manual data export in </a:t>
            </a:r>
            <a:r>
              <a:rPr lang="en-US" sz="1400" dirty="0" err="1">
                <a:solidFill>
                  <a:schemeClr val="tx1">
                    <a:lumMod val="75000"/>
                    <a:lumOff val="25000"/>
                  </a:schemeClr>
                </a:solidFill>
                <a:latin typeface="Arial" panose="020B0604020202020204" pitchFamily="34" charset="0"/>
                <a:cs typeface="Arial" panose="020B0604020202020204" pitchFamily="34" charset="0"/>
              </a:rPr>
              <a:t>PowerBI</a:t>
            </a:r>
            <a:r>
              <a:rPr lang="en-US" sz="1400" dirty="0">
                <a:solidFill>
                  <a:schemeClr val="tx1">
                    <a:lumMod val="75000"/>
                    <a:lumOff val="25000"/>
                  </a:schemeClr>
                </a:solidFill>
                <a:latin typeface="Arial" panose="020B0604020202020204" pitchFamily="34" charset="0"/>
                <a:cs typeface="Arial" panose="020B0604020202020204" pitchFamily="34" charset="0"/>
              </a:rPr>
              <a:t>.​</a:t>
            </a:r>
          </a:p>
          <a:p>
            <a:pPr fontAlgn="base"/>
            <a:r>
              <a:rPr lang="en-US" sz="2000" dirty="0"/>
              <a:t>​</a:t>
            </a:r>
          </a:p>
          <a:p>
            <a:pPr fontAlgn="base"/>
            <a:r>
              <a:rPr lang="en-US" sz="1600" b="1" dirty="0">
                <a:solidFill>
                  <a:srgbClr val="008AD9"/>
                </a:solidFill>
                <a:latin typeface="Arial" panose="020B0604020202020204" pitchFamily="34" charset="0"/>
                <a:cs typeface="Arial" panose="020B0604020202020204" pitchFamily="34" charset="0"/>
              </a:rPr>
              <a:t>Now​</a:t>
            </a:r>
          </a:p>
          <a:p>
            <a:pPr fontAlgn="base"/>
            <a:r>
              <a:rPr lang="en-US" sz="1400" dirty="0">
                <a:solidFill>
                  <a:schemeClr val="tx1">
                    <a:lumMod val="75000"/>
                    <a:lumOff val="25000"/>
                  </a:schemeClr>
                </a:solidFill>
                <a:latin typeface="Arial" panose="020B0604020202020204" pitchFamily="34" charset="0"/>
                <a:cs typeface="Arial" panose="020B0604020202020204" pitchFamily="34" charset="0"/>
              </a:rPr>
              <a:t>Continued support with an onshore lead and offshore dev for Snowflake, </a:t>
            </a:r>
            <a:r>
              <a:rPr lang="en-US" sz="1400" dirty="0" err="1">
                <a:solidFill>
                  <a:schemeClr val="tx1">
                    <a:lumMod val="75000"/>
                    <a:lumOff val="25000"/>
                  </a:schemeClr>
                </a:solidFill>
                <a:latin typeface="Arial" panose="020B0604020202020204" pitchFamily="34" charset="0"/>
                <a:cs typeface="Arial" panose="020B0604020202020204" pitchFamily="34" charset="0"/>
              </a:rPr>
              <a:t>Fivetran</a:t>
            </a:r>
            <a:r>
              <a:rPr lang="en-US" sz="1400" dirty="0">
                <a:solidFill>
                  <a:schemeClr val="tx1">
                    <a:lumMod val="75000"/>
                    <a:lumOff val="25000"/>
                  </a:schemeClr>
                </a:solidFill>
                <a:latin typeface="Arial" panose="020B0604020202020204" pitchFamily="34" charset="0"/>
                <a:cs typeface="Arial" panose="020B0604020202020204" pitchFamily="34" charset="0"/>
              </a:rPr>
              <a:t> and </a:t>
            </a:r>
            <a:r>
              <a:rPr lang="en-US" sz="1400" dirty="0" err="1">
                <a:solidFill>
                  <a:schemeClr val="tx1">
                    <a:lumMod val="75000"/>
                    <a:lumOff val="25000"/>
                  </a:schemeClr>
                </a:solidFill>
                <a:latin typeface="Arial" panose="020B0604020202020204" pitchFamily="34" charset="0"/>
                <a:cs typeface="Arial" panose="020B0604020202020204" pitchFamily="34" charset="0"/>
              </a:rPr>
              <a:t>PowerBI</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a:p>
            <a:pPr lvl="0">
              <a:lnSpc>
                <a:spcPct val="100000"/>
              </a:lnSpc>
            </a:pPr>
            <a:endParaRPr lang="en-US" sz="1400" dirty="0">
              <a:solidFill>
                <a:prstClr val="black"/>
              </a:solidFill>
              <a:cs typeface="Segoe UI" panose="020B0502040204020203" pitchFamily="34" charset="0"/>
            </a:endParaRPr>
          </a:p>
        </p:txBody>
      </p:sp>
      <p:pic>
        <p:nvPicPr>
          <p:cNvPr id="1026" name="Picture 2">
            <a:extLst>
              <a:ext uri="{FF2B5EF4-FFF2-40B4-BE49-F238E27FC236}">
                <a16:creationId xmlns:a16="http://schemas.microsoft.com/office/drawing/2014/main" id="{0F92D791-8BC3-4D7B-9869-A715AB79B7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6928" y="686401"/>
            <a:ext cx="3248025" cy="32480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5519C2A-10FF-4795-A72A-C49F1316D0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9465" y="3282354"/>
            <a:ext cx="2238375" cy="6191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55BBA437-5886-4FEB-8537-FA104E6351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2212" y="4658967"/>
            <a:ext cx="3248025" cy="80010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EF6A4ED0-5641-40E6-9FBF-C526996680B4}"/>
              </a:ext>
            </a:extLst>
          </p:cNvPr>
          <p:cNvSpPr/>
          <p:nvPr/>
        </p:nvSpPr>
        <p:spPr>
          <a:xfrm>
            <a:off x="0" y="6711518"/>
            <a:ext cx="12192000" cy="161093"/>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4534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Data and Analytics</Value>
    </BusinessUnit>
    <Solutions xmlns="f0ee8362-fa7e-4bc9-ab88-7dcfb17cb19b">
      <Value>Cloud</Value>
      <Value>Data Analytics</Value>
    </Solutions>
    <Industries xmlns="f0ee8362-fa7e-4bc9-ab88-7dcfb17cb19b" xsi:nil="true"/>
    <Notes0 xmlns="f0ee8362-fa7e-4bc9-ab88-7dcfb17cb19b" xsi:nil="true"/>
    <Named_x0020_Account xmlns="f0ee8362-fa7e-4bc9-ab88-7dcfb17cb19b" xsi:nil="true"/>
    <PlatTech xmlns="f0ee8362-fa7e-4bc9-ab88-7dcfb17cb19b">
      <Value>Snowflake</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0BCE6E71-1488-47C2-B582-2C305EE99E07}"/>
</file>

<file path=customXml/itemProps2.xml><?xml version="1.0" encoding="utf-8"?>
<ds:datastoreItem xmlns:ds="http://schemas.openxmlformats.org/officeDocument/2006/customXml" ds:itemID="{53642275-F33C-489C-B088-B52FF0033A82}"/>
</file>

<file path=customXml/itemProps3.xml><?xml version="1.0" encoding="utf-8"?>
<ds:datastoreItem xmlns:ds="http://schemas.openxmlformats.org/officeDocument/2006/customXml" ds:itemID="{0A37E928-90AD-4DFB-88F7-94842ECF3061}"/>
</file>

<file path=customXml/itemProps4.xml><?xml version="1.0" encoding="utf-8"?>
<ds:datastoreItem xmlns:ds="http://schemas.openxmlformats.org/officeDocument/2006/customXml" ds:itemID="{E5EFC662-B3E3-443C-ACDB-63B30BE4C5D7}"/>
</file>

<file path=docProps/app.xml><?xml version="1.0" encoding="utf-8"?>
<Properties xmlns="http://schemas.openxmlformats.org/officeDocument/2006/extended-properties" xmlns:vt="http://schemas.openxmlformats.org/officeDocument/2006/docPropsVTypes">
  <TotalTime>3</TotalTime>
  <Words>163</Words>
  <Application>Microsoft Office PowerPoint</Application>
  <PresentationFormat>Widescreen</PresentationFormat>
  <Paragraphs>15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 Bonner</dc:creator>
  <cp:lastModifiedBy>Alex Bonner</cp:lastModifiedBy>
  <cp:revision>3</cp:revision>
  <dcterms:created xsi:type="dcterms:W3CDTF">2021-05-07T18:56:40Z</dcterms:created>
  <dcterms:modified xsi:type="dcterms:W3CDTF">2021-05-07T19:00:58Z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Category">
    <vt:lpwstr>6;#Case Study|8faa0ad1-25f0-4f56-8e38-f60e20c455d6</vt:lpwstr>
  </property>
  <property fmtid="{D5CDD505-2E9C-101B-9397-08002B2CF9AE}" pid="5" name="Industry">
    <vt:lpwstr/>
  </property>
  <property fmtid="{D5CDD505-2E9C-101B-9397-08002B2CF9AE}" pid="6" name="Service_x0020_Offering">
    <vt:lpwstr/>
  </property>
  <property fmtid="{D5CDD505-2E9C-101B-9397-08002B2CF9AE}" pid="7" name="_ExtendedDescription">
    <vt:lpwstr/>
  </property>
  <property fmtid="{D5CDD505-2E9C-101B-9397-08002B2CF9AE}" pid="8" name="Service Offering">
    <vt:lpwstr/>
  </property>
  <property fmtid="{D5CDD505-2E9C-101B-9397-08002B2CF9AE}" pid="9" name="Business_x0020_Unit">
    <vt:lpwstr/>
  </property>
  <property fmtid="{D5CDD505-2E9C-101B-9397-08002B2CF9AE}" pid="10" name="Order">
    <vt:r8>37200</vt:r8>
  </property>
  <property fmtid="{D5CDD505-2E9C-101B-9397-08002B2CF9AE}" pid="11" name="xd_Signature">
    <vt:bool>false</vt:bool>
  </property>
  <property fmtid="{D5CDD505-2E9C-101B-9397-08002B2CF9AE}" pid="12" name="SO">
    <vt:lpwstr>8;#;#30;#</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