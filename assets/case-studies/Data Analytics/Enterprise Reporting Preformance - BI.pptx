
<file path=[Content_Types].xml><?xml version="1.0" encoding="utf-8"?>
<Types xmlns="http://schemas.openxmlformats.org/package/2006/content-types">
  <Default Extension="bin" ContentType="image/jp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2.bin" ContentType="image/pn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926D1-6926-BE6C-DFDF-7A11983BBB4B}" v="57" dt="2024-06-03T15:42:19.889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56" d="100"/>
          <a:sy n="56" d="100"/>
        </p:scale>
        <p:origin x="918" y="7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0DD926D1-6926-BE6C-DFDF-7A11983BBB4B}"/>
    <pc:docChg chg="modSld">
      <pc:chgData name="Brendan Murphy" userId="S::bmurphy@affirma.com::e9f923b6-6d89-4d4e-a3b7-d9304b9d44ba" providerId="AD" clId="Web-{0DD926D1-6926-BE6C-DFDF-7A11983BBB4B}" dt="2024-06-03T15:42:16.874" v="32" actId="20577"/>
      <pc:docMkLst>
        <pc:docMk/>
      </pc:docMkLst>
      <pc:sldChg chg="modSp">
        <pc:chgData name="Brendan Murphy" userId="S::bmurphy@affirma.com::e9f923b6-6d89-4d4e-a3b7-d9304b9d44ba" providerId="AD" clId="Web-{0DD926D1-6926-BE6C-DFDF-7A11983BBB4B}" dt="2024-06-03T15:42:16.874" v="32" actId="20577"/>
        <pc:sldMkLst>
          <pc:docMk/>
          <pc:sldMk cId="2582825011" sldId="300"/>
        </pc:sldMkLst>
        <pc:spChg chg="mod">
          <ac:chgData name="Brendan Murphy" userId="S::bmurphy@affirma.com::e9f923b6-6d89-4d4e-a3b7-d9304b9d44ba" providerId="AD" clId="Web-{0DD926D1-6926-BE6C-DFDF-7A11983BBB4B}" dt="2024-06-03T15:41:40.638" v="2" actId="20577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Brendan Murphy" userId="S::bmurphy@affirma.com::e9f923b6-6d89-4d4e-a3b7-d9304b9d44ba" providerId="AD" clId="Web-{0DD926D1-6926-BE6C-DFDF-7A11983BBB4B}" dt="2024-06-03T15:42:14.639" v="30" actId="20577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Brendan Murphy" userId="S::bmurphy@affirma.com::e9f923b6-6d89-4d4e-a3b7-d9304b9d44ba" providerId="AD" clId="Web-{0DD926D1-6926-BE6C-DFDF-7A11983BBB4B}" dt="2024-06-03T15:42:16.874" v="32" actId="20577"/>
          <ac:spMkLst>
            <pc:docMk/>
            <pc:sldMk cId="2582825011" sldId="300"/>
            <ac:spMk id="35" creationId="{127A5A2A-6A75-46BB-A872-3D435F9C8C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6/3/2024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Enterprise Reporting Performance Scorecard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10809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latin typeface="Open Sans"/>
              </a:rPr>
              <a:t>Bing's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Features Groups needed a centralized location to monitor feature performance on the web. Bing came to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for customized data architecture and enterprise reporting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18426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provided SSRS consulting and architecture services and deployed </a:t>
            </a:r>
            <a:r>
              <a:rPr lang="en-US" sz="1100" dirty="0">
                <a:latin typeface="Open Sans"/>
              </a:rPr>
              <a:t>SQL Server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Reporting Services as a central reporting delivery mechanism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Implemented reports on top of cubes built on petabyte database; customized reporting services to meet the custom needs of the team</a:t>
            </a:r>
            <a:r>
              <a:rPr lang="en-US" sz="1100" dirty="0">
                <a:latin typeface="Open Sans"/>
              </a:rPr>
              <a:t>.</a:t>
            </a:r>
            <a:endParaRPr lang="en-US" dirty="0">
              <a:cs typeface="Calibri" panose="020F0502020204030204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100" dirty="0">
                <a:latin typeface="Open Sans"/>
              </a:rPr>
              <a:t>Leveraged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the model features to allow for easier ad hoc enterprise report </a:t>
            </a:r>
            <a:r>
              <a:rPr lang="en-US" sz="1100" b="0" i="0" kern="1200">
                <a:effectLst/>
                <a:latin typeface="Open Sans"/>
                <a:ea typeface="+mn-ea"/>
                <a:cs typeface="+mn-cs"/>
              </a:rPr>
              <a:t>building</a:t>
            </a:r>
            <a:r>
              <a:rPr lang="en-US" sz="1100">
                <a:latin typeface="Open Sans"/>
              </a:rPr>
              <a:t>.</a:t>
            </a:r>
            <a:r>
              <a:rPr lang="en-US" sz="1100" dirty="0">
                <a:latin typeface="Open Sans"/>
              </a:rPr>
              <a:t>
</a:t>
            </a:r>
            <a:endParaRPr lang="en-US" sz="1100" b="0" i="0" kern="1200" dirty="0"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10809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The custom enterprise reporting platform was delivered on time and under budget. The resulting performance scorecard was well received by the executive team and ultimately decreased response time by a factor of 10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16" y="3578094"/>
            <a:ext cx="4254500" cy="2755900"/>
          </a:xfrm>
          <a:prstGeom prst="rect">
            <a:avLst/>
          </a:prstGeom>
        </p:spPr>
      </p:pic>
      <p:pic>
        <p:nvPicPr>
          <p:cNvPr id="3" name="Picture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646" y="1565275"/>
            <a:ext cx="1781175" cy="177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Data and Analytics</Value>
    </BusinessUnit>
    <Solutions xmlns="f0ee8362-fa7e-4bc9-ab88-7dcfb17cb19b">
      <Value>Data Analytics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DA547A-22C4-4F94-B020-79EBDABBBA00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FD5FE1AD-0C0F-417D-B89F-09140D713909}">
  <ds:schemaRefs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customXml/itemProps3.xml><?xml version="1.0" encoding="utf-8"?>
<ds:datastoreItem xmlns:ds="http://schemas.openxmlformats.org/officeDocument/2006/customXml" ds:itemID="{96E6D288-898F-4251-900A-49E7026A220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7138392-E966-4D45-A93D-434DBA98E3A8}"/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68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Enterprise Reporting Performance Scorecard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Don Hyun</cp:lastModifiedBy>
  <cp:revision>594</cp:revision>
  <dcterms:created xsi:type="dcterms:W3CDTF">2017-10-09T12:47:23Z</dcterms:created>
  <dcterms:modified xsi:type="dcterms:W3CDTF">2024-06-03T15:42:23Z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49;#Technology|9fd4705e-a3c7-4085-9147-cb1125b68f2c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18800</vt:r8>
  </property>
  <property fmtid="{D5CDD505-2E9C-101B-9397-08002B2CF9AE}" pid="11" name="xd_Signature">
    <vt:bool>false</vt:bool>
  </property>
  <property fmtid="{D5CDD505-2E9C-101B-9397-08002B2CF9AE}" pid="12" name="SO">
    <vt:lpwstr>8;#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