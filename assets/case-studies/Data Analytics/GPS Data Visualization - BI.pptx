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2cee6ca1a0fe4a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2cee6ca1a0fe4a00" Type="http://schemas.openxmlformats.org/officeDocument/2006/relationships/slide" Target="/ppt/slides/slide2.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c1879fb1a4d84cae" /><Relationship Type="http://schemas.openxmlformats.org/officeDocument/2006/relationships/image" Target="/ppt/media/image.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GPS Data Visualization and Cloud BI</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&lt;p&gt;Our client needed to track and monitor hundreds of vehicles in real-time, while representing their position and status indicators through visual interfaces.&lt;br /&gt;
Affirma was engaged to help solve this problem by collecting and storing relevant data, ultimately showing personnel these vehicles&amp;rsquo; locations on a real-time basis from a 3D data visualization interface.&lt;/p&gt;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&lt;ul&gt;
	&lt;li&gt;Affirma developed a network-centric web service that was installed on Navy ships. Data from the vehicle&amp;rsquo;s control systems was collected on board the ship and synchronized with data from other ships in a central data repository.&lt;/li&gt;
	&lt;li&gt;Data collected on board the ship was stored in a SQL Server database, transmitted to shore and synchronized with data from other ships remotely in the cloud&lt;/li&gt;
	&lt;li&gt;Affirma created multiple 3D data visualization and other visual tools to allow for intuitive, user-friendly interpretation of data.&lt;/li&gt;
&lt;/ul&gt;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&lt;p&gt;Navy personnel can quickly and easily track the position and status of these vehicles in real-time.&lt;br /&gt;
Our client is extremely pleased with their cloud BI system as it met and exceeded its core functionality.&lt;/p&gt;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Custom Development</Value>
    </Solutions>
    <Industries xmlns="f0ee8362-fa7e-4bc9-ab88-7dcfb17cb19b">
      <Value>Government</Value>
    </Industries>
    <Notes0 xmlns="f0ee8362-fa7e-4bc9-ab88-7dcfb17cb19b" xsi:nil="true"/>
    <Named_x0020_Account xmlns="f0ee8362-fa7e-4bc9-ab88-7dcfb17cb19b" xsi:nil="true"/>
    <PlatTech xmlns="f0ee8362-fa7e-4bc9-ab88-7dcfb17cb19b">
      <Value>Power BI</Value>
      <Value>Tableau</Value>
      <Value>O365</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47BB8565-4054-4B4C-8A25-6D18EF83BA9D}"/>
</file>

<file path=customXml/itemProps2.xml><?xml version="1.0" encoding="utf-8"?>
<ds:datastoreItem xmlns:ds="http://schemas.openxmlformats.org/officeDocument/2006/customXml" ds:itemID="{A686A95D-EB0F-4D11-A59C-B50AC31D4D2F}"/>
</file>

<file path=customXml/itemProps3.xml><?xml version="1.0" encoding="utf-8"?>
<ds:datastoreItem xmlns:ds="http://schemas.openxmlformats.org/officeDocument/2006/customXml" ds:itemID="{DFCBEA48-E0C3-4C8C-8D9D-3B5E212977BE}"/>
</file>

<file path=customXml/itemProps4.xml><?xml version="1.0" encoding="utf-8"?>
<ds:datastoreItem xmlns:ds="http://schemas.openxmlformats.org/officeDocument/2006/customXml" ds:itemID="{A439588E-F355-439C-B103-33D3D2A63111}"/>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47;#Government|f2106d7d-3f0c-4877-aa65-efbc73044de4</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19400</vt:r8>
  </property>
  <property fmtid="{D5CDD505-2E9C-101B-9397-08002B2CF9AE}" pid="11" name="xd_Signature">
    <vt:bool>false</vt:bool>
  </property>
  <property fmtid="{D5CDD505-2E9C-101B-9397-08002B2CF9AE}" pid="12" name="SO">
    <vt:lpwstr>2;#;#8;#;#25;#;#30;#;#41;#</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