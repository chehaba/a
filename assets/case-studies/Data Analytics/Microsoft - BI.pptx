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552e27efff3a4a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552e27efff3a4a37"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839a6f5f7b6b416d"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Bing BI Reporting</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Bing’s Features Groups needed a centralized location to monitor feature performance on the web.</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provided SSRS consulting and architecture services and deployed SQL Server Reporting Services as a central reporting delivery mechanism.
Implemented reports on top of cubes built on petabyte database.
Customized Reporting Services to meet the custom needs of the team.
Leveraged the model features to allow for easier ad hoc report building.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custom reporting platform was delivered on time and under budget. The resulting scorecard was well received by the executive team and ultimately decreased response time by a factor of 10.</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A4B9CD4-4138-4B6D-953F-2B8DE653DEC1}"/>
</file>

<file path=customXml/itemProps2.xml><?xml version="1.0" encoding="utf-8"?>
<ds:datastoreItem xmlns:ds="http://schemas.openxmlformats.org/officeDocument/2006/customXml" ds:itemID="{AFD80EA7-A3E8-4AB6-81B4-D2D6DE8D5533}"/>
</file>

<file path=customXml/itemProps3.xml><?xml version="1.0" encoding="utf-8"?>
<ds:datastoreItem xmlns:ds="http://schemas.openxmlformats.org/officeDocument/2006/customXml" ds:itemID="{11624343-BACE-4565-8623-84719A00E883}"/>
</file>

<file path=customXml/itemProps4.xml><?xml version="1.0" encoding="utf-8"?>
<ds:datastoreItem xmlns:ds="http://schemas.openxmlformats.org/officeDocument/2006/customXml" ds:itemID="{0D2E131C-9EDD-418D-8BB4-C33C389EB66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20300</vt:r8>
  </property>
  <property fmtid="{D5CDD505-2E9C-101B-9397-08002B2CF9AE}" pid="11" name="xd_Signature">
    <vt:bool>false</vt:bool>
  </property>
  <property fmtid="{D5CDD505-2E9C-101B-9397-08002B2CF9AE}" pid="12" name="SO">
    <vt:lpwstr>30;#;#43;#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