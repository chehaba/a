
<file path=[Content_Types].xml><?xml version="1.0" encoding="utf-8"?>
<Types xmlns="http://schemas.openxmlformats.org/package/2006/content-types">
  <Default Extension="bin" ContentType="image/jp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2.bin" ContentType="image/png"/>
  <Override PartName="/ppt/changesInfos/changesInfo1.xml" ContentType="application/vnd.ms-powerpoint.changes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08"/>
  </p:normalViewPr>
  <p:slideViewPr>
    <p:cSldViewPr snapToGrid="0" snapToObjects="1">
      <p:cViewPr varScale="1">
        <p:scale>
          <a:sx n="64" d="100"/>
          <a:sy n="64" d="100"/>
        </p:scale>
        <p:origin x="942" y="66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openxmlformats.org/officeDocument/2006/relationships/customXml" Target="../customXml/item4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Lynch" userId="e9a545a7-d4c6-4568-8496-b7f25b1d444b" providerId="ADAL" clId="{28E53ADC-7527-4329-A270-E6B36103FAA4}"/>
    <pc:docChg chg="modSld">
      <pc:chgData name="Emma Lynch" userId="e9a545a7-d4c6-4568-8496-b7f25b1d444b" providerId="ADAL" clId="{28E53ADC-7527-4329-A270-E6B36103FAA4}" dt="2020-10-26T23:08:46.287" v="2" actId="1076"/>
      <pc:docMkLst>
        <pc:docMk/>
      </pc:docMkLst>
      <pc:sldChg chg="modSp">
        <pc:chgData name="Emma Lynch" userId="e9a545a7-d4c6-4568-8496-b7f25b1d444b" providerId="ADAL" clId="{28E53ADC-7527-4329-A270-E6B36103FAA4}" dt="2020-10-26T23:08:46.287" v="2" actId="1076"/>
        <pc:sldMkLst>
          <pc:docMk/>
          <pc:sldMk cId="2582825011" sldId="300"/>
        </pc:sldMkLst>
        <pc:spChg chg="mod">
          <ac:chgData name="Emma Lynch" userId="e9a545a7-d4c6-4568-8496-b7f25b1d444b" providerId="ADAL" clId="{28E53ADC-7527-4329-A270-E6B36103FAA4}" dt="2020-10-26T23:08:42.075" v="1" actId="1076"/>
          <ac:spMkLst>
            <pc:docMk/>
            <pc:sldMk cId="2582825011" sldId="300"/>
            <ac:spMk id="31" creationId="{EC9A7433-5BCD-4EA6-924A-53FDBF0CAAA6}"/>
          </ac:spMkLst>
        </pc:spChg>
        <pc:spChg chg="mod">
          <ac:chgData name="Emma Lynch" userId="e9a545a7-d4c6-4568-8496-b7f25b1d444b" providerId="ADAL" clId="{28E53ADC-7527-4329-A270-E6B36103FAA4}" dt="2020-10-26T23:08:37.419" v="0" actId="1076"/>
          <ac:spMkLst>
            <pc:docMk/>
            <pc:sldMk cId="2582825011" sldId="300"/>
            <ac:spMk id="32" creationId="{E1C0119A-9047-4290-917B-405E19FFDA31}"/>
          </ac:spMkLst>
        </pc:spChg>
        <pc:spChg chg="mod">
          <ac:chgData name="Emma Lynch" userId="e9a545a7-d4c6-4568-8496-b7f25b1d444b" providerId="ADAL" clId="{28E53ADC-7527-4329-A270-E6B36103FAA4}" dt="2020-10-26T23:08:46.287" v="2" actId="1076"/>
          <ac:spMkLst>
            <pc:docMk/>
            <pc:sldMk cId="2582825011" sldId="300"/>
            <ac:spMk id="34" creationId="{EC17F625-2EC2-4F28-895B-03B104D794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t>10/26/2020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t>10/26/2020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Healthcare BI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138658" y="141368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&lt;p&gt;TenEleven Group, a healthcare company specializing in behavior health, needed to better understand their current data bases. In order to analyze and interpret their internal information, TenEleven decided to construct a data warehouse to better manage their overlapping data bases. TenEleven did have&amp;nbsp;their own internal team of developers, however, their team&amp;nbsp;lacked experience with business intelligence (BI) and data warehouse construction. As a result, TenEleven experienced difficulties constructing the data warehouse on their own. TenEleven sought out Affirma to provide BI consultants who could help them with their healthcare BI needs.&lt;/p&gt;
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138658" y="111651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&lt;ul&gt;
	&lt;li&gt;Affirma&amp;rsquo;s BI team worked with TenEleven to complete construction of the data warehouse and begin its operation.&lt;/li&gt;
	&lt;li&gt;After the construction of TenEleven&amp;rsquo;s data warehouse, Affirma&amp;rsquo;s BI team assessed and reviewed the warehouse to ensure that it met industry best practices. Affirma&amp;rsquo;s BI team then resolved and corrected all design flaws and errors.&lt;/li&gt;
	&lt;li&gt;Affirma&amp;rsquo;s BI team educated TenEleven&amp;rsquo;s in-house team on the best practices for maintaining their data warehouse.&lt;/li&gt;
&lt;/ul&gt;
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128954" y="3791243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&lt;p&gt;Affirma&amp;rsquo;s team of BI consultants reviewed, assessed and advised TenEleven on the construction of their data warehouse. After completing the warehouse, Affirma educated and counseled TenEleven&amp;rsquo;s in-house team on the best practices for maintaining their data warehouse. As a result, TenEleven now has a newly constructed data warehouse, and a freshly educated in-house team of developers. The consultation and work of Affirma&amp;rsquo;s BI team completely satisfied TenEleven&amp;rsquo;s healthcare BI requirements. TenEleven described Affirmas as &amp;ldquo;a consummate professional who not only has a deep technical knowledge of business intelligence, but also the patience to work alongside the user&amp;rdquo;.&lt;/p&gt;
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4" name="Picture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616" y="3578094"/>
            <a:ext cx="4254500" cy="2755900"/>
          </a:xfrm>
          <a:prstGeom prst="rect">
            <a:avLst/>
          </a:prstGeom>
        </p:spPr>
      </p:pic>
      <p:pic>
        <p:nvPicPr>
          <p:cNvPr id="3" name="Picture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646" y="1565275"/>
            <a:ext cx="1781175" cy="177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Data and Analytics</Value>
    </BusinessUnit>
    <Solutions xmlns="f0ee8362-fa7e-4bc9-ab88-7dcfb17cb19b">
      <Value>Data Analytics</Value>
    </Solutions>
    <Industries xmlns="f0ee8362-fa7e-4bc9-ab88-7dcfb17cb19b">
      <Value>Healthcare</Value>
    </Industries>
    <Notes0 xmlns="f0ee8362-fa7e-4bc9-ab88-7dcfb17cb19b" xsi:nil="true"/>
    <Named_x0020_Account xmlns="f0ee8362-fa7e-4bc9-ab88-7dcfb17cb19b" xsi:nil="true"/>
    <PlatTech xmlns="f0ee8362-fa7e-4bc9-ab88-7dcfb17cb19b">
      <Value>Power BI</Value>
      <Value>Tableau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CFE5DEDE-B510-451B-9FDD-C9F97B785AFD}">
  <ds:schemaRefs>
    <ds:schemaRef ds:uri="http://schemas.microsoft.com/office/2006/metadata/properties"/>
    <ds:schemaRef ds:uri="http://purl.org/dc/terms/"/>
    <ds:schemaRef ds:uri="54243e05-8da7-404c-85e0-0480aaa26276"/>
    <ds:schemaRef ds:uri="http://schemas.microsoft.com/office/2006/documentManagement/types"/>
    <ds:schemaRef ds:uri="357972b2-b7ed-48bc-bbb4-0804bacba9d2"/>
    <ds:schemaRef ds:uri="http://schemas.microsoft.com/office/infopath/2007/PartnerControls"/>
    <ds:schemaRef ds:uri="http://purl.org/dc/dcmitype/"/>
    <ds:schemaRef ds:uri="7b4220d0-7dfa-4105-8a9f-61778b1dcc88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FF477BF-6F76-497C-A80E-35C5FB61B1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574C96-539D-42D1-A691-D6003EB5CE4F}"/>
</file>

<file path=customXml/itemProps4.xml><?xml version="1.0" encoding="utf-8"?>
<ds:datastoreItem xmlns:ds="http://schemas.openxmlformats.org/officeDocument/2006/customXml" ds:itemID="{0386F07C-93A5-46E3-A184-B709C97FF532}"/>
</file>

<file path=docProps/app.xml><?xml version="1.0" encoding="utf-8"?>
<Properties xmlns="http://schemas.openxmlformats.org/officeDocument/2006/extended-properties" xmlns:vt="http://schemas.openxmlformats.org/officeDocument/2006/docPropsVTypes">
  <TotalTime>4898</TotalTime>
  <Words>385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Montserrat</vt:lpstr>
      <vt:lpstr>Open Sans</vt:lpstr>
      <vt:lpstr>Segoe UI</vt:lpstr>
      <vt:lpstr>Office Theme</vt:lpstr>
      <vt:lpstr>Healthcare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Emma Lynch</cp:lastModifiedBy>
  <cp:revision>571</cp:revision>
  <dcterms:created xsi:type="dcterms:W3CDTF">2017-10-09T12:47:23Z</dcterms:created>
  <dcterms:modified xsi:type="dcterms:W3CDTF">2020-10-26T23:08:46Z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Industry">
    <vt:lpwstr>51;#Healthcare|a26bc4ad-14b0-4fca-9fdf-0cbc9e43340d</vt:lpwstr>
  </property>
  <property fmtid="{D5CDD505-2E9C-101B-9397-08002B2CF9AE}" pid="5" name="Service_x0020_Offering">
    <vt:lpwstr/>
  </property>
  <property fmtid="{D5CDD505-2E9C-101B-9397-08002B2CF9AE}" pid="6" name="Business_x0020_Unit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Category">
    <vt:lpwstr>6;#Case Study|8faa0ad1-25f0-4f56-8e38-f60e20c455d6</vt:lpwstr>
  </property>
  <property fmtid="{D5CDD505-2E9C-101B-9397-08002B2CF9AE}" pid="10" name="Order">
    <vt:r8>19600</vt:r8>
  </property>
  <property fmtid="{D5CDD505-2E9C-101B-9397-08002B2CF9AE}" pid="11" name="xd_Signature">
    <vt:bool>false</vt:bool>
  </property>
  <property fmtid="{D5CDD505-2E9C-101B-9397-08002B2CF9AE}" pid="12" name="SO">
    <vt:lpwstr>30;#;#41;#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