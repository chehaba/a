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7"/>
  </p:notesMasterIdLst>
  <p:sldIdLst>
    <p:sldId id="214748133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469DA3-59FB-1B2D-2EDD-955222DA8EB4}" v="1" dt="2026-01-07T00:26:06.027"/>
    <p1510:client id="{F0F241A4-2785-4A23-B7ED-C91952E1417A}" v="23" dt="2026-01-07T00:36:45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44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40469DA3-59FB-1B2D-2EDD-955222DA8EB4}"/>
    <pc:docChg chg="delSld">
      <pc:chgData name="Brendan Murphy" userId="S::bmurphy@affirma.com::e9f923b6-6d89-4d4e-a3b7-d9304b9d44ba" providerId="AD" clId="Web-{40469DA3-59FB-1B2D-2EDD-955222DA8EB4}" dt="2026-01-07T00:26:06.027" v="0"/>
      <pc:docMkLst>
        <pc:docMk/>
      </pc:docMkLst>
      <pc:sldChg chg="del">
        <pc:chgData name="Brendan Murphy" userId="S::bmurphy@affirma.com::e9f923b6-6d89-4d4e-a3b7-d9304b9d44ba" providerId="AD" clId="Web-{40469DA3-59FB-1B2D-2EDD-955222DA8EB4}" dt="2026-01-07T00:26:06.027" v="0"/>
        <pc:sldMkLst>
          <pc:docMk/>
          <pc:sldMk cId="1208436089" sldId="2147469661"/>
        </pc:sldMkLst>
      </pc:sldChg>
    </pc:docChg>
  </pc:docChgLst>
  <pc:docChgLst>
    <pc:chgData name="Brendan Murphy" userId="e9f923b6-6d89-4d4e-a3b7-d9304b9d44ba" providerId="ADAL" clId="{9B0DB566-6399-4723-9EA0-1DAF3BE2719E}"/>
    <pc:docChg chg="undo custSel modSld">
      <pc:chgData name="Brendan Murphy" userId="e9f923b6-6d89-4d4e-a3b7-d9304b9d44ba" providerId="ADAL" clId="{9B0DB566-6399-4723-9EA0-1DAF3BE2719E}" dt="2026-01-07T00:36:45.224" v="182" actId="14100"/>
      <pc:docMkLst>
        <pc:docMk/>
      </pc:docMkLst>
      <pc:sldChg chg="addSp delSp modSp mod">
        <pc:chgData name="Brendan Murphy" userId="e9f923b6-6d89-4d4e-a3b7-d9304b9d44ba" providerId="ADAL" clId="{9B0DB566-6399-4723-9EA0-1DAF3BE2719E}" dt="2026-01-07T00:36:45.224" v="182" actId="14100"/>
        <pc:sldMkLst>
          <pc:docMk/>
          <pc:sldMk cId="3335460861" sldId="2147481335"/>
        </pc:sldMkLst>
        <pc:spChg chg="mod">
          <ac:chgData name="Brendan Murphy" userId="e9f923b6-6d89-4d4e-a3b7-d9304b9d44ba" providerId="ADAL" clId="{9B0DB566-6399-4723-9EA0-1DAF3BE2719E}" dt="2026-01-07T00:34:26.390" v="130" actId="1035"/>
          <ac:spMkLst>
            <pc:docMk/>
            <pc:sldMk cId="3335460861" sldId="2147481335"/>
            <ac:spMk id="3" creationId="{4A3DEDAA-789F-5877-76AC-458FC1058C58}"/>
          </ac:spMkLst>
        </pc:spChg>
        <pc:spChg chg="mod">
          <ac:chgData name="Brendan Murphy" userId="e9f923b6-6d89-4d4e-a3b7-d9304b9d44ba" providerId="ADAL" clId="{9B0DB566-6399-4723-9EA0-1DAF3BE2719E}" dt="2026-01-07T00:29:35.825" v="22" actId="255"/>
          <ac:spMkLst>
            <pc:docMk/>
            <pc:sldMk cId="3335460861" sldId="2147481335"/>
            <ac:spMk id="4" creationId="{7850796C-8968-E58E-1832-7ECA313CE2BE}"/>
          </ac:spMkLst>
        </pc:spChg>
        <pc:spChg chg="mod">
          <ac:chgData name="Brendan Murphy" userId="e9f923b6-6d89-4d4e-a3b7-d9304b9d44ba" providerId="ADAL" clId="{9B0DB566-6399-4723-9EA0-1DAF3BE2719E}" dt="2026-01-07T00:35:04.652" v="149" actId="1035"/>
          <ac:spMkLst>
            <pc:docMk/>
            <pc:sldMk cId="3335460861" sldId="2147481335"/>
            <ac:spMk id="5" creationId="{21420F64-6E85-3C92-A77B-809B16F36709}"/>
          </ac:spMkLst>
        </pc:spChg>
        <pc:spChg chg="add">
          <ac:chgData name="Brendan Murphy" userId="e9f923b6-6d89-4d4e-a3b7-d9304b9d44ba" providerId="ADAL" clId="{9B0DB566-6399-4723-9EA0-1DAF3BE2719E}" dt="2026-01-07T00:29:59.943" v="26"/>
          <ac:spMkLst>
            <pc:docMk/>
            <pc:sldMk cId="3335460861" sldId="2147481335"/>
            <ac:spMk id="6" creationId="{40CADB61-530C-C942-D39C-D9CD4AB4D994}"/>
          </ac:spMkLst>
        </pc:spChg>
        <pc:spChg chg="add">
          <ac:chgData name="Brendan Murphy" userId="e9f923b6-6d89-4d4e-a3b7-d9304b9d44ba" providerId="ADAL" clId="{9B0DB566-6399-4723-9EA0-1DAF3BE2719E}" dt="2026-01-07T00:30:07.466" v="27"/>
          <ac:spMkLst>
            <pc:docMk/>
            <pc:sldMk cId="3335460861" sldId="2147481335"/>
            <ac:spMk id="7" creationId="{48DD6CE5-812F-1A82-F1BD-2937AF4B606E}"/>
          </ac:spMkLst>
        </pc:spChg>
        <pc:spChg chg="mod">
          <ac:chgData name="Brendan Murphy" userId="e9f923b6-6d89-4d4e-a3b7-d9304b9d44ba" providerId="ADAL" clId="{9B0DB566-6399-4723-9EA0-1DAF3BE2719E}" dt="2026-01-07T00:35:09.738" v="170" actId="1036"/>
          <ac:spMkLst>
            <pc:docMk/>
            <pc:sldMk cId="3335460861" sldId="2147481335"/>
            <ac:spMk id="10" creationId="{944C875A-24CB-158D-AA65-DE8580674475}"/>
          </ac:spMkLst>
        </pc:spChg>
        <pc:spChg chg="mod">
          <ac:chgData name="Brendan Murphy" userId="e9f923b6-6d89-4d4e-a3b7-d9304b9d44ba" providerId="ADAL" clId="{9B0DB566-6399-4723-9EA0-1DAF3BE2719E}" dt="2026-01-07T00:34:28.541" v="132" actId="1036"/>
          <ac:spMkLst>
            <pc:docMk/>
            <pc:sldMk cId="3335460861" sldId="2147481335"/>
            <ac:spMk id="16" creationId="{62C40E03-D0D9-4B9B-A592-45917CDF27C8}"/>
          </ac:spMkLst>
        </pc:spChg>
        <pc:spChg chg="mod">
          <ac:chgData name="Brendan Murphy" userId="e9f923b6-6d89-4d4e-a3b7-d9304b9d44ba" providerId="ADAL" clId="{9B0DB566-6399-4723-9EA0-1DAF3BE2719E}" dt="2026-01-07T00:35:04.652" v="149" actId="1035"/>
          <ac:spMkLst>
            <pc:docMk/>
            <pc:sldMk cId="3335460861" sldId="2147481335"/>
            <ac:spMk id="17" creationId="{5B842A61-CE9D-6912-627F-1586181139D1}"/>
          </ac:spMkLst>
        </pc:spChg>
        <pc:spChg chg="mod">
          <ac:chgData name="Brendan Murphy" userId="e9f923b6-6d89-4d4e-a3b7-d9304b9d44ba" providerId="ADAL" clId="{9B0DB566-6399-4723-9EA0-1DAF3BE2719E}" dt="2026-01-07T00:35:09.738" v="170" actId="1036"/>
          <ac:spMkLst>
            <pc:docMk/>
            <pc:sldMk cId="3335460861" sldId="2147481335"/>
            <ac:spMk id="18" creationId="{638A316C-AF84-5210-5AAF-225F10A99376}"/>
          </ac:spMkLst>
        </pc:spChg>
        <pc:picChg chg="add mod">
          <ac:chgData name="Brendan Murphy" userId="e9f923b6-6d89-4d4e-a3b7-d9304b9d44ba" providerId="ADAL" clId="{9B0DB566-6399-4723-9EA0-1DAF3BE2719E}" dt="2026-01-07T00:33:36.661" v="67" actId="1076"/>
          <ac:picMkLst>
            <pc:docMk/>
            <pc:sldMk cId="3335460861" sldId="2147481335"/>
            <ac:picMk id="9" creationId="{4675E1C9-2781-9A7B-87C4-D1BD91E5203C}"/>
          </ac:picMkLst>
        </pc:picChg>
        <pc:picChg chg="del">
          <ac:chgData name="Brendan Murphy" userId="e9f923b6-6d89-4d4e-a3b7-d9304b9d44ba" providerId="ADAL" clId="{9B0DB566-6399-4723-9EA0-1DAF3BE2719E}" dt="2026-01-07T00:32:52.366" v="64" actId="478"/>
          <ac:picMkLst>
            <pc:docMk/>
            <pc:sldMk cId="3335460861" sldId="2147481335"/>
            <ac:picMk id="19" creationId="{DB290DCE-9BCC-5543-4074-563A316035D2}"/>
          </ac:picMkLst>
        </pc:picChg>
        <pc:picChg chg="del">
          <ac:chgData name="Brendan Murphy" userId="e9f923b6-6d89-4d4e-a3b7-d9304b9d44ba" providerId="ADAL" clId="{9B0DB566-6399-4723-9EA0-1DAF3BE2719E}" dt="2026-01-07T00:32:52.882" v="65" actId="478"/>
          <ac:picMkLst>
            <pc:docMk/>
            <pc:sldMk cId="3335460861" sldId="2147481335"/>
            <ac:picMk id="20" creationId="{63769EA5-3ADE-BD9E-8900-30D476C77580}"/>
          </ac:picMkLst>
        </pc:picChg>
        <pc:picChg chg="add del">
          <ac:chgData name="Brendan Murphy" userId="e9f923b6-6d89-4d4e-a3b7-d9304b9d44ba" providerId="ADAL" clId="{9B0DB566-6399-4723-9EA0-1DAF3BE2719E}" dt="2026-01-07T00:35:25.167" v="172" actId="478"/>
          <ac:picMkLst>
            <pc:docMk/>
            <pc:sldMk cId="3335460861" sldId="2147481335"/>
            <ac:picMk id="1028" creationId="{F8380BCE-8D12-631F-D463-6938B0590F19}"/>
          </ac:picMkLst>
        </pc:picChg>
        <pc:picChg chg="add mod">
          <ac:chgData name="Brendan Murphy" userId="e9f923b6-6d89-4d4e-a3b7-d9304b9d44ba" providerId="ADAL" clId="{9B0DB566-6399-4723-9EA0-1DAF3BE2719E}" dt="2026-01-07T00:36:18.556" v="177" actId="1076"/>
          <ac:picMkLst>
            <pc:docMk/>
            <pc:sldMk cId="3335460861" sldId="2147481335"/>
            <ac:picMk id="1030" creationId="{A8F39736-E00C-E267-336D-6F8EE79B7E4C}"/>
          </ac:picMkLst>
        </pc:picChg>
        <pc:picChg chg="add mod">
          <ac:chgData name="Brendan Murphy" userId="e9f923b6-6d89-4d4e-a3b7-d9304b9d44ba" providerId="ADAL" clId="{9B0DB566-6399-4723-9EA0-1DAF3BE2719E}" dt="2026-01-07T00:36:45.224" v="182" actId="14100"/>
          <ac:picMkLst>
            <pc:docMk/>
            <pc:sldMk cId="3335460861" sldId="2147481335"/>
            <ac:picMk id="1032" creationId="{4BA47372-DDDA-6C14-0254-04BF5DFAC36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2621EC-D038-42D0-9A5B-C6D5262367DF}" type="datetimeFigureOut"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B9BC37-1B19-4110-8602-5A285A074AA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740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5805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B4ADE-B7E7-396B-282C-34ED7EA7D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50796C-8968-E58E-1832-7ECA313CE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252" y="301170"/>
            <a:ext cx="11448890" cy="764390"/>
          </a:xfrm>
        </p:spPr>
        <p:txBody>
          <a:bodyPr>
            <a:noAutofit/>
          </a:bodyPr>
          <a:lstStyle/>
          <a:p>
            <a:pPr defTabSz="896533"/>
            <a:r>
              <a:rPr lang="en-US" sz="2800" dirty="0">
                <a:solidFill>
                  <a:srgbClr val="002060"/>
                </a:solidFill>
                <a:latin typeface="Poppins SemiBold"/>
                <a:cs typeface="Poppins SemiBold"/>
              </a:rPr>
              <a:t>Microsoft CELA - SharePoint &amp; Power Platform Modernization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EE5E36-0391-9EE7-9A61-89D452B20D9D}"/>
              </a:ext>
            </a:extLst>
          </p:cNvPr>
          <p:cNvSpPr/>
          <p:nvPr/>
        </p:nvSpPr>
        <p:spPr>
          <a:xfrm>
            <a:off x="10749644" y="6356805"/>
            <a:ext cx="798286" cy="269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768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23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3DEDAA-789F-5877-76AC-458FC1058C58}"/>
              </a:ext>
            </a:extLst>
          </p:cNvPr>
          <p:cNvSpPr txBox="1"/>
          <p:nvPr/>
        </p:nvSpPr>
        <p:spPr>
          <a:xfrm>
            <a:off x="169218" y="1234083"/>
            <a:ext cx="4972843" cy="2986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base">
              <a:defRPr/>
            </a:pPr>
            <a:r>
              <a:rPr lang="en-US" sz="1600" b="1" dirty="0">
                <a:solidFill>
                  <a:srgbClr val="063A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Business Need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420F64-6E85-3C92-A77B-809B16F36709}"/>
              </a:ext>
            </a:extLst>
          </p:cNvPr>
          <p:cNvSpPr txBox="1"/>
          <p:nvPr/>
        </p:nvSpPr>
        <p:spPr>
          <a:xfrm>
            <a:off x="169218" y="2558751"/>
            <a:ext cx="4985484" cy="2986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base">
              <a:defRPr/>
            </a:pPr>
            <a:r>
              <a:rPr lang="en-US" sz="1600" b="1" dirty="0">
                <a:solidFill>
                  <a:srgbClr val="063A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 We Did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4C875A-24CB-158D-AA65-DE8580674475}"/>
              </a:ext>
            </a:extLst>
          </p:cNvPr>
          <p:cNvSpPr txBox="1"/>
          <p:nvPr/>
        </p:nvSpPr>
        <p:spPr>
          <a:xfrm>
            <a:off x="181859" y="4723531"/>
            <a:ext cx="4972844" cy="2986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955" tIns="25977" rIns="51955" bIns="2597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base">
              <a:defRPr/>
            </a:pPr>
            <a:r>
              <a:rPr lang="en-US" sz="1600" b="1" dirty="0">
                <a:solidFill>
                  <a:srgbClr val="063A7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C40E03-D0D9-4B9B-A592-45917CDF27C8}"/>
              </a:ext>
            </a:extLst>
          </p:cNvPr>
          <p:cNvSpPr txBox="1"/>
          <p:nvPr/>
        </p:nvSpPr>
        <p:spPr>
          <a:xfrm>
            <a:off x="138731" y="1519181"/>
            <a:ext cx="7505271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dirty="0"/>
              <a:t>CELA needed to separate confidential documents and site pages from a broadly shared SharePoint site that was accessible to all Microsoft employees. In parallel, CELA was struggling with complex Power Automate workflows containing hundreds of actions, making updates and troubleshooting time-consuming and risky for administrators.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842A61-CE9D-6912-627F-1586181139D1}"/>
              </a:ext>
            </a:extLst>
          </p:cNvPr>
          <p:cNvSpPr txBox="1"/>
          <p:nvPr/>
        </p:nvSpPr>
        <p:spPr>
          <a:xfrm>
            <a:off x="181859" y="2874825"/>
            <a:ext cx="747478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Migrated confidential SharePoint documents and site pages to a restricted-access site while archiving outdated content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Updated site navigation to clearly separate general and confidential content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Updated data sources for existing Power Apps to align with the new SharePoint architecture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Redesigned monolithic Power Automate workflows by introducing sub-flows to improve modularity and maintainability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Centralized connection management to reduce administrative overhead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400" dirty="0"/>
              <a:t>Created updated documentation and troubleshooting guides for long-term support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8A316C-AF84-5210-5AAF-225F10A99376}"/>
              </a:ext>
            </a:extLst>
          </p:cNvPr>
          <p:cNvSpPr txBox="1"/>
          <p:nvPr/>
        </p:nvSpPr>
        <p:spPr>
          <a:xfrm>
            <a:off x="169218" y="5039605"/>
            <a:ext cx="747478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6895" indent="-11689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</a:rPr>
              <a:t>Improved security and access control for confidential CELA content</a:t>
            </a:r>
          </a:p>
          <a:p>
            <a:pPr marL="116895" indent="-11689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</a:rPr>
              <a:t>Simplified SharePoint site structure and navigation for end users</a:t>
            </a:r>
          </a:p>
          <a:p>
            <a:pPr marL="116895" indent="-11689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</a:rPr>
              <a:t>Reduced complexity and maintenance effort for Power Automate workflows</a:t>
            </a:r>
          </a:p>
          <a:p>
            <a:pPr marL="116895" indent="-11689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</a:rPr>
              <a:t>Enabled faster troubleshooting and safer future enhancements</a:t>
            </a:r>
          </a:p>
          <a:p>
            <a:pPr marL="116895" indent="-116895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prstClr val="black"/>
                </a:solidFill>
              </a:rPr>
              <a:t>Established a scalable foundation for Phase 2, including Azure SQL integration and Power App redesign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75E1C9-2781-9A7B-87C4-D1BD91E52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098" y="1411011"/>
            <a:ext cx="3143689" cy="695422"/>
          </a:xfrm>
          <a:prstGeom prst="rect">
            <a:avLst/>
          </a:prstGeom>
        </p:spPr>
      </p:pic>
      <p:pic>
        <p:nvPicPr>
          <p:cNvPr id="1030" name="Picture 6" descr="Microsoft SharePoint Online Review | PCMag">
            <a:extLst>
              <a:ext uri="{FF2B5EF4-FFF2-40B4-BE49-F238E27FC236}">
                <a16:creationId xmlns:a16="http://schemas.microsoft.com/office/drawing/2014/main" id="{A8F39736-E00C-E267-336D-6F8EE79B7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785" y="1996234"/>
            <a:ext cx="4535356" cy="255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ow to use custom icons in canvas-apps (Power Apps)">
            <a:extLst>
              <a:ext uri="{FF2B5EF4-FFF2-40B4-BE49-F238E27FC236}">
                <a16:creationId xmlns:a16="http://schemas.microsoft.com/office/drawing/2014/main" id="{4BA47372-DDDA-6C14-0254-04BF5DFAC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4002" y="3801157"/>
            <a:ext cx="4087555" cy="2297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546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>Microsoft</Named_x0020_Account>
    <Industries xmlns="f0ee8362-fa7e-4bc9-ab88-7dcfb17cb19b">
      <Value>Technology</Value>
      <Value>Legal</Value>
    </Industries>
    <PlatTech xmlns="f0ee8362-fa7e-4bc9-ab88-7dcfb17cb19b">
      <Value>SharePoint</Value>
    </PlatTech>
    <BusinessUnit xmlns="f0ee8362-fa7e-4bc9-ab88-7dcfb17cb19b">
      <Value>Custom Development</Value>
    </BusinessUnit>
    <Solutions xmlns="f0ee8362-fa7e-4bc9-ab88-7dcfb17cb19b">
      <Value>Intranet / Extranet</Value>
    </Solutions>
    <ProjectCompletionDate xmlns="f0ee8362-fa7e-4bc9-ab88-7dcfb17cb19b" xsi:nil="true"/>
    <ApprovedByClient xmlns="f0ee8362-fa7e-4bc9-ab88-7dcfb17cb19b">false</ApprovedByClient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AF67359F-4FF9-4784-B8A6-14E5FFF13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F83092-B24E-432E-B8E7-5ED589196D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e8362-fa7e-4bc9-ab88-7dcfb17cb1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A69EF01-56AC-4AAE-863F-8545D20D41E3}">
  <ds:schemaRefs>
    <ds:schemaRef ds:uri="http://www.w3.org/XML/1998/namespace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f0ee8362-fa7e-4bc9-ab88-7dcfb17cb19b"/>
  </ds:schemaRefs>
</ds:datastoreItem>
</file>

<file path=customXml/itemProps4.xml><?xml version="1.0" encoding="utf-8"?>
<ds:datastoreItem xmlns:ds="http://schemas.openxmlformats.org/officeDocument/2006/customXml" ds:itemID="{AB11F489-2FC8-4A74-9E8D-C1CFB42B0EC4}">
  <ds:schemaRefs>
    <ds:schemaRef ds:uri="http://schemas.microsoft.com/office/2006/metadata/customXs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181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Poppins</vt:lpstr>
      <vt:lpstr>Poppins SemiBold</vt:lpstr>
      <vt:lpstr>Segoe UI</vt:lpstr>
      <vt:lpstr>office theme</vt:lpstr>
      <vt:lpstr>Microsoft CELA - SharePoint &amp; Power Platform Modernization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Brendan Murphy</cp:lastModifiedBy>
  <cp:revision>11</cp:revision>
  <dcterms:created xsi:type="dcterms:W3CDTF">2025-05-07T20:27:11Z</dcterms:created>
  <dcterms:modified xsi:type="dcterms:W3CDTF">2026-01-07T00:36:54Z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