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5"/>
  </p:sldMasterIdLst>
  <p:sldIdLst>
    <p:sldId id="4043" r:id="rId6"/>
    <p:sldId id="4044"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39F0F21-2FB1-7381-AD2E-C5A6866B2ECA}" v="10" dt="2026-01-15T21:00:31.05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0028" autoAdjust="0"/>
    <p:restoredTop sz="94660"/>
  </p:normalViewPr>
  <p:slideViewPr>
    <p:cSldViewPr snapToGrid="0">
      <p:cViewPr varScale="1">
        <p:scale>
          <a:sx n="86" d="100"/>
          <a:sy n="86" d="100"/>
        </p:scale>
        <p:origin x="108" y="6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13" Type="http://schemas.microsoft.com/office/2015/10/relationships/revisionInfo" Target="revisionInfo.xml"/><Relationship Id="rId3" Type="http://schemas.openxmlformats.org/officeDocument/2006/relationships/customXml" Target="../customXml/item3.xml"/><Relationship Id="rId7" Type="http://schemas.openxmlformats.org/officeDocument/2006/relationships/slide" Target="slides/slide2.xml"/><Relationship Id="rId12" Type="http://schemas.microsoft.com/office/2016/11/relationships/changesInfo" Target="changesInfos/changesInfo1.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tableStyles" Target="tableStyles.xml"/><Relationship Id="rId5" Type="http://schemas.openxmlformats.org/officeDocument/2006/relationships/slideMaster" Target="slideMasters/slideMaster1.xml"/><Relationship Id="rId10" Type="http://schemas.openxmlformats.org/officeDocument/2006/relationships/theme" Target="theme/theme1.xml"/><Relationship Id="rId4" Type="http://schemas.openxmlformats.org/officeDocument/2006/relationships/customXml" Target="../customXml/item4.xml"/><Relationship Id="rId9"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iza Cantu" userId="S::lizacantu@affirma.com::208216f9-06dc-4d12-ac83-753ee660423b" providerId="AD" clId="Web-{339F0F21-2FB1-7381-AD2E-C5A6866B2ECA}"/>
    <pc:docChg chg="modSld">
      <pc:chgData name="Liza Cantu" userId="S::lizacantu@affirma.com::208216f9-06dc-4d12-ac83-753ee660423b" providerId="AD" clId="Web-{339F0F21-2FB1-7381-AD2E-C5A6866B2ECA}" dt="2026-01-15T21:00:31.056" v="8" actId="20577"/>
      <pc:docMkLst>
        <pc:docMk/>
      </pc:docMkLst>
      <pc:sldChg chg="modSp">
        <pc:chgData name="Liza Cantu" userId="S::lizacantu@affirma.com::208216f9-06dc-4d12-ac83-753ee660423b" providerId="AD" clId="Web-{339F0F21-2FB1-7381-AD2E-C5A6866B2ECA}" dt="2026-01-15T21:00:15.134" v="5" actId="20577"/>
        <pc:sldMkLst>
          <pc:docMk/>
          <pc:sldMk cId="2910178789" sldId="4043"/>
        </pc:sldMkLst>
        <pc:spChg chg="mod">
          <ac:chgData name="Liza Cantu" userId="S::lizacantu@affirma.com::208216f9-06dc-4d12-ac83-753ee660423b" providerId="AD" clId="Web-{339F0F21-2FB1-7381-AD2E-C5A6866B2ECA}" dt="2026-01-15T21:00:15.134" v="5" actId="20577"/>
          <ac:spMkLst>
            <pc:docMk/>
            <pc:sldMk cId="2910178789" sldId="4043"/>
            <ac:spMk id="6" creationId="{07DDD2EB-2F43-412C-897A-50D12A7903FE}"/>
          </ac:spMkLst>
        </pc:spChg>
        <pc:spChg chg="mod">
          <ac:chgData name="Liza Cantu" userId="S::lizacantu@affirma.com::208216f9-06dc-4d12-ac83-753ee660423b" providerId="AD" clId="Web-{339F0F21-2FB1-7381-AD2E-C5A6866B2ECA}" dt="2026-01-15T21:00:07.399" v="3" actId="20577"/>
          <ac:spMkLst>
            <pc:docMk/>
            <pc:sldMk cId="2910178789" sldId="4043"/>
            <ac:spMk id="11" creationId="{D9E6EE0B-835A-4CF9-93AF-701251EADEF3}"/>
          </ac:spMkLst>
        </pc:spChg>
      </pc:sldChg>
      <pc:sldChg chg="modSp">
        <pc:chgData name="Liza Cantu" userId="S::lizacantu@affirma.com::208216f9-06dc-4d12-ac83-753ee660423b" providerId="AD" clId="Web-{339F0F21-2FB1-7381-AD2E-C5A6866B2ECA}" dt="2026-01-15T21:00:31.056" v="8" actId="20577"/>
        <pc:sldMkLst>
          <pc:docMk/>
          <pc:sldMk cId="4089045510" sldId="4044"/>
        </pc:sldMkLst>
        <pc:spChg chg="mod">
          <ac:chgData name="Liza Cantu" userId="S::lizacantu@affirma.com::208216f9-06dc-4d12-ac83-753ee660423b" providerId="AD" clId="Web-{339F0F21-2FB1-7381-AD2E-C5A6866B2ECA}" dt="2026-01-15T21:00:31.056" v="8" actId="20577"/>
          <ac:spMkLst>
            <pc:docMk/>
            <pc:sldMk cId="4089045510" sldId="4044"/>
            <ac:spMk id="21" creationId="{C9DF0FFF-01B2-4810-BEE0-3E7F6BEE4576}"/>
          </ac:spMkLst>
        </pc:spChg>
        <pc:spChg chg="mod">
          <ac:chgData name="Liza Cantu" userId="S::lizacantu@affirma.com::208216f9-06dc-4d12-ac83-753ee660423b" providerId="AD" clId="Web-{339F0F21-2FB1-7381-AD2E-C5A6866B2ECA}" dt="2026-01-15T21:00:23.806" v="7" actId="20577"/>
          <ac:spMkLst>
            <pc:docMk/>
            <pc:sldMk cId="4089045510" sldId="4044"/>
            <ac:spMk id="26" creationId="{EF7D8B3B-2E5D-4EB0-8A72-183FEE7C6EB4}"/>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365A6D-FEAE-4103-B6A6-ADEDB53EA6D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498FE7FF-7D88-4CEE-B114-45D06221BBE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B00F1BF-724F-4645-A558-1DEDE4F388FC}"/>
              </a:ext>
            </a:extLst>
          </p:cNvPr>
          <p:cNvSpPr>
            <a:spLocks noGrp="1"/>
          </p:cNvSpPr>
          <p:nvPr>
            <p:ph type="dt" sz="half" idx="10"/>
          </p:nvPr>
        </p:nvSpPr>
        <p:spPr/>
        <p:txBody>
          <a:bodyPr/>
          <a:lstStyle/>
          <a:p>
            <a:fld id="{1E22ADD5-E9D0-483D-B1E3-612A4D45FA98}" type="datetimeFigureOut">
              <a:rPr lang="en-US" smtClean="0"/>
              <a:t>1/15/2026</a:t>
            </a:fld>
            <a:endParaRPr lang="en-US"/>
          </a:p>
        </p:txBody>
      </p:sp>
      <p:sp>
        <p:nvSpPr>
          <p:cNvPr id="5" name="Footer Placeholder 4">
            <a:extLst>
              <a:ext uri="{FF2B5EF4-FFF2-40B4-BE49-F238E27FC236}">
                <a16:creationId xmlns:a16="http://schemas.microsoft.com/office/drawing/2014/main" id="{F142B8E6-69FB-43C7-AA64-00ED919F63F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9F5BD0E-1FFA-43EC-9C16-513AB973C52F}"/>
              </a:ext>
            </a:extLst>
          </p:cNvPr>
          <p:cNvSpPr>
            <a:spLocks noGrp="1"/>
          </p:cNvSpPr>
          <p:nvPr>
            <p:ph type="sldNum" sz="quarter" idx="12"/>
          </p:nvPr>
        </p:nvSpPr>
        <p:spPr/>
        <p:txBody>
          <a:bodyPr/>
          <a:lstStyle/>
          <a:p>
            <a:fld id="{7C4039BA-E69A-4164-93A0-A0BB81ECCE3D}" type="slidenum">
              <a:rPr lang="en-US" smtClean="0"/>
              <a:t>‹#›</a:t>
            </a:fld>
            <a:endParaRPr lang="en-US"/>
          </a:p>
        </p:txBody>
      </p:sp>
    </p:spTree>
    <p:extLst>
      <p:ext uri="{BB962C8B-B14F-4D97-AF65-F5344CB8AC3E}">
        <p14:creationId xmlns:p14="http://schemas.microsoft.com/office/powerpoint/2010/main" val="17865948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7745CE-7B31-4D48-8642-8359648904B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BCADC4A-55AF-4364-9686-257E421773D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311C1BF-73F6-4ECF-BE4F-6E44760AA933}"/>
              </a:ext>
            </a:extLst>
          </p:cNvPr>
          <p:cNvSpPr>
            <a:spLocks noGrp="1"/>
          </p:cNvSpPr>
          <p:nvPr>
            <p:ph type="dt" sz="half" idx="10"/>
          </p:nvPr>
        </p:nvSpPr>
        <p:spPr/>
        <p:txBody>
          <a:bodyPr/>
          <a:lstStyle/>
          <a:p>
            <a:fld id="{1E22ADD5-E9D0-483D-B1E3-612A4D45FA98}" type="datetimeFigureOut">
              <a:rPr lang="en-US" smtClean="0"/>
              <a:t>1/15/2026</a:t>
            </a:fld>
            <a:endParaRPr lang="en-US"/>
          </a:p>
        </p:txBody>
      </p:sp>
      <p:sp>
        <p:nvSpPr>
          <p:cNvPr id="5" name="Footer Placeholder 4">
            <a:extLst>
              <a:ext uri="{FF2B5EF4-FFF2-40B4-BE49-F238E27FC236}">
                <a16:creationId xmlns:a16="http://schemas.microsoft.com/office/drawing/2014/main" id="{15164EAD-92B4-424B-83F3-6B2961BE0E6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AFB12D1-8F57-4D1B-8D78-002AAED2B06E}"/>
              </a:ext>
            </a:extLst>
          </p:cNvPr>
          <p:cNvSpPr>
            <a:spLocks noGrp="1"/>
          </p:cNvSpPr>
          <p:nvPr>
            <p:ph type="sldNum" sz="quarter" idx="12"/>
          </p:nvPr>
        </p:nvSpPr>
        <p:spPr/>
        <p:txBody>
          <a:bodyPr/>
          <a:lstStyle/>
          <a:p>
            <a:fld id="{7C4039BA-E69A-4164-93A0-A0BB81ECCE3D}" type="slidenum">
              <a:rPr lang="en-US" smtClean="0"/>
              <a:t>‹#›</a:t>
            </a:fld>
            <a:endParaRPr lang="en-US"/>
          </a:p>
        </p:txBody>
      </p:sp>
    </p:spTree>
    <p:extLst>
      <p:ext uri="{BB962C8B-B14F-4D97-AF65-F5344CB8AC3E}">
        <p14:creationId xmlns:p14="http://schemas.microsoft.com/office/powerpoint/2010/main" val="14735288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4D31AA-7A0B-4AA5-B73F-A90BEB62C7C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2CDA4527-E625-48AC-A766-A32945C65CE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05A5549-5D3B-4CD8-BF3D-232DD321F6E1}"/>
              </a:ext>
            </a:extLst>
          </p:cNvPr>
          <p:cNvSpPr>
            <a:spLocks noGrp="1"/>
          </p:cNvSpPr>
          <p:nvPr>
            <p:ph type="dt" sz="half" idx="10"/>
          </p:nvPr>
        </p:nvSpPr>
        <p:spPr/>
        <p:txBody>
          <a:bodyPr/>
          <a:lstStyle/>
          <a:p>
            <a:fld id="{1E22ADD5-E9D0-483D-B1E3-612A4D45FA98}" type="datetimeFigureOut">
              <a:rPr lang="en-US" smtClean="0"/>
              <a:t>1/15/2026</a:t>
            </a:fld>
            <a:endParaRPr lang="en-US"/>
          </a:p>
        </p:txBody>
      </p:sp>
      <p:sp>
        <p:nvSpPr>
          <p:cNvPr id="5" name="Footer Placeholder 4">
            <a:extLst>
              <a:ext uri="{FF2B5EF4-FFF2-40B4-BE49-F238E27FC236}">
                <a16:creationId xmlns:a16="http://schemas.microsoft.com/office/drawing/2014/main" id="{6557A0A7-D6B9-49C7-9AA4-EB4DA1E20E6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822A19A-412C-458A-913A-3F9FCE17321C}"/>
              </a:ext>
            </a:extLst>
          </p:cNvPr>
          <p:cNvSpPr>
            <a:spLocks noGrp="1"/>
          </p:cNvSpPr>
          <p:nvPr>
            <p:ph type="sldNum" sz="quarter" idx="12"/>
          </p:nvPr>
        </p:nvSpPr>
        <p:spPr/>
        <p:txBody>
          <a:bodyPr/>
          <a:lstStyle/>
          <a:p>
            <a:fld id="{7C4039BA-E69A-4164-93A0-A0BB81ECCE3D}" type="slidenum">
              <a:rPr lang="en-US" smtClean="0"/>
              <a:t>‹#›</a:t>
            </a:fld>
            <a:endParaRPr lang="en-US"/>
          </a:p>
        </p:txBody>
      </p:sp>
    </p:spTree>
    <p:extLst>
      <p:ext uri="{BB962C8B-B14F-4D97-AF65-F5344CB8AC3E}">
        <p14:creationId xmlns:p14="http://schemas.microsoft.com/office/powerpoint/2010/main" val="11206212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FC0CDD-ABDC-48D6-A0E8-552DDDF1EBE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6255C31-850E-4371-89F4-C43CC06E8E9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42AD836-7C2B-47DC-8788-A3FED682F2D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6D126C9-06F0-43E6-B86E-FE957DCD72E6}"/>
              </a:ext>
            </a:extLst>
          </p:cNvPr>
          <p:cNvSpPr>
            <a:spLocks noGrp="1"/>
          </p:cNvSpPr>
          <p:nvPr>
            <p:ph type="dt" sz="half" idx="10"/>
          </p:nvPr>
        </p:nvSpPr>
        <p:spPr/>
        <p:txBody>
          <a:bodyPr/>
          <a:lstStyle/>
          <a:p>
            <a:fld id="{1E22ADD5-E9D0-483D-B1E3-612A4D45FA98}" type="datetimeFigureOut">
              <a:rPr lang="en-US" smtClean="0"/>
              <a:t>1/15/2026</a:t>
            </a:fld>
            <a:endParaRPr lang="en-US"/>
          </a:p>
        </p:txBody>
      </p:sp>
      <p:sp>
        <p:nvSpPr>
          <p:cNvPr id="6" name="Footer Placeholder 5">
            <a:extLst>
              <a:ext uri="{FF2B5EF4-FFF2-40B4-BE49-F238E27FC236}">
                <a16:creationId xmlns:a16="http://schemas.microsoft.com/office/drawing/2014/main" id="{4F229117-EDFE-4943-B544-3A012598549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4AEB939-762C-4C28-9C5D-C04FE04158AA}"/>
              </a:ext>
            </a:extLst>
          </p:cNvPr>
          <p:cNvSpPr>
            <a:spLocks noGrp="1"/>
          </p:cNvSpPr>
          <p:nvPr>
            <p:ph type="sldNum" sz="quarter" idx="12"/>
          </p:nvPr>
        </p:nvSpPr>
        <p:spPr/>
        <p:txBody>
          <a:bodyPr/>
          <a:lstStyle/>
          <a:p>
            <a:fld id="{7C4039BA-E69A-4164-93A0-A0BB81ECCE3D}" type="slidenum">
              <a:rPr lang="en-US" smtClean="0"/>
              <a:t>‹#›</a:t>
            </a:fld>
            <a:endParaRPr lang="en-US"/>
          </a:p>
        </p:txBody>
      </p:sp>
    </p:spTree>
    <p:extLst>
      <p:ext uri="{BB962C8B-B14F-4D97-AF65-F5344CB8AC3E}">
        <p14:creationId xmlns:p14="http://schemas.microsoft.com/office/powerpoint/2010/main" val="38338427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044B9A-F60F-498E-A6A6-575B374C5629}"/>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FD4B457-E3FB-4E1B-B032-CC8074402D3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D2262AF-D8C6-47ED-B5ED-4CDD4E71CA4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0D1D5AB-F32F-43AC-BE7E-3C440EA288F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9F9003A-E7E4-491F-A022-A651965C3EF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F56C3D7-8A6E-46DD-A570-6CCA6E1FE67E}"/>
              </a:ext>
            </a:extLst>
          </p:cNvPr>
          <p:cNvSpPr>
            <a:spLocks noGrp="1"/>
          </p:cNvSpPr>
          <p:nvPr>
            <p:ph type="dt" sz="half" idx="10"/>
          </p:nvPr>
        </p:nvSpPr>
        <p:spPr/>
        <p:txBody>
          <a:bodyPr/>
          <a:lstStyle/>
          <a:p>
            <a:fld id="{1E22ADD5-E9D0-483D-B1E3-612A4D45FA98}" type="datetimeFigureOut">
              <a:rPr lang="en-US" smtClean="0"/>
              <a:t>1/15/2026</a:t>
            </a:fld>
            <a:endParaRPr lang="en-US"/>
          </a:p>
        </p:txBody>
      </p:sp>
      <p:sp>
        <p:nvSpPr>
          <p:cNvPr id="8" name="Footer Placeholder 7">
            <a:extLst>
              <a:ext uri="{FF2B5EF4-FFF2-40B4-BE49-F238E27FC236}">
                <a16:creationId xmlns:a16="http://schemas.microsoft.com/office/drawing/2014/main" id="{3525CE6E-0F5B-45E7-8564-EE60DB1A316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847CF8F9-89E7-46B5-A171-264499410A0A}"/>
              </a:ext>
            </a:extLst>
          </p:cNvPr>
          <p:cNvSpPr>
            <a:spLocks noGrp="1"/>
          </p:cNvSpPr>
          <p:nvPr>
            <p:ph type="sldNum" sz="quarter" idx="12"/>
          </p:nvPr>
        </p:nvSpPr>
        <p:spPr/>
        <p:txBody>
          <a:bodyPr/>
          <a:lstStyle/>
          <a:p>
            <a:fld id="{7C4039BA-E69A-4164-93A0-A0BB81ECCE3D}" type="slidenum">
              <a:rPr lang="en-US" smtClean="0"/>
              <a:t>‹#›</a:t>
            </a:fld>
            <a:endParaRPr lang="en-US"/>
          </a:p>
        </p:txBody>
      </p:sp>
    </p:spTree>
    <p:extLst>
      <p:ext uri="{BB962C8B-B14F-4D97-AF65-F5344CB8AC3E}">
        <p14:creationId xmlns:p14="http://schemas.microsoft.com/office/powerpoint/2010/main" val="13875654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D34140-F773-402A-94E1-197266FFFCC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7634AFC-65AE-4AA7-AB61-F18C369B6D12}"/>
              </a:ext>
            </a:extLst>
          </p:cNvPr>
          <p:cNvSpPr>
            <a:spLocks noGrp="1"/>
          </p:cNvSpPr>
          <p:nvPr>
            <p:ph type="dt" sz="half" idx="10"/>
          </p:nvPr>
        </p:nvSpPr>
        <p:spPr/>
        <p:txBody>
          <a:bodyPr/>
          <a:lstStyle/>
          <a:p>
            <a:fld id="{1E22ADD5-E9D0-483D-B1E3-612A4D45FA98}" type="datetimeFigureOut">
              <a:rPr lang="en-US" smtClean="0"/>
              <a:t>1/15/2026</a:t>
            </a:fld>
            <a:endParaRPr lang="en-US"/>
          </a:p>
        </p:txBody>
      </p:sp>
      <p:sp>
        <p:nvSpPr>
          <p:cNvPr id="4" name="Footer Placeholder 3">
            <a:extLst>
              <a:ext uri="{FF2B5EF4-FFF2-40B4-BE49-F238E27FC236}">
                <a16:creationId xmlns:a16="http://schemas.microsoft.com/office/drawing/2014/main" id="{4CDD5AD5-C492-452E-A359-3A99C5C70D5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E45F429-6A92-4573-BCDE-38B32596B9AA}"/>
              </a:ext>
            </a:extLst>
          </p:cNvPr>
          <p:cNvSpPr>
            <a:spLocks noGrp="1"/>
          </p:cNvSpPr>
          <p:nvPr>
            <p:ph type="sldNum" sz="quarter" idx="12"/>
          </p:nvPr>
        </p:nvSpPr>
        <p:spPr/>
        <p:txBody>
          <a:bodyPr/>
          <a:lstStyle/>
          <a:p>
            <a:fld id="{7C4039BA-E69A-4164-93A0-A0BB81ECCE3D}" type="slidenum">
              <a:rPr lang="en-US" smtClean="0"/>
              <a:t>‹#›</a:t>
            </a:fld>
            <a:endParaRPr lang="en-US"/>
          </a:p>
        </p:txBody>
      </p:sp>
    </p:spTree>
    <p:extLst>
      <p:ext uri="{BB962C8B-B14F-4D97-AF65-F5344CB8AC3E}">
        <p14:creationId xmlns:p14="http://schemas.microsoft.com/office/powerpoint/2010/main" val="10139025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7A6BCC7-6391-4AC9-8AFB-65A7B6623140}"/>
              </a:ext>
            </a:extLst>
          </p:cNvPr>
          <p:cNvSpPr>
            <a:spLocks noGrp="1"/>
          </p:cNvSpPr>
          <p:nvPr>
            <p:ph type="dt" sz="half" idx="10"/>
          </p:nvPr>
        </p:nvSpPr>
        <p:spPr/>
        <p:txBody>
          <a:bodyPr/>
          <a:lstStyle/>
          <a:p>
            <a:fld id="{1E22ADD5-E9D0-483D-B1E3-612A4D45FA98}" type="datetimeFigureOut">
              <a:rPr lang="en-US" smtClean="0"/>
              <a:t>1/15/2026</a:t>
            </a:fld>
            <a:endParaRPr lang="en-US"/>
          </a:p>
        </p:txBody>
      </p:sp>
      <p:sp>
        <p:nvSpPr>
          <p:cNvPr id="3" name="Footer Placeholder 2">
            <a:extLst>
              <a:ext uri="{FF2B5EF4-FFF2-40B4-BE49-F238E27FC236}">
                <a16:creationId xmlns:a16="http://schemas.microsoft.com/office/drawing/2014/main" id="{86331DDF-C66A-4A4C-9A34-43DB305F662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066E5A4-E246-40F9-B982-4B0858306623}"/>
              </a:ext>
            </a:extLst>
          </p:cNvPr>
          <p:cNvSpPr>
            <a:spLocks noGrp="1"/>
          </p:cNvSpPr>
          <p:nvPr>
            <p:ph type="sldNum" sz="quarter" idx="12"/>
          </p:nvPr>
        </p:nvSpPr>
        <p:spPr/>
        <p:txBody>
          <a:bodyPr/>
          <a:lstStyle/>
          <a:p>
            <a:fld id="{7C4039BA-E69A-4164-93A0-A0BB81ECCE3D}" type="slidenum">
              <a:rPr lang="en-US" smtClean="0"/>
              <a:t>‹#›</a:t>
            </a:fld>
            <a:endParaRPr lang="en-US"/>
          </a:p>
        </p:txBody>
      </p:sp>
    </p:spTree>
    <p:extLst>
      <p:ext uri="{BB962C8B-B14F-4D97-AF65-F5344CB8AC3E}">
        <p14:creationId xmlns:p14="http://schemas.microsoft.com/office/powerpoint/2010/main" val="260289034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49E07B-C0E8-4C0D-935B-5F51BDABD1B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9776E1B-8232-4092-BE7D-D9256D87E8B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D71CFC7-F5B1-4DED-809D-3AAA55ACA5F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F329A90-0B11-499D-ACD5-5043B3E7BCD3}"/>
              </a:ext>
            </a:extLst>
          </p:cNvPr>
          <p:cNvSpPr>
            <a:spLocks noGrp="1"/>
          </p:cNvSpPr>
          <p:nvPr>
            <p:ph type="dt" sz="half" idx="10"/>
          </p:nvPr>
        </p:nvSpPr>
        <p:spPr/>
        <p:txBody>
          <a:bodyPr/>
          <a:lstStyle/>
          <a:p>
            <a:fld id="{1E22ADD5-E9D0-483D-B1E3-612A4D45FA98}" type="datetimeFigureOut">
              <a:rPr lang="en-US" smtClean="0"/>
              <a:t>1/15/2026</a:t>
            </a:fld>
            <a:endParaRPr lang="en-US"/>
          </a:p>
        </p:txBody>
      </p:sp>
      <p:sp>
        <p:nvSpPr>
          <p:cNvPr id="6" name="Footer Placeholder 5">
            <a:extLst>
              <a:ext uri="{FF2B5EF4-FFF2-40B4-BE49-F238E27FC236}">
                <a16:creationId xmlns:a16="http://schemas.microsoft.com/office/drawing/2014/main" id="{C57ECC89-CA4D-4DBB-92DA-5BE4D5F7D51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68825AE-BB17-4B20-B5A6-1B561ED464A9}"/>
              </a:ext>
            </a:extLst>
          </p:cNvPr>
          <p:cNvSpPr>
            <a:spLocks noGrp="1"/>
          </p:cNvSpPr>
          <p:nvPr>
            <p:ph type="sldNum" sz="quarter" idx="12"/>
          </p:nvPr>
        </p:nvSpPr>
        <p:spPr/>
        <p:txBody>
          <a:bodyPr/>
          <a:lstStyle/>
          <a:p>
            <a:fld id="{7C4039BA-E69A-4164-93A0-A0BB81ECCE3D}" type="slidenum">
              <a:rPr lang="en-US" smtClean="0"/>
              <a:t>‹#›</a:t>
            </a:fld>
            <a:endParaRPr lang="en-US"/>
          </a:p>
        </p:txBody>
      </p:sp>
    </p:spTree>
    <p:extLst>
      <p:ext uri="{BB962C8B-B14F-4D97-AF65-F5344CB8AC3E}">
        <p14:creationId xmlns:p14="http://schemas.microsoft.com/office/powerpoint/2010/main" val="20484322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806210-824F-4D70-AADE-C09484B4603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49B4AC9-9ECA-4AE5-BE53-3F1A13B7B15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8E27C5E-E5B0-4D48-95BC-73AB6C8618F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A1AB675-032C-414E-92A1-4ADA80C27A4B}"/>
              </a:ext>
            </a:extLst>
          </p:cNvPr>
          <p:cNvSpPr>
            <a:spLocks noGrp="1"/>
          </p:cNvSpPr>
          <p:nvPr>
            <p:ph type="dt" sz="half" idx="10"/>
          </p:nvPr>
        </p:nvSpPr>
        <p:spPr/>
        <p:txBody>
          <a:bodyPr/>
          <a:lstStyle/>
          <a:p>
            <a:fld id="{1E22ADD5-E9D0-483D-B1E3-612A4D45FA98}" type="datetimeFigureOut">
              <a:rPr lang="en-US" smtClean="0"/>
              <a:t>1/15/2026</a:t>
            </a:fld>
            <a:endParaRPr lang="en-US"/>
          </a:p>
        </p:txBody>
      </p:sp>
      <p:sp>
        <p:nvSpPr>
          <p:cNvPr id="6" name="Footer Placeholder 5">
            <a:extLst>
              <a:ext uri="{FF2B5EF4-FFF2-40B4-BE49-F238E27FC236}">
                <a16:creationId xmlns:a16="http://schemas.microsoft.com/office/drawing/2014/main" id="{BEDC86CF-3F6F-4B23-BEFC-F6F0E820C9D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7ABE41F-23D0-42D5-8565-16E0E0196064}"/>
              </a:ext>
            </a:extLst>
          </p:cNvPr>
          <p:cNvSpPr>
            <a:spLocks noGrp="1"/>
          </p:cNvSpPr>
          <p:nvPr>
            <p:ph type="sldNum" sz="quarter" idx="12"/>
          </p:nvPr>
        </p:nvSpPr>
        <p:spPr/>
        <p:txBody>
          <a:bodyPr/>
          <a:lstStyle/>
          <a:p>
            <a:fld id="{7C4039BA-E69A-4164-93A0-A0BB81ECCE3D}" type="slidenum">
              <a:rPr lang="en-US" smtClean="0"/>
              <a:t>‹#›</a:t>
            </a:fld>
            <a:endParaRPr lang="en-US"/>
          </a:p>
        </p:txBody>
      </p:sp>
    </p:spTree>
    <p:extLst>
      <p:ext uri="{BB962C8B-B14F-4D97-AF65-F5344CB8AC3E}">
        <p14:creationId xmlns:p14="http://schemas.microsoft.com/office/powerpoint/2010/main" val="31278534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84F218-5A10-4AC5-BD4F-2141290ECCC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1A8A59B-F8B6-4ECB-B860-B81085253F9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C19643D-9A70-4594-82AF-DF1E1400730D}"/>
              </a:ext>
            </a:extLst>
          </p:cNvPr>
          <p:cNvSpPr>
            <a:spLocks noGrp="1"/>
          </p:cNvSpPr>
          <p:nvPr>
            <p:ph type="dt" sz="half" idx="10"/>
          </p:nvPr>
        </p:nvSpPr>
        <p:spPr/>
        <p:txBody>
          <a:bodyPr/>
          <a:lstStyle/>
          <a:p>
            <a:fld id="{1E22ADD5-E9D0-483D-B1E3-612A4D45FA98}" type="datetimeFigureOut">
              <a:rPr lang="en-US" smtClean="0"/>
              <a:t>1/15/2026</a:t>
            </a:fld>
            <a:endParaRPr lang="en-US"/>
          </a:p>
        </p:txBody>
      </p:sp>
      <p:sp>
        <p:nvSpPr>
          <p:cNvPr id="5" name="Footer Placeholder 4">
            <a:extLst>
              <a:ext uri="{FF2B5EF4-FFF2-40B4-BE49-F238E27FC236}">
                <a16:creationId xmlns:a16="http://schemas.microsoft.com/office/drawing/2014/main" id="{527B7436-AFD4-47E6-A1D7-3282EEFD551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6919B75-65EE-447D-B5EE-0ED8C63A5607}"/>
              </a:ext>
            </a:extLst>
          </p:cNvPr>
          <p:cNvSpPr>
            <a:spLocks noGrp="1"/>
          </p:cNvSpPr>
          <p:nvPr>
            <p:ph type="sldNum" sz="quarter" idx="12"/>
          </p:nvPr>
        </p:nvSpPr>
        <p:spPr/>
        <p:txBody>
          <a:bodyPr/>
          <a:lstStyle/>
          <a:p>
            <a:fld id="{7C4039BA-E69A-4164-93A0-A0BB81ECCE3D}" type="slidenum">
              <a:rPr lang="en-US" smtClean="0"/>
              <a:t>‹#›</a:t>
            </a:fld>
            <a:endParaRPr lang="en-US"/>
          </a:p>
        </p:txBody>
      </p:sp>
    </p:spTree>
    <p:extLst>
      <p:ext uri="{BB962C8B-B14F-4D97-AF65-F5344CB8AC3E}">
        <p14:creationId xmlns:p14="http://schemas.microsoft.com/office/powerpoint/2010/main" val="27162200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F06A3CE-7D05-40BE-ABE7-6C493C591F8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DFB3A20-B00D-43F0-A343-3BDFBD0ED9A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96C31F5-6D01-40D6-A2F1-F22A85CEA24F}"/>
              </a:ext>
            </a:extLst>
          </p:cNvPr>
          <p:cNvSpPr>
            <a:spLocks noGrp="1"/>
          </p:cNvSpPr>
          <p:nvPr>
            <p:ph type="dt" sz="half" idx="10"/>
          </p:nvPr>
        </p:nvSpPr>
        <p:spPr/>
        <p:txBody>
          <a:bodyPr/>
          <a:lstStyle/>
          <a:p>
            <a:fld id="{1E22ADD5-E9D0-483D-B1E3-612A4D45FA98}" type="datetimeFigureOut">
              <a:rPr lang="en-US" smtClean="0"/>
              <a:t>1/15/2026</a:t>
            </a:fld>
            <a:endParaRPr lang="en-US"/>
          </a:p>
        </p:txBody>
      </p:sp>
      <p:sp>
        <p:nvSpPr>
          <p:cNvPr id="5" name="Footer Placeholder 4">
            <a:extLst>
              <a:ext uri="{FF2B5EF4-FFF2-40B4-BE49-F238E27FC236}">
                <a16:creationId xmlns:a16="http://schemas.microsoft.com/office/drawing/2014/main" id="{FEE5DE34-1B54-46A6-A594-AA49379B3EF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C135579-9549-4B47-B18E-3D7873E269EE}"/>
              </a:ext>
            </a:extLst>
          </p:cNvPr>
          <p:cNvSpPr>
            <a:spLocks noGrp="1"/>
          </p:cNvSpPr>
          <p:nvPr>
            <p:ph type="sldNum" sz="quarter" idx="12"/>
          </p:nvPr>
        </p:nvSpPr>
        <p:spPr/>
        <p:txBody>
          <a:bodyPr/>
          <a:lstStyle/>
          <a:p>
            <a:fld id="{7C4039BA-E69A-4164-93A0-A0BB81ECCE3D}" type="slidenum">
              <a:rPr lang="en-US" smtClean="0"/>
              <a:t>‹#›</a:t>
            </a:fld>
            <a:endParaRPr lang="en-US"/>
          </a:p>
        </p:txBody>
      </p:sp>
    </p:spTree>
    <p:extLst>
      <p:ext uri="{BB962C8B-B14F-4D97-AF65-F5344CB8AC3E}">
        <p14:creationId xmlns:p14="http://schemas.microsoft.com/office/powerpoint/2010/main" val="173152601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Case Study - Two Slide">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63674382-8BA2-CD48-84D7-6B1CDE48F684}"/>
              </a:ext>
            </a:extLst>
          </p:cNvPr>
          <p:cNvSpPr>
            <a:spLocks noGrp="1"/>
          </p:cNvSpPr>
          <p:nvPr>
            <p:ph type="pic" sz="quarter" idx="17"/>
          </p:nvPr>
        </p:nvSpPr>
        <p:spPr>
          <a:xfrm>
            <a:off x="6095998" y="0"/>
            <a:ext cx="6096002" cy="6245236"/>
          </a:xfrm>
        </p:spPr>
        <p:txBody>
          <a:bodyPr/>
          <a:lstStyle/>
          <a:p>
            <a:endParaRPr lang="en-US" dirty="0"/>
          </a:p>
        </p:txBody>
      </p:sp>
      <p:sp>
        <p:nvSpPr>
          <p:cNvPr id="8" name="Slide Number Placeholder 5">
            <a:extLst>
              <a:ext uri="{FF2B5EF4-FFF2-40B4-BE49-F238E27FC236}">
                <a16:creationId xmlns:a16="http://schemas.microsoft.com/office/drawing/2014/main" id="{6C0C770B-B4AF-E443-922A-886366399C36}"/>
              </a:ext>
            </a:extLst>
          </p:cNvPr>
          <p:cNvSpPr>
            <a:spLocks noGrp="1"/>
          </p:cNvSpPr>
          <p:nvPr>
            <p:ph type="sldNum" sz="quarter" idx="12"/>
          </p:nvPr>
        </p:nvSpPr>
        <p:spPr>
          <a:xfrm>
            <a:off x="8845516" y="6454780"/>
            <a:ext cx="2743200" cy="154809"/>
          </a:xfrm>
        </p:spPr>
        <p:txBody>
          <a:bodyPr/>
          <a:lstStyle>
            <a:lvl1pPr>
              <a:defRPr sz="700">
                <a:solidFill>
                  <a:schemeClr val="tx1">
                    <a:lumMod val="75000"/>
                    <a:lumOff val="25000"/>
                  </a:schemeClr>
                </a:solidFill>
              </a:defRPr>
            </a:lvl1pPr>
          </a:lstStyle>
          <a:p>
            <a:fld id="{056F86DB-78DF-EB43-A6BE-40415A3A0052}" type="slidenum">
              <a:rPr lang="en-US" smtClean="0"/>
              <a:pPr/>
              <a:t>‹#›</a:t>
            </a:fld>
            <a:endParaRPr lang="en-US" dirty="0"/>
          </a:p>
        </p:txBody>
      </p:sp>
      <p:sp>
        <p:nvSpPr>
          <p:cNvPr id="9" name="Title 1">
            <a:extLst>
              <a:ext uri="{FF2B5EF4-FFF2-40B4-BE49-F238E27FC236}">
                <a16:creationId xmlns:a16="http://schemas.microsoft.com/office/drawing/2014/main" id="{0E93CEEC-4F06-5349-BB63-F02B2B211B29}"/>
              </a:ext>
            </a:extLst>
          </p:cNvPr>
          <p:cNvSpPr>
            <a:spLocks noGrp="1"/>
          </p:cNvSpPr>
          <p:nvPr>
            <p:ph type="ctrTitle" hasCustomPrompt="1"/>
          </p:nvPr>
        </p:nvSpPr>
        <p:spPr>
          <a:xfrm>
            <a:off x="603284" y="388389"/>
            <a:ext cx="5065999" cy="764390"/>
          </a:xfrm>
        </p:spPr>
        <p:txBody>
          <a:bodyPr anchor="b">
            <a:normAutofit/>
          </a:bodyPr>
          <a:lstStyle>
            <a:lvl1pPr algn="l">
              <a:defRPr sz="4000" b="0" i="0">
                <a:solidFill>
                  <a:srgbClr val="008AD9"/>
                </a:solidFill>
                <a:latin typeface="Arial" panose="020B0604020202020204" pitchFamily="34" charset="0"/>
                <a:cs typeface="Arial" panose="020B0604020202020204" pitchFamily="34" charset="0"/>
              </a:defRPr>
            </a:lvl1pPr>
          </a:lstStyle>
          <a:p>
            <a:r>
              <a:rPr lang="en-US"/>
              <a:t>Company Name</a:t>
            </a:r>
          </a:p>
        </p:txBody>
      </p:sp>
      <p:sp>
        <p:nvSpPr>
          <p:cNvPr id="10" name="Rectangle 9">
            <a:extLst>
              <a:ext uri="{FF2B5EF4-FFF2-40B4-BE49-F238E27FC236}">
                <a16:creationId xmlns:a16="http://schemas.microsoft.com/office/drawing/2014/main" id="{7CD2D898-C1E4-1C4E-B41C-23A7E59AE640}"/>
              </a:ext>
            </a:extLst>
          </p:cNvPr>
          <p:cNvSpPr/>
          <p:nvPr userDrawn="1"/>
        </p:nvSpPr>
        <p:spPr>
          <a:xfrm flipV="1">
            <a:off x="0" y="365239"/>
            <a:ext cx="243068" cy="764390"/>
          </a:xfrm>
          <a:prstGeom prst="rect">
            <a:avLst/>
          </a:prstGeom>
          <a:solidFill>
            <a:srgbClr val="063A7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pic>
        <p:nvPicPr>
          <p:cNvPr id="23" name="Picture 22">
            <a:extLst>
              <a:ext uri="{FF2B5EF4-FFF2-40B4-BE49-F238E27FC236}">
                <a16:creationId xmlns:a16="http://schemas.microsoft.com/office/drawing/2014/main" id="{0438C21C-6688-CD47-9B39-2BD825F592A9}"/>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603284" y="6440198"/>
            <a:ext cx="767123" cy="264231"/>
          </a:xfrm>
          <a:prstGeom prst="rect">
            <a:avLst/>
          </a:prstGeom>
        </p:spPr>
      </p:pic>
      <p:sp>
        <p:nvSpPr>
          <p:cNvPr id="4" name="Text Placeholder 3">
            <a:extLst>
              <a:ext uri="{FF2B5EF4-FFF2-40B4-BE49-F238E27FC236}">
                <a16:creationId xmlns:a16="http://schemas.microsoft.com/office/drawing/2014/main" id="{E5DB3430-93CA-9540-9380-D85F161C9580}"/>
              </a:ext>
            </a:extLst>
          </p:cNvPr>
          <p:cNvSpPr>
            <a:spLocks noGrp="1"/>
          </p:cNvSpPr>
          <p:nvPr>
            <p:ph type="body" sz="quarter" idx="20"/>
          </p:nvPr>
        </p:nvSpPr>
        <p:spPr>
          <a:xfrm>
            <a:off x="603250" y="1450136"/>
            <a:ext cx="5066030" cy="4795100"/>
          </a:xfrm>
        </p:spPr>
        <p:txBody>
          <a:bodyPr/>
          <a:lstStyle>
            <a:lvl1pPr marL="0" indent="0">
              <a:lnSpc>
                <a:spcPct val="150000"/>
              </a:lnSpc>
              <a:buNone/>
              <a:defRPr sz="1600">
                <a:solidFill>
                  <a:schemeClr val="tx1">
                    <a:lumMod val="75000"/>
                    <a:lumOff val="25000"/>
                  </a:schemeClr>
                </a:solidFill>
              </a:defRPr>
            </a:lvl1pPr>
            <a:lvl2pPr>
              <a:lnSpc>
                <a:spcPct val="150000"/>
              </a:lnSpc>
              <a:defRPr sz="1400">
                <a:solidFill>
                  <a:schemeClr val="tx1">
                    <a:lumMod val="75000"/>
                    <a:lumOff val="25000"/>
                  </a:schemeClr>
                </a:solidFill>
              </a:defRPr>
            </a:lvl2pPr>
            <a:lvl3pPr>
              <a:lnSpc>
                <a:spcPct val="150000"/>
              </a:lnSpc>
              <a:defRPr sz="1400">
                <a:solidFill>
                  <a:schemeClr val="tx1">
                    <a:lumMod val="75000"/>
                    <a:lumOff val="25000"/>
                  </a:schemeClr>
                </a:solidFill>
              </a:defRPr>
            </a:lvl3pPr>
            <a:lvl4pPr>
              <a:lnSpc>
                <a:spcPct val="150000"/>
              </a:lnSpc>
              <a:defRPr sz="1400">
                <a:solidFill>
                  <a:schemeClr val="tx1">
                    <a:lumMod val="75000"/>
                    <a:lumOff val="25000"/>
                  </a:schemeClr>
                </a:solidFill>
              </a:defRPr>
            </a:lvl4pPr>
            <a:lvl5pPr>
              <a:lnSpc>
                <a:spcPct val="150000"/>
              </a:lnSpc>
              <a:defRPr sz="14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984239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Case Study - Two Slide">
    <p:spTree>
      <p:nvGrpSpPr>
        <p:cNvPr id="1" name=""/>
        <p:cNvGrpSpPr/>
        <p:nvPr/>
      </p:nvGrpSpPr>
      <p:grpSpPr>
        <a:xfrm>
          <a:off x="0" y="0"/>
          <a:ext cx="0" cy="0"/>
          <a:chOff x="0" y="0"/>
          <a:chExt cx="0" cy="0"/>
        </a:xfrm>
      </p:grpSpPr>
      <p:sp>
        <p:nvSpPr>
          <p:cNvPr id="8" name="Slide Number Placeholder 5">
            <a:extLst>
              <a:ext uri="{FF2B5EF4-FFF2-40B4-BE49-F238E27FC236}">
                <a16:creationId xmlns:a16="http://schemas.microsoft.com/office/drawing/2014/main" id="{6C0C770B-B4AF-E443-922A-886366399C36}"/>
              </a:ext>
            </a:extLst>
          </p:cNvPr>
          <p:cNvSpPr>
            <a:spLocks noGrp="1"/>
          </p:cNvSpPr>
          <p:nvPr>
            <p:ph type="sldNum" sz="quarter" idx="12"/>
          </p:nvPr>
        </p:nvSpPr>
        <p:spPr>
          <a:xfrm>
            <a:off x="8845516" y="6454780"/>
            <a:ext cx="2743200" cy="154809"/>
          </a:xfrm>
        </p:spPr>
        <p:txBody>
          <a:bodyPr/>
          <a:lstStyle>
            <a:lvl1pPr>
              <a:defRPr sz="700">
                <a:solidFill>
                  <a:schemeClr val="bg1"/>
                </a:solidFill>
              </a:defRPr>
            </a:lvl1pPr>
          </a:lstStyle>
          <a:p>
            <a:fld id="{056F86DB-78DF-EB43-A6BE-40415A3A0052}" type="slidenum">
              <a:rPr lang="en-US" smtClean="0"/>
              <a:pPr/>
              <a:t>‹#›</a:t>
            </a:fld>
            <a:endParaRPr lang="en-US" dirty="0"/>
          </a:p>
        </p:txBody>
      </p:sp>
      <p:sp>
        <p:nvSpPr>
          <p:cNvPr id="9" name="Title 1">
            <a:extLst>
              <a:ext uri="{FF2B5EF4-FFF2-40B4-BE49-F238E27FC236}">
                <a16:creationId xmlns:a16="http://schemas.microsoft.com/office/drawing/2014/main" id="{0E93CEEC-4F06-5349-BB63-F02B2B211B29}"/>
              </a:ext>
            </a:extLst>
          </p:cNvPr>
          <p:cNvSpPr>
            <a:spLocks noGrp="1"/>
          </p:cNvSpPr>
          <p:nvPr>
            <p:ph type="ctrTitle" hasCustomPrompt="1"/>
          </p:nvPr>
        </p:nvSpPr>
        <p:spPr>
          <a:xfrm>
            <a:off x="603284" y="388389"/>
            <a:ext cx="10558741" cy="764390"/>
          </a:xfrm>
        </p:spPr>
        <p:txBody>
          <a:bodyPr anchor="b">
            <a:normAutofit/>
          </a:bodyPr>
          <a:lstStyle>
            <a:lvl1pPr algn="l">
              <a:defRPr sz="4000" b="0" i="0">
                <a:solidFill>
                  <a:srgbClr val="008AD9"/>
                </a:solidFill>
                <a:latin typeface="Arial" panose="020B0604020202020204" pitchFamily="34" charset="0"/>
                <a:cs typeface="Arial" panose="020B0604020202020204" pitchFamily="34" charset="0"/>
              </a:defRPr>
            </a:lvl1pPr>
          </a:lstStyle>
          <a:p>
            <a:r>
              <a:rPr lang="en-US"/>
              <a:t>Company Name</a:t>
            </a:r>
          </a:p>
        </p:txBody>
      </p:sp>
      <p:sp>
        <p:nvSpPr>
          <p:cNvPr id="10" name="Rectangle 9">
            <a:extLst>
              <a:ext uri="{FF2B5EF4-FFF2-40B4-BE49-F238E27FC236}">
                <a16:creationId xmlns:a16="http://schemas.microsoft.com/office/drawing/2014/main" id="{7CD2D898-C1E4-1C4E-B41C-23A7E59AE640}"/>
              </a:ext>
            </a:extLst>
          </p:cNvPr>
          <p:cNvSpPr/>
          <p:nvPr userDrawn="1"/>
        </p:nvSpPr>
        <p:spPr>
          <a:xfrm flipV="1">
            <a:off x="0" y="365239"/>
            <a:ext cx="243068" cy="764390"/>
          </a:xfrm>
          <a:prstGeom prst="rect">
            <a:avLst/>
          </a:prstGeom>
          <a:solidFill>
            <a:srgbClr val="063A7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pic>
        <p:nvPicPr>
          <p:cNvPr id="23" name="Picture 22">
            <a:extLst>
              <a:ext uri="{FF2B5EF4-FFF2-40B4-BE49-F238E27FC236}">
                <a16:creationId xmlns:a16="http://schemas.microsoft.com/office/drawing/2014/main" id="{0438C21C-6688-CD47-9B39-2BD825F592A9}"/>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603284" y="6440198"/>
            <a:ext cx="767123" cy="264231"/>
          </a:xfrm>
          <a:prstGeom prst="rect">
            <a:avLst/>
          </a:prstGeom>
        </p:spPr>
      </p:pic>
      <p:sp>
        <p:nvSpPr>
          <p:cNvPr id="4" name="Text Placeholder 3">
            <a:extLst>
              <a:ext uri="{FF2B5EF4-FFF2-40B4-BE49-F238E27FC236}">
                <a16:creationId xmlns:a16="http://schemas.microsoft.com/office/drawing/2014/main" id="{E5DB3430-93CA-9540-9380-D85F161C9580}"/>
              </a:ext>
            </a:extLst>
          </p:cNvPr>
          <p:cNvSpPr>
            <a:spLocks noGrp="1"/>
          </p:cNvSpPr>
          <p:nvPr>
            <p:ph type="body" sz="quarter" idx="20"/>
          </p:nvPr>
        </p:nvSpPr>
        <p:spPr>
          <a:xfrm>
            <a:off x="603250" y="1450136"/>
            <a:ext cx="5066030" cy="4795100"/>
          </a:xfrm>
        </p:spPr>
        <p:txBody>
          <a:bodyPr/>
          <a:lstStyle>
            <a:lvl1pPr marL="0" indent="0">
              <a:lnSpc>
                <a:spcPct val="150000"/>
              </a:lnSpc>
              <a:buNone/>
              <a:defRPr sz="1600">
                <a:solidFill>
                  <a:schemeClr val="tx1">
                    <a:lumMod val="75000"/>
                    <a:lumOff val="25000"/>
                  </a:schemeClr>
                </a:solidFill>
              </a:defRPr>
            </a:lvl1pPr>
            <a:lvl2pPr>
              <a:lnSpc>
                <a:spcPct val="150000"/>
              </a:lnSpc>
              <a:defRPr sz="1400">
                <a:solidFill>
                  <a:schemeClr val="tx1">
                    <a:lumMod val="75000"/>
                    <a:lumOff val="25000"/>
                  </a:schemeClr>
                </a:solidFill>
              </a:defRPr>
            </a:lvl2pPr>
            <a:lvl3pPr>
              <a:lnSpc>
                <a:spcPct val="150000"/>
              </a:lnSpc>
              <a:defRPr sz="1400">
                <a:solidFill>
                  <a:schemeClr val="tx1">
                    <a:lumMod val="75000"/>
                    <a:lumOff val="25000"/>
                  </a:schemeClr>
                </a:solidFill>
              </a:defRPr>
            </a:lvl3pPr>
            <a:lvl4pPr>
              <a:lnSpc>
                <a:spcPct val="150000"/>
              </a:lnSpc>
              <a:defRPr sz="1400">
                <a:solidFill>
                  <a:schemeClr val="tx1">
                    <a:lumMod val="75000"/>
                    <a:lumOff val="25000"/>
                  </a:schemeClr>
                </a:solidFill>
              </a:defRPr>
            </a:lvl4pPr>
            <a:lvl5pPr>
              <a:lnSpc>
                <a:spcPct val="150000"/>
              </a:lnSpc>
              <a:defRPr sz="14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3">
            <a:extLst>
              <a:ext uri="{FF2B5EF4-FFF2-40B4-BE49-F238E27FC236}">
                <a16:creationId xmlns:a16="http://schemas.microsoft.com/office/drawing/2014/main" id="{297CEAD3-C89F-4D4E-800D-03278CC987D0}"/>
              </a:ext>
            </a:extLst>
          </p:cNvPr>
          <p:cNvSpPr>
            <a:spLocks noGrp="1"/>
          </p:cNvSpPr>
          <p:nvPr>
            <p:ph type="body" sz="quarter" idx="21"/>
          </p:nvPr>
        </p:nvSpPr>
        <p:spPr>
          <a:xfrm>
            <a:off x="6095995" y="1450136"/>
            <a:ext cx="5066030" cy="3311987"/>
          </a:xfrm>
        </p:spPr>
        <p:txBody>
          <a:bodyPr/>
          <a:lstStyle>
            <a:lvl1pPr marL="0" indent="0">
              <a:lnSpc>
                <a:spcPct val="150000"/>
              </a:lnSpc>
              <a:buNone/>
              <a:defRPr sz="1600">
                <a:solidFill>
                  <a:schemeClr val="tx1">
                    <a:lumMod val="75000"/>
                    <a:lumOff val="25000"/>
                  </a:schemeClr>
                </a:solidFill>
              </a:defRPr>
            </a:lvl1pPr>
            <a:lvl2pPr>
              <a:lnSpc>
                <a:spcPct val="150000"/>
              </a:lnSpc>
              <a:defRPr sz="1400">
                <a:solidFill>
                  <a:schemeClr val="tx1">
                    <a:lumMod val="75000"/>
                    <a:lumOff val="25000"/>
                  </a:schemeClr>
                </a:solidFill>
              </a:defRPr>
            </a:lvl2pPr>
            <a:lvl3pPr>
              <a:lnSpc>
                <a:spcPct val="150000"/>
              </a:lnSpc>
              <a:defRPr sz="1400">
                <a:solidFill>
                  <a:schemeClr val="tx1">
                    <a:lumMod val="75000"/>
                    <a:lumOff val="25000"/>
                  </a:schemeClr>
                </a:solidFill>
              </a:defRPr>
            </a:lvl3pPr>
            <a:lvl4pPr>
              <a:lnSpc>
                <a:spcPct val="150000"/>
              </a:lnSpc>
              <a:defRPr sz="1400">
                <a:solidFill>
                  <a:schemeClr val="tx1">
                    <a:lumMod val="75000"/>
                    <a:lumOff val="25000"/>
                  </a:schemeClr>
                </a:solidFill>
              </a:defRPr>
            </a:lvl4pPr>
            <a:lvl5pPr>
              <a:lnSpc>
                <a:spcPct val="150000"/>
              </a:lnSpc>
              <a:defRPr sz="14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Rectangle 12">
            <a:extLst>
              <a:ext uri="{FF2B5EF4-FFF2-40B4-BE49-F238E27FC236}">
                <a16:creationId xmlns:a16="http://schemas.microsoft.com/office/drawing/2014/main" id="{AD24C7A6-D640-CF45-80ED-0D0586847BA0}"/>
              </a:ext>
            </a:extLst>
          </p:cNvPr>
          <p:cNvSpPr/>
          <p:nvPr userDrawn="1"/>
        </p:nvSpPr>
        <p:spPr>
          <a:xfrm>
            <a:off x="6095998" y="5093207"/>
            <a:ext cx="6096002" cy="1764793"/>
          </a:xfrm>
          <a:prstGeom prst="rect">
            <a:avLst/>
          </a:prstGeom>
          <a:solidFill>
            <a:srgbClr val="008A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Text Placeholder 5">
            <a:extLst>
              <a:ext uri="{FF2B5EF4-FFF2-40B4-BE49-F238E27FC236}">
                <a16:creationId xmlns:a16="http://schemas.microsoft.com/office/drawing/2014/main" id="{B5A17C67-7CB2-284C-99FC-A2BAC91D5CF7}"/>
              </a:ext>
            </a:extLst>
          </p:cNvPr>
          <p:cNvSpPr>
            <a:spLocks noGrp="1"/>
          </p:cNvSpPr>
          <p:nvPr>
            <p:ph type="body" sz="quarter" idx="18" hasCustomPrompt="1"/>
          </p:nvPr>
        </p:nvSpPr>
        <p:spPr>
          <a:xfrm>
            <a:off x="6479966" y="5569457"/>
            <a:ext cx="1523417" cy="383287"/>
          </a:xfrm>
        </p:spPr>
        <p:txBody>
          <a:bodyPr>
            <a:noAutofit/>
          </a:bodyPr>
          <a:lstStyle>
            <a:lvl1pPr marL="0" indent="0">
              <a:lnSpc>
                <a:spcPct val="100000"/>
              </a:lnSpc>
              <a:spcBef>
                <a:spcPts val="0"/>
              </a:spcBef>
              <a:buNone/>
              <a:defRPr sz="2400" b="1" i="0">
                <a:solidFill>
                  <a:schemeClr val="bg1"/>
                </a:solidFill>
                <a:latin typeface="Arial" panose="020B0604020202020204" pitchFamily="34" charset="0"/>
                <a:cs typeface="Arial" panose="020B0604020202020204" pitchFamily="34" charset="0"/>
              </a:defRPr>
            </a:lvl1pPr>
            <a:lvl2pPr marL="457200" indent="0">
              <a:buNone/>
              <a:defRPr sz="1400" b="0" i="0">
                <a:latin typeface="Poppins" pitchFamily="2" charset="77"/>
                <a:cs typeface="Poppins" pitchFamily="2" charset="77"/>
              </a:defRPr>
            </a:lvl2pPr>
            <a:lvl3pPr marL="914400" indent="0">
              <a:buNone/>
              <a:defRPr sz="1400" b="0" i="0">
                <a:latin typeface="Poppins" pitchFamily="2" charset="77"/>
                <a:cs typeface="Poppins" pitchFamily="2" charset="77"/>
              </a:defRPr>
            </a:lvl3pPr>
            <a:lvl4pPr marL="1371600" indent="0">
              <a:buNone/>
              <a:defRPr sz="1400" b="0" i="0">
                <a:latin typeface="Poppins" pitchFamily="2" charset="77"/>
                <a:cs typeface="Poppins" pitchFamily="2" charset="77"/>
              </a:defRPr>
            </a:lvl4pPr>
            <a:lvl5pPr marL="1828800" indent="0">
              <a:buNone/>
              <a:defRPr sz="1400" b="0" i="0">
                <a:latin typeface="Poppins" pitchFamily="2" charset="77"/>
                <a:cs typeface="Poppins" pitchFamily="2" charset="77"/>
              </a:defRPr>
            </a:lvl5pPr>
          </a:lstStyle>
          <a:p>
            <a:pPr lvl="0"/>
            <a:r>
              <a:rPr lang="en-US"/>
              <a:t>00</a:t>
            </a:r>
          </a:p>
        </p:txBody>
      </p:sp>
      <p:sp>
        <p:nvSpPr>
          <p:cNvPr id="16" name="TextBox 15">
            <a:extLst>
              <a:ext uri="{FF2B5EF4-FFF2-40B4-BE49-F238E27FC236}">
                <a16:creationId xmlns:a16="http://schemas.microsoft.com/office/drawing/2014/main" id="{51E11AF9-BFB5-2249-A289-E9CD9BC90DAF}"/>
              </a:ext>
            </a:extLst>
          </p:cNvPr>
          <p:cNvSpPr txBox="1"/>
          <p:nvPr userDrawn="1"/>
        </p:nvSpPr>
        <p:spPr>
          <a:xfrm>
            <a:off x="6479967" y="5292458"/>
            <a:ext cx="1523418" cy="276999"/>
          </a:xfrm>
          <a:prstGeom prst="rect">
            <a:avLst/>
          </a:prstGeom>
          <a:noFill/>
        </p:spPr>
        <p:txBody>
          <a:bodyPr wrap="square" rtlCol="0">
            <a:spAutoFit/>
          </a:bodyPr>
          <a:lstStyle/>
          <a:p>
            <a:pPr algn="l"/>
            <a:r>
              <a:rPr lang="en-US" sz="1200" b="1" i="0" spc="300" dirty="0">
                <a:solidFill>
                  <a:schemeClr val="bg1"/>
                </a:solidFill>
                <a:latin typeface="Arial" panose="020B0604020202020204" pitchFamily="34" charset="0"/>
                <a:cs typeface="Arial" panose="020B0604020202020204" pitchFamily="34" charset="0"/>
              </a:rPr>
              <a:t>RESULTS</a:t>
            </a:r>
          </a:p>
        </p:txBody>
      </p:sp>
      <p:sp>
        <p:nvSpPr>
          <p:cNvPr id="17" name="Text Placeholder 5">
            <a:extLst>
              <a:ext uri="{FF2B5EF4-FFF2-40B4-BE49-F238E27FC236}">
                <a16:creationId xmlns:a16="http://schemas.microsoft.com/office/drawing/2014/main" id="{5E2E3C11-DE33-084A-AD71-C891FA8663DF}"/>
              </a:ext>
            </a:extLst>
          </p:cNvPr>
          <p:cNvSpPr>
            <a:spLocks noGrp="1"/>
          </p:cNvSpPr>
          <p:nvPr>
            <p:ph type="body" sz="quarter" idx="22" hasCustomPrompt="1"/>
          </p:nvPr>
        </p:nvSpPr>
        <p:spPr>
          <a:xfrm>
            <a:off x="6479965" y="5968237"/>
            <a:ext cx="1507897" cy="471961"/>
          </a:xfrm>
        </p:spPr>
        <p:txBody>
          <a:bodyPr>
            <a:noAutofit/>
          </a:bodyPr>
          <a:lstStyle>
            <a:lvl1pPr marL="0" indent="0">
              <a:lnSpc>
                <a:spcPct val="100000"/>
              </a:lnSpc>
              <a:spcBef>
                <a:spcPts val="0"/>
              </a:spcBef>
              <a:buNone/>
              <a:defRPr sz="1200" b="0" i="0">
                <a:solidFill>
                  <a:schemeClr val="bg1"/>
                </a:solidFill>
                <a:latin typeface="Arial" panose="020B0604020202020204" pitchFamily="34" charset="0"/>
                <a:cs typeface="Arial" panose="020B0604020202020204" pitchFamily="34" charset="0"/>
              </a:defRPr>
            </a:lvl1pPr>
            <a:lvl2pPr marL="457200" indent="0">
              <a:buNone/>
              <a:defRPr sz="1400" b="0" i="0">
                <a:latin typeface="Poppins" pitchFamily="2" charset="77"/>
                <a:cs typeface="Poppins" pitchFamily="2" charset="77"/>
              </a:defRPr>
            </a:lvl2pPr>
            <a:lvl3pPr marL="914400" indent="0">
              <a:buNone/>
              <a:defRPr sz="1400" b="0" i="0">
                <a:latin typeface="Poppins" pitchFamily="2" charset="77"/>
                <a:cs typeface="Poppins" pitchFamily="2" charset="77"/>
              </a:defRPr>
            </a:lvl3pPr>
            <a:lvl4pPr marL="1371600" indent="0">
              <a:buNone/>
              <a:defRPr sz="1400" b="0" i="0">
                <a:latin typeface="Poppins" pitchFamily="2" charset="77"/>
                <a:cs typeface="Poppins" pitchFamily="2" charset="77"/>
              </a:defRPr>
            </a:lvl4pPr>
            <a:lvl5pPr marL="1828800" indent="0">
              <a:buNone/>
              <a:defRPr sz="1400" b="0" i="0">
                <a:latin typeface="Poppins" pitchFamily="2" charset="77"/>
                <a:cs typeface="Poppins" pitchFamily="2" charset="77"/>
              </a:defRPr>
            </a:lvl5pPr>
          </a:lstStyle>
          <a:p>
            <a:pPr lvl="0"/>
            <a:r>
              <a:rPr lang="en-US"/>
              <a:t>Lorem Ipsum Dolor</a:t>
            </a:r>
          </a:p>
        </p:txBody>
      </p:sp>
      <p:sp>
        <p:nvSpPr>
          <p:cNvPr id="18" name="Text Placeholder 5">
            <a:extLst>
              <a:ext uri="{FF2B5EF4-FFF2-40B4-BE49-F238E27FC236}">
                <a16:creationId xmlns:a16="http://schemas.microsoft.com/office/drawing/2014/main" id="{DC954BAD-17EC-8E4A-9A29-55BEDEA6DB01}"/>
              </a:ext>
            </a:extLst>
          </p:cNvPr>
          <p:cNvSpPr>
            <a:spLocks noGrp="1"/>
          </p:cNvSpPr>
          <p:nvPr>
            <p:ph type="body" sz="quarter" idx="23" hasCustomPrompt="1"/>
          </p:nvPr>
        </p:nvSpPr>
        <p:spPr>
          <a:xfrm>
            <a:off x="8278598" y="5560830"/>
            <a:ext cx="1523417" cy="383287"/>
          </a:xfrm>
        </p:spPr>
        <p:txBody>
          <a:bodyPr>
            <a:noAutofit/>
          </a:bodyPr>
          <a:lstStyle>
            <a:lvl1pPr marL="0" indent="0">
              <a:lnSpc>
                <a:spcPct val="100000"/>
              </a:lnSpc>
              <a:spcBef>
                <a:spcPts val="0"/>
              </a:spcBef>
              <a:buNone/>
              <a:defRPr sz="2400" b="1" i="0">
                <a:solidFill>
                  <a:schemeClr val="bg1"/>
                </a:solidFill>
                <a:latin typeface="Arial" panose="020B0604020202020204" pitchFamily="34" charset="0"/>
                <a:cs typeface="Arial" panose="020B0604020202020204" pitchFamily="34" charset="0"/>
              </a:defRPr>
            </a:lvl1pPr>
            <a:lvl2pPr marL="457200" indent="0">
              <a:buNone/>
              <a:defRPr sz="1400" b="0" i="0">
                <a:latin typeface="Poppins" pitchFamily="2" charset="77"/>
                <a:cs typeface="Poppins" pitchFamily="2" charset="77"/>
              </a:defRPr>
            </a:lvl2pPr>
            <a:lvl3pPr marL="914400" indent="0">
              <a:buNone/>
              <a:defRPr sz="1400" b="0" i="0">
                <a:latin typeface="Poppins" pitchFamily="2" charset="77"/>
                <a:cs typeface="Poppins" pitchFamily="2" charset="77"/>
              </a:defRPr>
            </a:lvl3pPr>
            <a:lvl4pPr marL="1371600" indent="0">
              <a:buNone/>
              <a:defRPr sz="1400" b="0" i="0">
                <a:latin typeface="Poppins" pitchFamily="2" charset="77"/>
                <a:cs typeface="Poppins" pitchFamily="2" charset="77"/>
              </a:defRPr>
            </a:lvl4pPr>
            <a:lvl5pPr marL="1828800" indent="0">
              <a:buNone/>
              <a:defRPr sz="1400" b="0" i="0">
                <a:latin typeface="Poppins" pitchFamily="2" charset="77"/>
                <a:cs typeface="Poppins" pitchFamily="2" charset="77"/>
              </a:defRPr>
            </a:lvl5pPr>
          </a:lstStyle>
          <a:p>
            <a:pPr lvl="0"/>
            <a:r>
              <a:rPr lang="en-US"/>
              <a:t>00</a:t>
            </a:r>
          </a:p>
        </p:txBody>
      </p:sp>
      <p:sp>
        <p:nvSpPr>
          <p:cNvPr id="19" name="Text Placeholder 5">
            <a:extLst>
              <a:ext uri="{FF2B5EF4-FFF2-40B4-BE49-F238E27FC236}">
                <a16:creationId xmlns:a16="http://schemas.microsoft.com/office/drawing/2014/main" id="{3224947F-5A0A-8840-BFFF-2177D9724E38}"/>
              </a:ext>
            </a:extLst>
          </p:cNvPr>
          <p:cNvSpPr>
            <a:spLocks noGrp="1"/>
          </p:cNvSpPr>
          <p:nvPr>
            <p:ph type="body" sz="quarter" idx="24" hasCustomPrompt="1"/>
          </p:nvPr>
        </p:nvSpPr>
        <p:spPr>
          <a:xfrm>
            <a:off x="8278597" y="5959610"/>
            <a:ext cx="1507897" cy="471961"/>
          </a:xfrm>
        </p:spPr>
        <p:txBody>
          <a:bodyPr>
            <a:noAutofit/>
          </a:bodyPr>
          <a:lstStyle>
            <a:lvl1pPr marL="0" indent="0">
              <a:lnSpc>
                <a:spcPct val="100000"/>
              </a:lnSpc>
              <a:spcBef>
                <a:spcPts val="0"/>
              </a:spcBef>
              <a:buNone/>
              <a:defRPr sz="1200" b="0" i="0">
                <a:solidFill>
                  <a:schemeClr val="bg1"/>
                </a:solidFill>
                <a:latin typeface="Arial" panose="020B0604020202020204" pitchFamily="34" charset="0"/>
                <a:cs typeface="Arial" panose="020B0604020202020204" pitchFamily="34" charset="0"/>
              </a:defRPr>
            </a:lvl1pPr>
            <a:lvl2pPr marL="457200" indent="0">
              <a:buNone/>
              <a:defRPr sz="1400" b="0" i="0">
                <a:latin typeface="Poppins" pitchFamily="2" charset="77"/>
                <a:cs typeface="Poppins" pitchFamily="2" charset="77"/>
              </a:defRPr>
            </a:lvl2pPr>
            <a:lvl3pPr marL="914400" indent="0">
              <a:buNone/>
              <a:defRPr sz="1400" b="0" i="0">
                <a:latin typeface="Poppins" pitchFamily="2" charset="77"/>
                <a:cs typeface="Poppins" pitchFamily="2" charset="77"/>
              </a:defRPr>
            </a:lvl3pPr>
            <a:lvl4pPr marL="1371600" indent="0">
              <a:buNone/>
              <a:defRPr sz="1400" b="0" i="0">
                <a:latin typeface="Poppins" pitchFamily="2" charset="77"/>
                <a:cs typeface="Poppins" pitchFamily="2" charset="77"/>
              </a:defRPr>
            </a:lvl4pPr>
            <a:lvl5pPr marL="1828800" indent="0">
              <a:buNone/>
              <a:defRPr sz="1400" b="0" i="0">
                <a:latin typeface="Poppins" pitchFamily="2" charset="77"/>
                <a:cs typeface="Poppins" pitchFamily="2" charset="77"/>
              </a:defRPr>
            </a:lvl5pPr>
          </a:lstStyle>
          <a:p>
            <a:pPr lvl="0"/>
            <a:r>
              <a:rPr lang="en-US"/>
              <a:t>Lorem Ipsum Dolor</a:t>
            </a:r>
          </a:p>
        </p:txBody>
      </p:sp>
      <p:sp>
        <p:nvSpPr>
          <p:cNvPr id="20" name="Text Placeholder 5">
            <a:extLst>
              <a:ext uri="{FF2B5EF4-FFF2-40B4-BE49-F238E27FC236}">
                <a16:creationId xmlns:a16="http://schemas.microsoft.com/office/drawing/2014/main" id="{041CDB05-136E-5C4F-8C5F-901152807BB7}"/>
              </a:ext>
            </a:extLst>
          </p:cNvPr>
          <p:cNvSpPr>
            <a:spLocks noGrp="1"/>
          </p:cNvSpPr>
          <p:nvPr>
            <p:ph type="body" sz="quarter" idx="25" hasCustomPrompt="1"/>
          </p:nvPr>
        </p:nvSpPr>
        <p:spPr>
          <a:xfrm>
            <a:off x="10077230" y="5553097"/>
            <a:ext cx="1523417" cy="383287"/>
          </a:xfrm>
        </p:spPr>
        <p:txBody>
          <a:bodyPr>
            <a:noAutofit/>
          </a:bodyPr>
          <a:lstStyle>
            <a:lvl1pPr marL="0" indent="0">
              <a:lnSpc>
                <a:spcPct val="100000"/>
              </a:lnSpc>
              <a:spcBef>
                <a:spcPts val="0"/>
              </a:spcBef>
              <a:buNone/>
              <a:defRPr sz="2400" b="1" i="0">
                <a:solidFill>
                  <a:schemeClr val="bg1"/>
                </a:solidFill>
                <a:latin typeface="Arial" panose="020B0604020202020204" pitchFamily="34" charset="0"/>
                <a:cs typeface="Arial" panose="020B0604020202020204" pitchFamily="34" charset="0"/>
              </a:defRPr>
            </a:lvl1pPr>
            <a:lvl2pPr marL="457200" indent="0">
              <a:buNone/>
              <a:defRPr sz="1400" b="0" i="0">
                <a:latin typeface="Poppins" pitchFamily="2" charset="77"/>
                <a:cs typeface="Poppins" pitchFamily="2" charset="77"/>
              </a:defRPr>
            </a:lvl2pPr>
            <a:lvl3pPr marL="914400" indent="0">
              <a:buNone/>
              <a:defRPr sz="1400" b="0" i="0">
                <a:latin typeface="Poppins" pitchFamily="2" charset="77"/>
                <a:cs typeface="Poppins" pitchFamily="2" charset="77"/>
              </a:defRPr>
            </a:lvl3pPr>
            <a:lvl4pPr marL="1371600" indent="0">
              <a:buNone/>
              <a:defRPr sz="1400" b="0" i="0">
                <a:latin typeface="Poppins" pitchFamily="2" charset="77"/>
                <a:cs typeface="Poppins" pitchFamily="2" charset="77"/>
              </a:defRPr>
            </a:lvl4pPr>
            <a:lvl5pPr marL="1828800" indent="0">
              <a:buNone/>
              <a:defRPr sz="1400" b="0" i="0">
                <a:latin typeface="Poppins" pitchFamily="2" charset="77"/>
                <a:cs typeface="Poppins" pitchFamily="2" charset="77"/>
              </a:defRPr>
            </a:lvl5pPr>
          </a:lstStyle>
          <a:p>
            <a:pPr lvl="0"/>
            <a:r>
              <a:rPr lang="en-US"/>
              <a:t>00</a:t>
            </a:r>
          </a:p>
        </p:txBody>
      </p:sp>
      <p:sp>
        <p:nvSpPr>
          <p:cNvPr id="21" name="Text Placeholder 5">
            <a:extLst>
              <a:ext uri="{FF2B5EF4-FFF2-40B4-BE49-F238E27FC236}">
                <a16:creationId xmlns:a16="http://schemas.microsoft.com/office/drawing/2014/main" id="{D1361775-607B-C343-8D7F-3DEE0E32266D}"/>
              </a:ext>
            </a:extLst>
          </p:cNvPr>
          <p:cNvSpPr>
            <a:spLocks noGrp="1"/>
          </p:cNvSpPr>
          <p:nvPr>
            <p:ph type="body" sz="quarter" idx="26" hasCustomPrompt="1"/>
          </p:nvPr>
        </p:nvSpPr>
        <p:spPr>
          <a:xfrm>
            <a:off x="10077229" y="5951877"/>
            <a:ext cx="1507897" cy="471961"/>
          </a:xfrm>
        </p:spPr>
        <p:txBody>
          <a:bodyPr>
            <a:noAutofit/>
          </a:bodyPr>
          <a:lstStyle>
            <a:lvl1pPr marL="0" indent="0">
              <a:lnSpc>
                <a:spcPct val="100000"/>
              </a:lnSpc>
              <a:spcBef>
                <a:spcPts val="0"/>
              </a:spcBef>
              <a:buNone/>
              <a:defRPr sz="1200" b="0" i="0">
                <a:solidFill>
                  <a:schemeClr val="bg1"/>
                </a:solidFill>
                <a:latin typeface="Arial" panose="020B0604020202020204" pitchFamily="34" charset="0"/>
                <a:cs typeface="Arial" panose="020B0604020202020204" pitchFamily="34" charset="0"/>
              </a:defRPr>
            </a:lvl1pPr>
            <a:lvl2pPr marL="457200" indent="0">
              <a:buNone/>
              <a:defRPr sz="1400" b="0" i="0">
                <a:latin typeface="Poppins" pitchFamily="2" charset="77"/>
                <a:cs typeface="Poppins" pitchFamily="2" charset="77"/>
              </a:defRPr>
            </a:lvl2pPr>
            <a:lvl3pPr marL="914400" indent="0">
              <a:buNone/>
              <a:defRPr sz="1400" b="0" i="0">
                <a:latin typeface="Poppins" pitchFamily="2" charset="77"/>
                <a:cs typeface="Poppins" pitchFamily="2" charset="77"/>
              </a:defRPr>
            </a:lvl3pPr>
            <a:lvl4pPr marL="1371600" indent="0">
              <a:buNone/>
              <a:defRPr sz="1400" b="0" i="0">
                <a:latin typeface="Poppins" pitchFamily="2" charset="77"/>
                <a:cs typeface="Poppins" pitchFamily="2" charset="77"/>
              </a:defRPr>
            </a:lvl4pPr>
            <a:lvl5pPr marL="1828800" indent="0">
              <a:buNone/>
              <a:defRPr sz="1400" b="0" i="0">
                <a:latin typeface="Poppins" pitchFamily="2" charset="77"/>
                <a:cs typeface="Poppins" pitchFamily="2" charset="77"/>
              </a:defRPr>
            </a:lvl5pPr>
          </a:lstStyle>
          <a:p>
            <a:pPr lvl="0"/>
            <a:r>
              <a:rPr lang="en-US"/>
              <a:t>Lorem Ipsum Dolor</a:t>
            </a:r>
          </a:p>
        </p:txBody>
      </p:sp>
    </p:spTree>
    <p:extLst>
      <p:ext uri="{BB962C8B-B14F-4D97-AF65-F5344CB8AC3E}">
        <p14:creationId xmlns:p14="http://schemas.microsoft.com/office/powerpoint/2010/main" val="12151578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82069C6-FBB6-43B3-8C58-17D76736D55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23D93B4-3663-4223-8C2D-19070E3F44F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A18F4D1-D46F-4BB2-84D9-A2886A03D12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E22ADD5-E9D0-483D-B1E3-612A4D45FA98}" type="datetimeFigureOut">
              <a:rPr lang="en-US" smtClean="0"/>
              <a:t>1/15/2026</a:t>
            </a:fld>
            <a:endParaRPr lang="en-US"/>
          </a:p>
        </p:txBody>
      </p:sp>
      <p:sp>
        <p:nvSpPr>
          <p:cNvPr id="5" name="Footer Placeholder 4">
            <a:extLst>
              <a:ext uri="{FF2B5EF4-FFF2-40B4-BE49-F238E27FC236}">
                <a16:creationId xmlns:a16="http://schemas.microsoft.com/office/drawing/2014/main" id="{625763BD-3F2E-4DAB-BC6E-29BF3F5CA7C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E457A47B-C93C-407A-8419-EB39A38578F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C4039BA-E69A-4164-93A0-A0BB81ECCE3D}" type="slidenum">
              <a:rPr lang="en-US" smtClean="0"/>
              <a:t>‹#›</a:t>
            </a:fld>
            <a:endParaRPr lang="en-US"/>
          </a:p>
        </p:txBody>
      </p:sp>
    </p:spTree>
    <p:extLst>
      <p:ext uri="{BB962C8B-B14F-4D97-AF65-F5344CB8AC3E}">
        <p14:creationId xmlns:p14="http://schemas.microsoft.com/office/powerpoint/2010/main" val="411344249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783934A2-18D7-7648-BD94-EBE28739CC1F}"/>
              </a:ext>
            </a:extLst>
          </p:cNvPr>
          <p:cNvSpPr>
            <a:spLocks noGrp="1"/>
          </p:cNvSpPr>
          <p:nvPr>
            <p:ph type="sldNum" sz="quarter" idx="12"/>
          </p:nvPr>
        </p:nvSpPr>
        <p:spPr/>
        <p:txBody>
          <a:bodyPr/>
          <a:lstStyle/>
          <a:p>
            <a:fld id="{056F86DB-78DF-EB43-A6BE-40415A3A0052}" type="slidenum">
              <a:rPr lang="en-US" smtClean="0"/>
              <a:pPr/>
              <a:t>1</a:t>
            </a:fld>
            <a:endParaRPr lang="en-US" dirty="0"/>
          </a:p>
        </p:txBody>
      </p:sp>
      <p:sp>
        <p:nvSpPr>
          <p:cNvPr id="4" name="Title 3">
            <a:extLst>
              <a:ext uri="{FF2B5EF4-FFF2-40B4-BE49-F238E27FC236}">
                <a16:creationId xmlns:a16="http://schemas.microsoft.com/office/drawing/2014/main" id="{E2E8FBEA-6BA6-494E-A12E-4CC67BD59014}"/>
              </a:ext>
            </a:extLst>
          </p:cNvPr>
          <p:cNvSpPr>
            <a:spLocks noGrp="1"/>
          </p:cNvSpPr>
          <p:nvPr>
            <p:ph type="ctrTitle"/>
          </p:nvPr>
        </p:nvSpPr>
        <p:spPr>
          <a:xfrm>
            <a:off x="603284" y="397933"/>
            <a:ext cx="10140916" cy="764390"/>
          </a:xfrm>
        </p:spPr>
        <p:txBody>
          <a:bodyPr>
            <a:normAutofit fontScale="90000"/>
          </a:bodyPr>
          <a:lstStyle/>
          <a:p>
            <a:r>
              <a:rPr lang="en-US" dirty="0"/>
              <a:t>Leading Outdoor Retailer User Adoption Initiative</a:t>
            </a:r>
          </a:p>
        </p:txBody>
      </p:sp>
      <p:sp>
        <p:nvSpPr>
          <p:cNvPr id="11" name="TextBox 5">
            <a:extLst>
              <a:ext uri="{FF2B5EF4-FFF2-40B4-BE49-F238E27FC236}">
                <a16:creationId xmlns:a16="http://schemas.microsoft.com/office/drawing/2014/main" id="{D9E6EE0B-835A-4CF9-93AF-701251EADEF3}"/>
              </a:ext>
            </a:extLst>
          </p:cNvPr>
          <p:cNvSpPr txBox="1"/>
          <p:nvPr/>
        </p:nvSpPr>
        <p:spPr>
          <a:xfrm>
            <a:off x="603284" y="1560732"/>
            <a:ext cx="4347795" cy="3305970"/>
          </a:xfrm>
          <a:prstGeom prst="rect">
            <a:avLst/>
          </a:prstGeom>
          <a:noFill/>
        </p:spPr>
        <p:txBody>
          <a:bodyPr wrap="square" lIns="91440" tIns="45720" rIns="9144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b="1" dirty="0">
                <a:solidFill>
                  <a:srgbClr val="008AD9"/>
                </a:solidFill>
                <a:cs typeface="Segoe UI" panose="020B0502040204020203" pitchFamily="34" charset="0"/>
              </a:rPr>
              <a:t>Business Need</a:t>
            </a:r>
          </a:p>
          <a:p>
            <a:endParaRPr lang="en-US" sz="1600" b="1" dirty="0">
              <a:solidFill>
                <a:srgbClr val="008AD9"/>
              </a:solidFill>
              <a:cs typeface="Segoe UI" panose="020B0502040204020203" pitchFamily="34" charset="0"/>
            </a:endParaRPr>
          </a:p>
          <a:p>
            <a:pPr lvl="0" defTabSz="1075896">
              <a:lnSpc>
                <a:spcPct val="150000"/>
              </a:lnSpc>
              <a:buClr>
                <a:srgbClr val="F0A22E">
                  <a:lumMod val="75000"/>
                </a:srgbClr>
              </a:buClr>
              <a:defRPr/>
            </a:pPr>
            <a:r>
              <a:rPr lang="en-US" sz="1300" dirty="0">
                <a:solidFill>
                  <a:srgbClr val="353535"/>
                </a:solidFill>
                <a:cs typeface="Segoe UI Semilight"/>
              </a:rPr>
              <a:t>A leading outdoor retailer asked for assistance in creating content to drive adoption, awareness, and training initiatives to onboard staff to the SPO platform migration and MS Office 365. Users were confused about when to use one app versus another. </a:t>
            </a:r>
            <a:endParaRPr lang="en-US" sz="1300">
              <a:solidFill>
                <a:srgbClr val="353535"/>
              </a:solidFill>
              <a:ea typeface="Calibri"/>
              <a:cs typeface="Segoe UI Semilight"/>
            </a:endParaRPr>
          </a:p>
          <a:p>
            <a:pPr lvl="0" defTabSz="1075896">
              <a:lnSpc>
                <a:spcPct val="150000"/>
              </a:lnSpc>
              <a:buClr>
                <a:srgbClr val="F0A22E">
                  <a:lumMod val="75000"/>
                </a:srgbClr>
              </a:buClr>
              <a:defRPr/>
            </a:pPr>
            <a:r>
              <a:rPr lang="en-US" sz="1300" dirty="0">
                <a:solidFill>
                  <a:srgbClr val="353535"/>
                </a:solidFill>
                <a:cs typeface="Segoe UI Semilight"/>
              </a:rPr>
              <a:t>The Change Management Team pitched a visual design and narrative that places the user in the center, telling them which application will help them get their work done. </a:t>
            </a:r>
            <a:endParaRPr lang="en-US" sz="1300" dirty="0">
              <a:solidFill>
                <a:srgbClr val="353535"/>
              </a:solidFill>
              <a:ea typeface="Calibri"/>
              <a:cs typeface="Segoe UI Semilight"/>
            </a:endParaRPr>
          </a:p>
          <a:p>
            <a:pPr lvl="0" defTabSz="1075896">
              <a:lnSpc>
                <a:spcPct val="150000"/>
              </a:lnSpc>
              <a:buClr>
                <a:srgbClr val="F0A22E">
                  <a:lumMod val="75000"/>
                </a:srgbClr>
              </a:buClr>
              <a:defRPr/>
            </a:pPr>
            <a:endParaRPr lang="en-US" sz="1400" dirty="0">
              <a:solidFill>
                <a:srgbClr val="353535"/>
              </a:solidFill>
              <a:cs typeface="Segoe UI Semilight" panose="020B0402040204020203" pitchFamily="34" charset="0"/>
            </a:endParaRPr>
          </a:p>
        </p:txBody>
      </p:sp>
      <p:sp>
        <p:nvSpPr>
          <p:cNvPr id="6" name="TextBox 5">
            <a:extLst>
              <a:ext uri="{FF2B5EF4-FFF2-40B4-BE49-F238E27FC236}">
                <a16:creationId xmlns:a16="http://schemas.microsoft.com/office/drawing/2014/main" id="{07DDD2EB-2F43-412C-897A-50D12A7903FE}"/>
              </a:ext>
            </a:extLst>
          </p:cNvPr>
          <p:cNvSpPr txBox="1"/>
          <p:nvPr/>
        </p:nvSpPr>
        <p:spPr>
          <a:xfrm>
            <a:off x="603284" y="4585526"/>
            <a:ext cx="4347795" cy="2044086"/>
          </a:xfrm>
          <a:prstGeom prst="rect">
            <a:avLst/>
          </a:prstGeom>
          <a:noFill/>
        </p:spPr>
        <p:txBody>
          <a:bodyPr wrap="square" lIns="91440" tIns="45720" rIns="9144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b="1" dirty="0">
                <a:solidFill>
                  <a:srgbClr val="008AD9"/>
                </a:solidFill>
                <a:cs typeface="Segoe UI" panose="020B0502040204020203" pitchFamily="34" charset="0"/>
              </a:rPr>
              <a:t>What We Did</a:t>
            </a:r>
          </a:p>
          <a:p>
            <a:endParaRPr lang="en-US" sz="1200" b="1" dirty="0">
              <a:solidFill>
                <a:srgbClr val="008AD9"/>
              </a:solidFill>
              <a:cs typeface="Segoe UI" panose="020B0502040204020203" pitchFamily="34" charset="0"/>
            </a:endParaRPr>
          </a:p>
          <a:p>
            <a:pPr lvl="0" defTabSz="1075896">
              <a:lnSpc>
                <a:spcPct val="150000"/>
              </a:lnSpc>
              <a:buClr>
                <a:srgbClr val="F0A22E">
                  <a:lumMod val="75000"/>
                </a:srgbClr>
              </a:buClr>
              <a:defRPr/>
            </a:pPr>
            <a:r>
              <a:rPr lang="en-US" sz="1300" dirty="0">
                <a:solidFill>
                  <a:srgbClr val="353535"/>
                </a:solidFill>
                <a:cs typeface="Segoe UI Semilight"/>
              </a:rPr>
              <a:t>We created a mix of content to address their needs including infographics, web pages to stock a migration portal and educational portal, and training seminars built on an adult learning model.</a:t>
            </a:r>
            <a:endParaRPr lang="en-US" sz="1300" dirty="0">
              <a:solidFill>
                <a:srgbClr val="353535"/>
              </a:solidFill>
              <a:ea typeface="Calibri"/>
              <a:cs typeface="Segoe UI Semilight"/>
            </a:endParaRPr>
          </a:p>
          <a:p>
            <a:pPr lvl="0" defTabSz="1075896">
              <a:lnSpc>
                <a:spcPct val="150000"/>
              </a:lnSpc>
              <a:buClr>
                <a:srgbClr val="F0A22E">
                  <a:lumMod val="75000"/>
                </a:srgbClr>
              </a:buClr>
              <a:defRPr/>
            </a:pPr>
            <a:endParaRPr lang="en-US" sz="1400" dirty="0">
              <a:solidFill>
                <a:srgbClr val="353535"/>
              </a:solidFill>
              <a:cs typeface="Segoe UI Semilight" panose="020B0402040204020203" pitchFamily="34" charset="0"/>
            </a:endParaRPr>
          </a:p>
        </p:txBody>
      </p:sp>
      <p:pic>
        <p:nvPicPr>
          <p:cNvPr id="7" name="Content Placeholder 5">
            <a:extLst>
              <a:ext uri="{FF2B5EF4-FFF2-40B4-BE49-F238E27FC236}">
                <a16:creationId xmlns:a16="http://schemas.microsoft.com/office/drawing/2014/main" id="{DF5BA2BD-0FC0-409B-B52F-581E0028F8CB}"/>
              </a:ext>
            </a:extLst>
          </p:cNvPr>
          <p:cNvPicPr>
            <a:picLocks noChangeAspect="1"/>
          </p:cNvPicPr>
          <p:nvPr/>
        </p:nvPicPr>
        <p:blipFill rotWithShape="1">
          <a:blip r:embed="rId2"/>
          <a:srcRect l="15961" t="22582" r="19862" b="12810"/>
          <a:stretch/>
        </p:blipFill>
        <p:spPr>
          <a:xfrm>
            <a:off x="5377135" y="1884868"/>
            <a:ext cx="6435591" cy="3847366"/>
          </a:xfrm>
          <a:prstGeom prst="rect">
            <a:avLst/>
          </a:prstGeom>
        </p:spPr>
      </p:pic>
    </p:spTree>
    <p:extLst>
      <p:ext uri="{BB962C8B-B14F-4D97-AF65-F5344CB8AC3E}">
        <p14:creationId xmlns:p14="http://schemas.microsoft.com/office/powerpoint/2010/main" val="29101787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C30978A-2A14-464E-920B-39258E5D23EF}"/>
              </a:ext>
            </a:extLst>
          </p:cNvPr>
          <p:cNvSpPr>
            <a:spLocks noGrp="1"/>
          </p:cNvSpPr>
          <p:nvPr>
            <p:ph type="sldNum" sz="quarter" idx="12"/>
          </p:nvPr>
        </p:nvSpPr>
        <p:spPr/>
        <p:txBody>
          <a:bodyPr/>
          <a:lstStyle/>
          <a:p>
            <a:fld id="{056F86DB-78DF-EB43-A6BE-40415A3A0052}" type="slidenum">
              <a:rPr lang="en-US" smtClean="0"/>
              <a:pPr/>
              <a:t>2</a:t>
            </a:fld>
            <a:endParaRPr lang="en-US" dirty="0"/>
          </a:p>
        </p:txBody>
      </p:sp>
      <p:sp>
        <p:nvSpPr>
          <p:cNvPr id="3" name="Title 2">
            <a:extLst>
              <a:ext uri="{FF2B5EF4-FFF2-40B4-BE49-F238E27FC236}">
                <a16:creationId xmlns:a16="http://schemas.microsoft.com/office/drawing/2014/main" id="{7AAC5494-1DE9-9E4E-9526-DA5138F0E937}"/>
              </a:ext>
            </a:extLst>
          </p:cNvPr>
          <p:cNvSpPr>
            <a:spLocks noGrp="1"/>
          </p:cNvSpPr>
          <p:nvPr>
            <p:ph type="ctrTitle"/>
          </p:nvPr>
        </p:nvSpPr>
        <p:spPr>
          <a:xfrm>
            <a:off x="479459" y="388389"/>
            <a:ext cx="10558741" cy="764390"/>
          </a:xfrm>
        </p:spPr>
        <p:txBody>
          <a:bodyPr>
            <a:normAutofit fontScale="90000"/>
          </a:bodyPr>
          <a:lstStyle/>
          <a:p>
            <a:r>
              <a:rPr lang="en-US" dirty="0"/>
              <a:t>Leading Outdoor Retailer User Adoption Initiative</a:t>
            </a:r>
          </a:p>
        </p:txBody>
      </p:sp>
      <p:sp>
        <p:nvSpPr>
          <p:cNvPr id="10" name="Text Placeholder 9">
            <a:extLst>
              <a:ext uri="{FF2B5EF4-FFF2-40B4-BE49-F238E27FC236}">
                <a16:creationId xmlns:a16="http://schemas.microsoft.com/office/drawing/2014/main" id="{D3B65217-A190-0649-85C7-23FD552CF3E0}"/>
              </a:ext>
            </a:extLst>
          </p:cNvPr>
          <p:cNvSpPr>
            <a:spLocks noGrp="1"/>
          </p:cNvSpPr>
          <p:nvPr>
            <p:ph type="body" sz="quarter" idx="24"/>
          </p:nvPr>
        </p:nvSpPr>
        <p:spPr>
          <a:xfrm>
            <a:off x="6604799" y="5743576"/>
            <a:ext cx="4739476" cy="788608"/>
          </a:xfrm>
        </p:spPr>
        <p:txBody>
          <a:bodyPr/>
          <a:lstStyle/>
          <a:p>
            <a:r>
              <a:rPr lang="en-US" sz="1400" b="1" dirty="0"/>
              <a:t>100% </a:t>
            </a:r>
            <a:r>
              <a:rPr lang="en-US" sz="1400" dirty="0"/>
              <a:t>of  HQ (~4k) have moved to O365 successfully and have expedited the roll out to the larger field retail group.</a:t>
            </a:r>
            <a:endParaRPr lang="en-US" sz="1400" b="1" dirty="0"/>
          </a:p>
        </p:txBody>
      </p:sp>
      <p:pic>
        <p:nvPicPr>
          <p:cNvPr id="19" name="Content Placeholder 5">
            <a:extLst>
              <a:ext uri="{FF2B5EF4-FFF2-40B4-BE49-F238E27FC236}">
                <a16:creationId xmlns:a16="http://schemas.microsoft.com/office/drawing/2014/main" id="{197EBC1A-95C4-455A-A36A-4D958065C4BF}"/>
              </a:ext>
            </a:extLst>
          </p:cNvPr>
          <p:cNvPicPr>
            <a:picLocks noChangeAspect="1"/>
          </p:cNvPicPr>
          <p:nvPr/>
        </p:nvPicPr>
        <p:blipFill rotWithShape="1">
          <a:blip r:embed="rId2"/>
          <a:srcRect l="28048" t="14034" r="32082" b="5828"/>
          <a:stretch/>
        </p:blipFill>
        <p:spPr>
          <a:xfrm>
            <a:off x="505459" y="1334837"/>
            <a:ext cx="3926910" cy="4581393"/>
          </a:xfrm>
          <a:prstGeom prst="rect">
            <a:avLst/>
          </a:prstGeom>
          <a:effectLst>
            <a:outerShdw blurRad="50800" dist="38100" dir="2700000" algn="tl" rotWithShape="0">
              <a:prstClr val="black">
                <a:alpha val="40000"/>
              </a:prstClr>
            </a:outerShdw>
          </a:effectLst>
        </p:spPr>
      </p:pic>
      <p:pic>
        <p:nvPicPr>
          <p:cNvPr id="20" name="Content Placeholder 6">
            <a:extLst>
              <a:ext uri="{FF2B5EF4-FFF2-40B4-BE49-F238E27FC236}">
                <a16:creationId xmlns:a16="http://schemas.microsoft.com/office/drawing/2014/main" id="{FA5C85EF-A6AF-4E3C-91A7-F63A4FDC6DA7}"/>
              </a:ext>
            </a:extLst>
          </p:cNvPr>
          <p:cNvPicPr>
            <a:picLocks noChangeAspect="1"/>
          </p:cNvPicPr>
          <p:nvPr/>
        </p:nvPicPr>
        <p:blipFill rotWithShape="1">
          <a:blip r:embed="rId3"/>
          <a:srcRect l="31204" t="14200" r="35268" b="4127"/>
          <a:stretch/>
        </p:blipFill>
        <p:spPr>
          <a:xfrm>
            <a:off x="2617092" y="2296169"/>
            <a:ext cx="3400382" cy="4313420"/>
          </a:xfrm>
          <a:prstGeom prst="rect">
            <a:avLst/>
          </a:prstGeom>
          <a:effectLst>
            <a:outerShdw blurRad="50800" dist="38100" dir="2700000" algn="tl" rotWithShape="0">
              <a:prstClr val="black">
                <a:alpha val="40000"/>
              </a:prstClr>
            </a:outerShdw>
          </a:effectLst>
        </p:spPr>
      </p:pic>
      <p:sp>
        <p:nvSpPr>
          <p:cNvPr id="21" name="Content Placeholder 10">
            <a:extLst>
              <a:ext uri="{FF2B5EF4-FFF2-40B4-BE49-F238E27FC236}">
                <a16:creationId xmlns:a16="http://schemas.microsoft.com/office/drawing/2014/main" id="{C9DF0FFF-01B2-4810-BEE0-3E7F6BEE4576}"/>
              </a:ext>
            </a:extLst>
          </p:cNvPr>
          <p:cNvSpPr txBox="1">
            <a:spLocks/>
          </p:cNvSpPr>
          <p:nvPr/>
        </p:nvSpPr>
        <p:spPr>
          <a:xfrm>
            <a:off x="6841814" y="3255157"/>
            <a:ext cx="4196386" cy="1670111"/>
          </a:xfrm>
          <a:prstGeom prst="rect">
            <a:avLst/>
          </a:prstGeom>
        </p:spPr>
        <p:txBody>
          <a:bodyPr lIns="91440" tIns="45720" rIns="91440" bIns="45720" anchor="t">
            <a:normAutofit/>
          </a:bodyPr>
          <a:lstStyle>
            <a:lvl1pPr marL="0" indent="0" algn="l" defTabSz="914400" rtl="0" eaLnBrk="1" latinLnBrk="0" hangingPunct="1">
              <a:lnSpc>
                <a:spcPct val="90000"/>
              </a:lnSpc>
              <a:spcBef>
                <a:spcPts val="1000"/>
              </a:spcBef>
              <a:buFont typeface="Arial" panose="020B0604020202020204" pitchFamily="34" charset="0"/>
              <a:buNone/>
              <a:defRPr sz="1600" kern="1200">
                <a:solidFill>
                  <a:schemeClr val="tx1">
                    <a:lumMod val="75000"/>
                    <a:lumOff val="25000"/>
                  </a:schemeClr>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lumMod val="75000"/>
                    <a:lumOff val="25000"/>
                  </a:schemeClr>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lumMod val="75000"/>
                    <a:lumOff val="25000"/>
                  </a:schemeClr>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lumMod val="75000"/>
                    <a:lumOff val="25000"/>
                  </a:schemeClr>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lumMod val="75000"/>
                    <a:lumOff val="25000"/>
                  </a:schemeClr>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spcBef>
                <a:spcPts val="0"/>
              </a:spcBef>
            </a:pPr>
            <a:r>
              <a:rPr lang="en-US" sz="1200" b="1" dirty="0">
                <a:solidFill>
                  <a:srgbClr val="008AD9"/>
                </a:solidFill>
                <a:latin typeface="+mn-lt"/>
              </a:rPr>
              <a:t>Understanding Office 365 Groups</a:t>
            </a:r>
          </a:p>
          <a:p>
            <a:pPr>
              <a:lnSpc>
                <a:spcPct val="150000"/>
              </a:lnSpc>
              <a:spcBef>
                <a:spcPts val="0"/>
              </a:spcBef>
            </a:pPr>
            <a:r>
              <a:rPr lang="en-US" sz="1200" dirty="0">
                <a:solidFill>
                  <a:srgbClr val="353535"/>
                </a:solidFill>
                <a:latin typeface="+mn-lt"/>
                <a:cs typeface="Arial"/>
              </a:rPr>
              <a:t>There was some confusion amongst stakeholders on how groups work.  An infographic was perfectly suited to visually represent how Groups work and to promote the client’s preferred method for creating groups, Teams.</a:t>
            </a:r>
            <a:endParaRPr lang="en-US" sz="1200" dirty="0">
              <a:solidFill>
                <a:srgbClr val="353535"/>
              </a:solidFill>
              <a:latin typeface="+mn-lt"/>
              <a:ea typeface="Calibri"/>
              <a:cs typeface="Arial"/>
            </a:endParaRPr>
          </a:p>
        </p:txBody>
      </p:sp>
      <p:cxnSp>
        <p:nvCxnSpPr>
          <p:cNvPr id="24" name="Straight Arrow Connector 23">
            <a:extLst>
              <a:ext uri="{FF2B5EF4-FFF2-40B4-BE49-F238E27FC236}">
                <a16:creationId xmlns:a16="http://schemas.microsoft.com/office/drawing/2014/main" id="{35CB50DA-79B4-471C-9BF7-72A3394AED61}"/>
              </a:ext>
            </a:extLst>
          </p:cNvPr>
          <p:cNvCxnSpPr>
            <a:cxnSpLocks/>
          </p:cNvCxnSpPr>
          <p:nvPr/>
        </p:nvCxnSpPr>
        <p:spPr>
          <a:xfrm flipH="1" flipV="1">
            <a:off x="4850010" y="2962276"/>
            <a:ext cx="1781174" cy="58585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6" name="Content Placeholder 10">
            <a:extLst>
              <a:ext uri="{FF2B5EF4-FFF2-40B4-BE49-F238E27FC236}">
                <a16:creationId xmlns:a16="http://schemas.microsoft.com/office/drawing/2014/main" id="{EF7D8B3B-2E5D-4EB0-8A72-183FEE7C6EB4}"/>
              </a:ext>
            </a:extLst>
          </p:cNvPr>
          <p:cNvSpPr txBox="1">
            <a:spLocks/>
          </p:cNvSpPr>
          <p:nvPr/>
        </p:nvSpPr>
        <p:spPr>
          <a:xfrm>
            <a:off x="6841814" y="1392772"/>
            <a:ext cx="4302436" cy="1670111"/>
          </a:xfrm>
          <a:prstGeom prst="rect">
            <a:avLst/>
          </a:prstGeom>
        </p:spPr>
        <p:txBody>
          <a:bodyPr lIns="91440" tIns="45720" rIns="91440" bIns="45720" anchor="t">
            <a:normAutofit lnSpcReduction="10000"/>
          </a:bodyPr>
          <a:lstStyle>
            <a:lvl1pPr marL="0" indent="0" algn="l" defTabSz="914400" rtl="0" eaLnBrk="1" latinLnBrk="0" hangingPunct="1">
              <a:lnSpc>
                <a:spcPct val="90000"/>
              </a:lnSpc>
              <a:spcBef>
                <a:spcPts val="1000"/>
              </a:spcBef>
              <a:buFont typeface="Arial" panose="020B0604020202020204" pitchFamily="34" charset="0"/>
              <a:buNone/>
              <a:defRPr sz="1600" kern="1200">
                <a:solidFill>
                  <a:schemeClr val="tx1">
                    <a:lumMod val="75000"/>
                    <a:lumOff val="25000"/>
                  </a:schemeClr>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lumMod val="75000"/>
                    <a:lumOff val="25000"/>
                  </a:schemeClr>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lumMod val="75000"/>
                    <a:lumOff val="25000"/>
                  </a:schemeClr>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lumMod val="75000"/>
                    <a:lumOff val="25000"/>
                  </a:schemeClr>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lumMod val="75000"/>
                    <a:lumOff val="25000"/>
                  </a:schemeClr>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spcBef>
                <a:spcPts val="0"/>
              </a:spcBef>
            </a:pPr>
            <a:r>
              <a:rPr lang="en-US" sz="1200" b="1" dirty="0">
                <a:solidFill>
                  <a:srgbClr val="008AD9"/>
                </a:solidFill>
                <a:latin typeface="+mn-lt"/>
              </a:rPr>
              <a:t>Office 365 Essentials</a:t>
            </a:r>
          </a:p>
          <a:p>
            <a:pPr>
              <a:lnSpc>
                <a:spcPct val="150000"/>
              </a:lnSpc>
              <a:spcBef>
                <a:spcPts val="0"/>
              </a:spcBef>
            </a:pPr>
            <a:r>
              <a:rPr lang="en-US" sz="1200" dirty="0">
                <a:solidFill>
                  <a:srgbClr val="353535"/>
                </a:solidFill>
                <a:latin typeface="+mn-lt"/>
                <a:cs typeface="Arial"/>
              </a:rPr>
              <a:t>We pitched another visual design, with users and owners at the center, and created clickable titles that are geared to the action the user needs to perform to do their job.</a:t>
            </a:r>
            <a:endParaRPr lang="en-US" sz="1200" dirty="0">
              <a:solidFill>
                <a:srgbClr val="353535"/>
              </a:solidFill>
              <a:latin typeface="+mn-lt"/>
              <a:ea typeface="Calibri"/>
              <a:cs typeface="Arial"/>
            </a:endParaRPr>
          </a:p>
          <a:p>
            <a:pPr>
              <a:lnSpc>
                <a:spcPct val="150000"/>
              </a:lnSpc>
              <a:spcBef>
                <a:spcPts val="0"/>
              </a:spcBef>
            </a:pPr>
            <a:r>
              <a:rPr lang="en-US" sz="1200" dirty="0">
                <a:solidFill>
                  <a:srgbClr val="353535"/>
                </a:solidFill>
                <a:latin typeface="+mn-lt"/>
                <a:cs typeface="Arial"/>
              </a:rPr>
              <a:t>Each heading takes the user to the resource center we built, encouraging user self-service. Note this is a user-based journey!</a:t>
            </a:r>
            <a:endParaRPr lang="en-US" sz="1200" dirty="0">
              <a:solidFill>
                <a:srgbClr val="353535"/>
              </a:solidFill>
              <a:latin typeface="+mn-lt"/>
              <a:ea typeface="Calibri"/>
              <a:cs typeface="Arial"/>
            </a:endParaRPr>
          </a:p>
          <a:p>
            <a:pPr>
              <a:lnSpc>
                <a:spcPct val="150000"/>
              </a:lnSpc>
              <a:spcBef>
                <a:spcPts val="0"/>
              </a:spcBef>
            </a:pPr>
            <a:endParaRPr lang="en-US" sz="1100" dirty="0">
              <a:solidFill>
                <a:srgbClr val="353535"/>
              </a:solidFill>
              <a:latin typeface="+mn-lt"/>
            </a:endParaRPr>
          </a:p>
        </p:txBody>
      </p:sp>
      <p:cxnSp>
        <p:nvCxnSpPr>
          <p:cNvPr id="28" name="Straight Arrow Connector 27">
            <a:extLst>
              <a:ext uri="{FF2B5EF4-FFF2-40B4-BE49-F238E27FC236}">
                <a16:creationId xmlns:a16="http://schemas.microsoft.com/office/drawing/2014/main" id="{1A19484D-4599-4540-B95D-7D0F34468261}"/>
              </a:ext>
            </a:extLst>
          </p:cNvPr>
          <p:cNvCxnSpPr>
            <a:cxnSpLocks/>
          </p:cNvCxnSpPr>
          <p:nvPr/>
        </p:nvCxnSpPr>
        <p:spPr>
          <a:xfrm flipH="1" flipV="1">
            <a:off x="3733800" y="1554082"/>
            <a:ext cx="2886364" cy="60295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890455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mso-contentType ?>
<customXsn xmlns="http://schemas.microsoft.com/office/2006/metadata/customXsn">
  <xsnLocation/>
  <cached>True</cached>
  <openByDefault>False</openByDefault>
  <xsnScope/>
</customXsn>
</file>

<file path=customXml/item2.xml><?xml version="1.0" encoding="utf-8"?>
<p:properties xmlns:p="http://schemas.microsoft.com/office/2006/metadata/properties" xmlns:xsi="http://www.w3.org/2001/XMLSchema-instance" xmlns:pc="http://schemas.microsoft.com/office/infopath/2007/PartnerControls">
  <documentManagement>
    <BusinessUnit xmlns="f0ee8362-fa7e-4bc9-ab88-7dcfb17cb19b">
      <Value>Creative</Value>
      <Value>Modern Workplace</Value>
      <Value>Marketing Services</Value>
    </BusinessUnit>
    <Solutions xmlns="f0ee8362-fa7e-4bc9-ab88-7dcfb17cb19b">
      <Value>Intranet / Extranet</Value>
      <Value>Change Management</Value>
    </Solutions>
    <Industries xmlns="f0ee8362-fa7e-4bc9-ab88-7dcfb17cb19b">
      <Value>Retail</Value>
    </Industries>
    <Notes0 xmlns="f0ee8362-fa7e-4bc9-ab88-7dcfb17cb19b" xsi:nil="true"/>
    <Named_x0020_Account xmlns="f0ee8362-fa7e-4bc9-ab88-7dcfb17cb19b" xsi:nil="true"/>
    <PlatTech xmlns="f0ee8362-fa7e-4bc9-ab88-7dcfb17cb19b">
      <Value>O365</Value>
    </PlatTech>
    <ProjectCompletionDate xmlns="f0ee8362-fa7e-4bc9-ab88-7dcfb17cb19b" xsi:nil="true"/>
    <ApprovedByClient xmlns="f0ee8362-fa7e-4bc9-ab88-7dcfb17cb19b">false</ApprovedByClient>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4.xml><?xml version="1.0" encoding="utf-8"?>
<ct:contentTypeSchema xmlns:ct="http://schemas.microsoft.com/office/2006/metadata/contentType" xmlns:ma="http://schemas.microsoft.com/office/2006/metadata/properties/metaAttributes" ct:_="" ma:_="" ma:contentTypeName="Document" ma:contentTypeID="0x0101000D23BCBB7020E34DAE994A365BA94206" ma:contentTypeVersion="12" ma:contentTypeDescription="Create a new document." ma:contentTypeScope="" ma:versionID="b1c940a28d9f7ed7841dd66e388476ed">
  <xsd:schema xmlns:xsd="http://www.w3.org/2001/XMLSchema" xmlns:xs="http://www.w3.org/2001/XMLSchema" xmlns:p="http://schemas.microsoft.com/office/2006/metadata/properties" xmlns:ns2="f0ee8362-fa7e-4bc9-ab88-7dcfb17cb19b" targetNamespace="http://schemas.microsoft.com/office/2006/metadata/properties" ma:root="true" ma:fieldsID="8c9fb4aa225d81f58c6fca2e551d2526" ns2:_="">
    <xsd:import namespace="f0ee8362-fa7e-4bc9-ab88-7dcfb17cb19b"/>
    <xsd:element name="properties">
      <xsd:complexType>
        <xsd:sequence>
          <xsd:element name="documentManagement">
            <xsd:complexType>
              <xsd:all>
                <xsd:element ref="ns2:BusinessUnit" minOccurs="0"/>
                <xsd:element ref="ns2:Industries" minOccurs="0"/>
                <xsd:element ref="ns2:Solutions" minOccurs="0"/>
                <xsd:element ref="ns2:PlatTech" minOccurs="0"/>
                <xsd:element ref="ns2:Notes0" minOccurs="0"/>
                <xsd:element ref="ns2:Named_x0020_Account" minOccurs="0"/>
                <xsd:element ref="ns2:MediaServiceMetadata" minOccurs="0"/>
                <xsd:element ref="ns2:MediaServiceFastMetadata" minOccurs="0"/>
                <xsd:element ref="ns2:MediaServiceSearchProperties" minOccurs="0"/>
                <xsd:element ref="ns2:MediaServiceObjectDetectorVersions" minOccurs="0"/>
                <xsd:element ref="ns2:ProjectCompletionDate" minOccurs="0"/>
                <xsd:element ref="ns2:ApprovedByClient"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0ee8362-fa7e-4bc9-ab88-7dcfb17cb19b" elementFormDefault="qualified">
    <xsd:import namespace="http://schemas.microsoft.com/office/2006/documentManagement/types"/>
    <xsd:import namespace="http://schemas.microsoft.com/office/infopath/2007/PartnerControls"/>
    <xsd:element name="BusinessUnit" ma:index="8" nillable="true" ma:displayName="Business Unit" ma:internalName="BusinessUnit">
      <xsd:complexType>
        <xsd:complexContent>
          <xsd:extension base="dms:MultiChoice">
            <xsd:sequence>
              <xsd:element name="Value" maxOccurs="unbounded" minOccurs="0" nillable="true">
                <xsd:simpleType>
                  <xsd:restriction base="dms:Choice">
                    <xsd:enumeration value="Business Process Outsourcing"/>
                    <xsd:enumeration value="Content and Change Management"/>
                    <xsd:enumeration value="Creative"/>
                    <xsd:enumeration value="Custom Development"/>
                    <xsd:enumeration value="Customer Relationship Management"/>
                    <xsd:enumeration value="Data and Analytics"/>
                    <xsd:enumeration value="Engagement Marketing"/>
                    <xsd:enumeration value="Infrastructure"/>
                    <xsd:enumeration value="Marketing Services"/>
                    <xsd:enumeration value="Modern Workplace"/>
                    <xsd:enumeration value="NetSuite"/>
                  </xsd:restriction>
                </xsd:simpleType>
              </xsd:element>
            </xsd:sequence>
          </xsd:extension>
        </xsd:complexContent>
      </xsd:complexType>
    </xsd:element>
    <xsd:element name="Industries" ma:index="9" nillable="true" ma:displayName="Industries" ma:format="Dropdown" ma:internalName="Industries">
      <xsd:complexType>
        <xsd:complexContent>
          <xsd:extension base="dms:MultiChoice">
            <xsd:sequence>
              <xsd:element name="Value" maxOccurs="unbounded" minOccurs="0" nillable="true">
                <xsd:simpleType>
                  <xsd:restriction base="dms:Choice">
                    <xsd:enumeration value="Aerospace"/>
                    <xsd:enumeration value="Agriculture"/>
                    <xsd:enumeration value="Agriculture Food"/>
                    <xsd:enumeration value="AI / AI Models"/>
                    <xsd:enumeration value="B2B"/>
                    <xsd:enumeration value="B2C"/>
                    <xsd:enumeration value="Chemical"/>
                    <xsd:enumeration value="Construction"/>
                    <xsd:enumeration value="Defence"/>
                    <xsd:enumeration value="Education"/>
                    <xsd:enumeration value="Energy"/>
                    <xsd:enumeration value="Engineering"/>
                    <xsd:enumeration value="Entertainment"/>
                    <xsd:enumeration value="Financial Services"/>
                    <xsd:enumeration value="Food"/>
                    <xsd:enumeration value="Government"/>
                    <xsd:enumeration value="Healthcare"/>
                    <xsd:enumeration value="Hospitality"/>
                    <xsd:enumeration value="Legal"/>
                    <xsd:enumeration value="Life Sciences"/>
                    <xsd:enumeration value="Manufacturing"/>
                    <xsd:enumeration value="Media"/>
                    <xsd:enumeration value="Non-Profit"/>
                    <xsd:enumeration value="Real Estate"/>
                    <xsd:enumeration value="Retail"/>
                    <xsd:enumeration value="Services"/>
                    <xsd:enumeration value="Technology"/>
                    <xsd:enumeration value="Telecommunications"/>
                    <xsd:enumeration value="Transportation"/>
                    <xsd:enumeration value="Water"/>
                    <xsd:enumeration value="Wellness"/>
                    <xsd:enumeration value="BPO"/>
                  </xsd:restriction>
                </xsd:simpleType>
              </xsd:element>
            </xsd:sequence>
          </xsd:extension>
        </xsd:complexContent>
      </xsd:complexType>
    </xsd:element>
    <xsd:element name="Solutions" ma:index="10" nillable="true" ma:displayName="Solutions" ma:format="Dropdown" ma:internalName="Solutions">
      <xsd:complexType>
        <xsd:complexContent>
          <xsd:extension base="dms:MultiChoice">
            <xsd:sequence>
              <xsd:element name="Value" maxOccurs="unbounded" minOccurs="0" nillable="true">
                <xsd:simpleType>
                  <xsd:restriction base="dms:Choice">
                    <xsd:enumeration value="ABM Marketing"/>
                    <xsd:enumeration value="AI"/>
                    <xsd:enumeration value="Audit"/>
                    <xsd:enumeration value="Change Management"/>
                    <xsd:enumeration value="Cloud"/>
                    <xsd:enumeration value="Configurations"/>
                    <xsd:enumeration value="Content"/>
                    <xsd:enumeration value="Customer &amp; Partner Support BPO"/>
                    <xsd:enumeration value="Customer / Partner Portal"/>
                    <xsd:enumeration value="Custom Search"/>
                    <xsd:enumeration value="Cybersecurity"/>
                    <xsd:enumeration value="Data Analytics"/>
                    <xsd:enumeration value="Design"/>
                    <xsd:enumeration value="Email Campaigns"/>
                    <xsd:enumeration value="Event support"/>
                    <xsd:enumeration value="HelpDesk Outsourcing BPO"/>
                    <xsd:enumeration value="Integrations"/>
                    <xsd:enumeration value="Intranet / Extranet"/>
                    <xsd:enumeration value="IoT"/>
                    <xsd:enumeration value="Link Building"/>
                    <xsd:enumeration value="Marketing Automation"/>
                    <xsd:enumeration value="Marketing Strategy"/>
                    <xsd:enumeration value="Marketing Technology"/>
                    <xsd:enumeration value="Migrations"/>
                    <xsd:enumeration value="Mobile Application"/>
                    <xsd:enumeration value="Organic Social Media"/>
                    <xsd:enumeration value="PPC"/>
                    <xsd:enumeration value="Personas &amp; Journey Mapping"/>
                    <xsd:enumeration value="Process Automation"/>
                    <xsd:enumeration value="Product Development"/>
                    <xsd:enumeration value="Research"/>
                    <xsd:enumeration value="SEO/ AEO"/>
                    <xsd:enumeration value="SPFx"/>
                    <xsd:enumeration value="Training"/>
                    <xsd:enumeration value="UX/ UI Design"/>
                    <xsd:enumeration value="Video Production"/>
                    <xsd:enumeration value="Webinars"/>
                    <xsd:enumeration value="Websites"/>
                    <xsd:enumeration value="DevOps"/>
                  </xsd:restriction>
                </xsd:simpleType>
              </xsd:element>
            </xsd:sequence>
          </xsd:extension>
        </xsd:complexContent>
      </xsd:complexType>
    </xsd:element>
    <xsd:element name="PlatTech" ma:index="11" nillable="true" ma:displayName="Platform / Technology" ma:format="Dropdown" ma:internalName="PlatTech">
      <xsd:complexType>
        <xsd:complexContent>
          <xsd:extension base="dms:MultiChoice">
            <xsd:sequence>
              <xsd:element name="Value" maxOccurs="unbounded" minOccurs="0" nillable="true">
                <xsd:simpleType>
                  <xsd:restriction base="dms:Choice">
                    <xsd:enumeration value=".NET"/>
                    <xsd:enumeration value="Android App"/>
                    <xsd:enumeration value="AWS"/>
                    <xsd:enumeration value="Angular"/>
                    <xsd:enumeration value="Azure"/>
                    <xsd:enumeration value="Azure DevOps"/>
                    <xsd:enumeration value="Boomi"/>
                    <xsd:enumeration value="Drupal"/>
                    <xsd:enumeration value="Dynamics"/>
                    <xsd:enumeration value="Flutter"/>
                    <xsd:enumeration value="GCP"/>
                    <xsd:enumeration value="Google"/>
                    <xsd:enumeration value="Great Plains"/>
                    <xsd:enumeration value="Hootsuite"/>
                    <xsd:enumeration value="HubSpot"/>
                    <xsd:enumeration value="iOS App"/>
                    <xsd:enumeration value="Java"/>
                    <xsd:enumeration value="Kentico"/>
                    <xsd:enumeration value="Looker Studio"/>
                    <xsd:enumeration value="Mobile App"/>
                    <xsd:enumeration value="Marketo / Adobe"/>
                    <xsd:enumeration value="NetSuite"/>
                    <xsd:enumeration value="O365"/>
                    <xsd:enumeration value="OneDrive"/>
                    <xsd:enumeration value="PowerSuite"/>
                    <xsd:enumeration value="Power BI"/>
                    <xsd:enumeration value="QuickBooks"/>
                    <xsd:enumeration value="React"/>
                    <xsd:enumeration value="React Native"/>
                    <xsd:enumeration value="Sage"/>
                    <xsd:enumeration value="Salesforce"/>
                    <xsd:enumeration value="Salesforce Experience Cloud"/>
                    <xsd:enumeration value="Salesforce Marketing Cloud"/>
                    <xsd:enumeration value="Salesforce CPQ"/>
                    <xsd:enumeration value="Salesforce Pardot"/>
                    <xsd:enumeration value="SharePoint"/>
                    <xsd:enumeration value="Shopify"/>
                    <xsd:enumeration value="Sitecore"/>
                    <xsd:enumeration value="Sitefinity"/>
                    <xsd:enumeration value="Snowflake"/>
                    <xsd:enumeration value="Sprinklr"/>
                    <xsd:enumeration value="SproutSocial"/>
                    <xsd:enumeration value="Tableau"/>
                    <xsd:enumeration value="WP Engine"/>
                    <xsd:enumeration value="Webflow"/>
                    <xsd:enumeration value="WooCommerce"/>
                    <xsd:enumeration value="WordPress"/>
                    <xsd:enumeration value="Zoho"/>
                    <xsd:enumeration value="Power Apps"/>
                    <xsd:enumeration value="Teams"/>
                    <xsd:enumeration value="Azure Data Factory"/>
                    <xsd:enumeration value="Zendesk"/>
                    <xsd:enumeration value="Business Central"/>
                    <xsd:enumeration value="Viva"/>
                  </xsd:restriction>
                </xsd:simpleType>
              </xsd:element>
            </xsd:sequence>
          </xsd:extension>
        </xsd:complexContent>
      </xsd:complexType>
    </xsd:element>
    <xsd:element name="Notes0" ma:index="12" nillable="true" ma:displayName="Notes" ma:internalName="Notes0">
      <xsd:simpleType>
        <xsd:restriction base="dms:Text">
          <xsd:maxLength value="255"/>
        </xsd:restriction>
      </xsd:simpleType>
    </xsd:element>
    <xsd:element name="Named_x0020_Account" ma:index="13" nillable="true" ma:displayName="Named Account" ma:format="Dropdown" ma:internalName="Named_x0020_Account">
      <xsd:simpleType>
        <xsd:restriction base="dms:Choice">
          <xsd:enumeration value="Microsoft"/>
          <xsd:enumeration value="Meta"/>
          <xsd:enumeration value="Amazon"/>
        </xsd:restriction>
      </xsd:simpleType>
    </xsd:element>
    <xsd:element name="MediaServiceMetadata" ma:index="14" nillable="true" ma:displayName="MediaServiceMetadata" ma:hidden="true" ma:internalName="MediaServiceMetadata" ma:readOnly="true">
      <xsd:simpleType>
        <xsd:restriction base="dms:Note"/>
      </xsd:simpleType>
    </xsd:element>
    <xsd:element name="MediaServiceFastMetadata" ma:index="15" nillable="true" ma:displayName="MediaServiceFastMetadata" ma:hidden="true" ma:internalName="MediaServiceFastMetadata" ma:readOnly="true">
      <xsd:simpleType>
        <xsd:restriction base="dms:Note"/>
      </xsd:simpleType>
    </xsd:element>
    <xsd:element name="MediaServiceSearchProperties" ma:index="16" nillable="true" ma:displayName="MediaServiceSearchProperties" ma:hidden="true" ma:internalName="MediaServiceSearchProperties" ma:readOnly="true">
      <xsd:simpleType>
        <xsd:restriction base="dms:Note"/>
      </xsd:simpleType>
    </xsd:element>
    <xsd:element name="MediaServiceObjectDetectorVersions" ma:index="17" nillable="true" ma:displayName="MediaServiceObjectDetectorVersions" ma:hidden="true" ma:indexed="true" ma:internalName="MediaServiceObjectDetectorVersions" ma:readOnly="true">
      <xsd:simpleType>
        <xsd:restriction base="dms:Text"/>
      </xsd:simpleType>
    </xsd:element>
    <xsd:element name="ProjectCompletionDate" ma:index="18" nillable="true" ma:displayName="Project Completion Date" ma:format="DateOnly" ma:internalName="ProjectCompletionDate">
      <xsd:simpleType>
        <xsd:restriction base="dms:DateTime"/>
      </xsd:simpleType>
    </xsd:element>
    <xsd:element name="ApprovedByClient" ma:index="19" nillable="true" ma:displayName="Approved By Client" ma:default="0" ma:format="Dropdown" ma:internalName="ApprovedByClient">
      <xsd:simpleType>
        <xsd:restriction base="dms:Boolea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C35A0D3D-B898-4EA1-8A01-B635D2CC2068}">
  <ds:schemaRefs>
    <ds:schemaRef ds:uri="http://schemas.microsoft.com/office/2006/metadata/customXsn"/>
  </ds:schemaRefs>
</ds:datastoreItem>
</file>

<file path=customXml/itemProps2.xml><?xml version="1.0" encoding="utf-8"?>
<ds:datastoreItem xmlns:ds="http://schemas.openxmlformats.org/officeDocument/2006/customXml" ds:itemID="{A551C6A9-E520-42D2-94D7-448D67C7D91B}">
  <ds:schemaRefs>
    <ds:schemaRef ds:uri="http://schemas.microsoft.com/office/2006/metadata/properties"/>
    <ds:schemaRef ds:uri="http://schemas.microsoft.com/office/infopath/2007/PartnerControls"/>
    <ds:schemaRef ds:uri="f0ee8362-fa7e-4bc9-ab88-7dcfb17cb19b"/>
  </ds:schemaRefs>
</ds:datastoreItem>
</file>

<file path=customXml/itemProps3.xml><?xml version="1.0" encoding="utf-8"?>
<ds:datastoreItem xmlns:ds="http://schemas.openxmlformats.org/officeDocument/2006/customXml" ds:itemID="{BD500F84-6406-4A91-9008-E7EA758B42A5}">
  <ds:schemaRefs>
    <ds:schemaRef ds:uri="http://schemas.microsoft.com/sharepoint/v3/contenttype/forms"/>
  </ds:schemaRefs>
</ds:datastoreItem>
</file>

<file path=customXml/itemProps4.xml><?xml version="1.0" encoding="utf-8"?>
<ds:datastoreItem xmlns:ds="http://schemas.openxmlformats.org/officeDocument/2006/customXml" ds:itemID="{0C6CD756-7048-463B-96D7-E470742EEDC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f0ee8362-fa7e-4bc9-ab88-7dcfb17cb19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1</TotalTime>
  <Words>251</Words>
  <Application>Microsoft Office PowerPoint</Application>
  <PresentationFormat>Widescreen</PresentationFormat>
  <Paragraphs>17</Paragraphs>
  <Slides>2</Slides>
  <Notes>0</Notes>
  <HiddenSlides>0</HiddenSlides>
  <MMClips>0</MMClips>
  <ScaleCrop>false</ScaleCrop>
  <HeadingPairs>
    <vt:vector size="4" baseType="variant">
      <vt:variant>
        <vt:lpstr>Theme</vt:lpstr>
      </vt:variant>
      <vt:variant>
        <vt:i4>1</vt:i4>
      </vt:variant>
      <vt:variant>
        <vt:lpstr>Slide Titles</vt:lpstr>
      </vt:variant>
      <vt:variant>
        <vt:i4>2</vt:i4>
      </vt:variant>
    </vt:vector>
  </HeadingPairs>
  <TitlesOfParts>
    <vt:vector size="3" baseType="lpstr">
      <vt:lpstr>Office Theme</vt:lpstr>
      <vt:lpstr>Leading Outdoor Retailer User Adoption Initiative</vt:lpstr>
      <vt:lpstr>Leading Outdoor Retailer User Adoption Initiative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Leading Outdoor Retailer User Adoption Initiative</dc:title>
  <dc:creator>Gabrielle Phillips</dc:creator>
  <cp:lastModifiedBy>Gabrielle Phillips</cp:lastModifiedBy>
  <cp:revision>6</cp:revision>
  <dcterms:created xsi:type="dcterms:W3CDTF">2021-05-07T18:45:04Z</dcterms:created>
  <dcterms:modified xsi:type="dcterms:W3CDTF">2026-01-15T21:00:34Z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0x0101000D23BCBB7020E34DAE994A365BA94206</vt:lpwstr>
  </property>
  <property fmtid="{D5CDD505-2E9C-101B-9397-08002B2CF9AE}" pid="3" name="Business Unit">
    <vt:lpwstr/>
  </property>
  <property fmtid="{D5CDD505-2E9C-101B-9397-08002B2CF9AE}" pid="4" name="Category">
    <vt:lpwstr>6;#Case Study|8faa0ad1-25f0-4f56-8e38-f60e20c455d6</vt:lpwstr>
  </property>
  <property fmtid="{D5CDD505-2E9C-101B-9397-08002B2CF9AE}" pid="5" name="Industry">
    <vt:lpwstr>63;#Consumer Goods|4d538a30-6b9b-4d7a-9ad2-87117c1edff2</vt:lpwstr>
  </property>
  <property fmtid="{D5CDD505-2E9C-101B-9397-08002B2CF9AE}" pid="6" name="Service_x0020_Offering">
    <vt:lpwstr/>
  </property>
  <property fmtid="{D5CDD505-2E9C-101B-9397-08002B2CF9AE}" pid="7" name="_ExtendedDescription">
    <vt:lpwstr/>
  </property>
  <property fmtid="{D5CDD505-2E9C-101B-9397-08002B2CF9AE}" pid="8" name="Service Offering">
    <vt:lpwstr/>
  </property>
  <property fmtid="{D5CDD505-2E9C-101B-9397-08002B2CF9AE}" pid="9" name="Business_x0020_Unit">
    <vt:lpwstr/>
  </property>
  <property fmtid="{D5CDD505-2E9C-101B-9397-08002B2CF9AE}" pid="10" name="Order">
    <vt:r8>64300</vt:r8>
  </property>
  <property fmtid="{D5CDD505-2E9C-101B-9397-08002B2CF9AE}" pid="11" name="xd_Signature">
    <vt:bool>false</vt:bool>
  </property>
  <property fmtid="{D5CDD505-2E9C-101B-9397-08002B2CF9AE}" pid="12" name="SO">
    <vt:lpwstr>5;#;#25;#</vt:lpwstr>
  </property>
  <property fmtid="{D5CDD505-2E9C-101B-9397-08002B2CF9AE}" pid="13" name="SharedWithUsers">
    <vt:lpwstr>118;#Sam Hopkins</vt:lpwstr>
  </property>
  <property fmtid="{D5CDD505-2E9C-101B-9397-08002B2CF9AE}" pid="14" name="xd_ProgID">
    <vt:lpwstr/>
  </property>
  <property fmtid="{D5CDD505-2E9C-101B-9397-08002B2CF9AE}" pid="15" name="_SourceUrl">
    <vt:lpwstr/>
  </property>
  <property fmtid="{D5CDD505-2E9C-101B-9397-08002B2CF9AE}" pid="16" name="_SharedFileIndex">
    <vt:lpwstr/>
  </property>
  <property fmtid="{D5CDD505-2E9C-101B-9397-08002B2CF9AE}" pid="17" name="ComplianceAssetId">
    <vt:lpwstr/>
  </property>
  <property fmtid="{D5CDD505-2E9C-101B-9397-08002B2CF9AE}" pid="18" name="TemplateUrl">
    <vt:lpwstr/>
  </property>
  <property fmtid="{D5CDD505-2E9C-101B-9397-08002B2CF9AE}" pid="19" name="TriggerFlowInfo">
    <vt:lpwstr/>
  </property>
</Properties>
</file>