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1474697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883" y="347096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02852" y="6337495"/>
            <a:ext cx="767123" cy="2642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EC62C7-21A3-29A1-2073-C46D015B8769}"/>
              </a:ext>
            </a:extLst>
          </p:cNvPr>
          <p:cNvSpPr/>
          <p:nvPr userDrawn="1"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95622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D6A0-01FF-B123-ABFD-FC834B2A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F74882-E24F-51DA-22B0-4BEE7C34D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813" y="329166"/>
            <a:ext cx="11554246" cy="764390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/>
              <a:t>Goodfellow Bros Construction – SharePoint Intranet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AFC0B0-EF7A-B952-A9ED-F8FD18CF4E98}"/>
              </a:ext>
            </a:extLst>
          </p:cNvPr>
          <p:cNvSpPr/>
          <p:nvPr/>
        </p:nvSpPr>
        <p:spPr>
          <a:xfrm>
            <a:off x="1411941" y="2924736"/>
            <a:ext cx="4795068" cy="38824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3A5A6F-EFC0-D68C-087E-EBD009A64563}"/>
              </a:ext>
            </a:extLst>
          </p:cNvPr>
          <p:cNvSpPr txBox="1"/>
          <p:nvPr/>
        </p:nvSpPr>
        <p:spPr>
          <a:xfrm>
            <a:off x="501468" y="1574093"/>
            <a:ext cx="5705540" cy="4370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</a:pPr>
            <a:r>
              <a:rPr lang="en-US" sz="2000" b="1" dirty="0">
                <a:solidFill>
                  <a:srgbClr val="0089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Need</a:t>
            </a:r>
          </a:p>
          <a:p>
            <a:pPr>
              <a:lnSpc>
                <a:spcPct val="120000"/>
              </a:lnSpc>
            </a:pPr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Good fellow Bros. Inc. came to Affirma after having a year long unfavorable experience with another SharePoint consultant.  The client had an aggressive deadline to deploy and go live. Adoption was a critical success factor. They needed a partner to engage quickly while creating a long-term relationship with a well-established SharePoint consultancy. </a:t>
            </a:r>
          </a:p>
          <a:p>
            <a:pPr>
              <a:lnSpc>
                <a:spcPct val="120000"/>
              </a:lnSpc>
            </a:pPr>
            <a:endParaRPr lang="en-US" sz="1333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0">
              <a:lnSpc>
                <a:spcPct val="120000"/>
              </a:lnSpc>
            </a:pPr>
            <a:r>
              <a:rPr lang="en-US" sz="2000" b="1" dirty="0">
                <a:solidFill>
                  <a:srgbClr val="0089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br>
              <a:rPr lang="en-US" sz="1667" dirty="0">
                <a:solidFill>
                  <a:srgbClr val="F75714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</a:br>
            <a:r>
              <a:rPr lang="en-US" alt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Utilizing best practices, we designed and implemented the new site.  The site is now in production with a great user experience and high adoption. </a:t>
            </a:r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Our team continues to work with them to identify  opportunity for long tern growth in their SharePoint environment.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E940B5-40CE-FCD9-A49E-F3882B0F9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858" y="1496291"/>
            <a:ext cx="4784611" cy="4641340"/>
          </a:xfrm>
          <a:prstGeom prst="rect">
            <a:avLst/>
          </a:prstGeom>
          <a:ln w="12700" cap="sq">
            <a:solidFill>
              <a:schemeClr val="bg2">
                <a:lumMod val="9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1226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Construction</Value>
    </Industries>
    <PlatTech xmlns="f0ee8362-fa7e-4bc9-ab88-7dcfb17cb19b">
      <Value>SharePoint</Value>
    </PlatTech>
    <BusinessUnit xmlns="f0ee8362-fa7e-4bc9-ab88-7dcfb17cb19b">
      <Value>Modern Workplace</Value>
    </BusinessUnit>
    <Solutions xmlns="f0ee8362-fa7e-4bc9-ab88-7dcfb17cb19b">
      <Value>Intranet / Extranet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6D6D00-EF65-49DA-A662-CD8AEFD946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26D22F-2421-4B73-91AB-14D763985F4D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86222FEF-4FB0-45EE-B1E7-DACECDEF9E7B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935B2881-9770-40DA-AF3E-D15F1FE93EF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Goodfellow Bros Construction – SharePoint Intranet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2025-05-19T21:02:52Z</dcterms:created>
  <dcterms:modified xsi:type="dcterms:W3CDTF">2025-10-09T20:50:35Z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