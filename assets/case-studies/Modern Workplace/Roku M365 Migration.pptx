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7613900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5BBE-B6DC-36A2-0BD3-EB66BAAF7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773F7-5A78-095E-C9F0-3E6B5AFF2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5AA0F-6571-090C-63AB-E36ED6507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31E10-9551-B09C-65EA-C87EFE62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F3A35-4A8D-8313-20BC-18C6BD06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42BC-23BF-9E7C-297B-1E3B4FDB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6969D-9D62-4E0B-CA8E-C98E137A1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9D80D-61DF-EEC8-A3E2-1DBA475E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542A0-F1BD-11E7-8B2B-354FAAFF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154A8-9CCA-0178-4CCA-A7C84214E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8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099B-083E-9A46-A04D-7BD7DFCF9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CDB0-C59F-8AE4-C099-D00204B19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0AA78-40D3-1C07-B8AF-6C389461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ECC44-855F-8C65-769A-E92CCA1E0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F4195-919C-4880-9897-DDB05C59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3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FDDC8-3C45-8616-DF03-F3B46223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BE78F-17C4-E2C1-E301-9F8E631BF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66B4E-3B8B-1305-CD04-C99208BEE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B7E9F-C730-7402-6F0B-A0E0912D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7FB65-3543-544B-F18A-938B97CA1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E8A07-647C-B129-007C-8638C779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21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38D7-5B18-F00C-4C8B-E8B6D3C8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81516-7C45-12EE-29FD-4A327F1FD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E3476-B659-3E1B-6695-384C19DE4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C4180-C5FE-6A29-9EA7-64DF807A7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1F130-1DED-6B80-F395-B1427EBC3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BFB10-BA33-DCC3-7154-871ECE88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609AC-4259-26FD-3BD9-CDB59D43E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A843C-61F8-8521-1020-C83FEC45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DAA8-6BC6-64A5-A055-DC1C1DC2F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66CC70-51DD-93C3-7D1A-250333E8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99DAA-17B4-2F90-2515-71BB1720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AFD93-377B-A89B-E784-4BCD8F9EB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89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46F3E-BF78-B7EC-F987-D545112A7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2B171-6474-2E31-C44C-3EA2E8483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3D5BB-EC8C-CE34-0705-D7CF211E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2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0C82-B6B6-9628-46A3-BC0DFD878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5F64C-CD4E-6FB7-5720-2B95D1A82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BC6A2-AB08-58AD-00AD-921D30C69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21AF6-7306-96E6-0555-D9C988A2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91D93-35D3-C101-AA28-BD5BCBB0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D217E-6C5B-995E-E3EC-5908D30C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8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6BB9-8FE4-77FE-DBA7-9C2FC514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4317D-15B1-9E9A-B701-7DCB0B041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C6263-94A7-EACE-EB98-18E0393E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13DE5-8ABC-4DEA-26F6-CAECCF5E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30E7D-16BF-CDB3-108A-2114ED27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A85C5-BF09-6C29-FCF1-06D2D00A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00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D20C-BF14-66BA-7C51-D89C1D53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3F3A1-F1A2-BF54-509F-08643651F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67FE4-42CC-DD77-6997-CE694B66A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4F0F7-806C-D6AC-D707-4AAD9C347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AB46C-781C-B7FF-9DBC-FFC871B5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3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79657-24DD-C91E-FB38-0C202D04F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911B8-61FB-0EB1-03CB-4FB711AC9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53322-CC3D-F1A9-014C-576F9247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C723B-D8EF-103B-0164-6A7270891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66B2B-AAEF-8483-D2CA-94204ECB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9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00836" y="0"/>
            <a:ext cx="549116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530816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53085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964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DB8A0-FB85-F293-FFBF-CC6A6584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0F408-D5B8-227E-EA76-6D8A5CE5C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ACC06-0893-9189-68E3-DF26BFA3B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75F6A-1C10-421D-A158-147F0F3EC903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06256-ED77-CD6D-5A4F-E2ACD250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FF3E9-DAE7-680E-6CDA-9FB2AF6B8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EB02C-18E8-4EEB-A57C-483B596AD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4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89A7C8F-053F-4B33-9E2B-D2487B4D5E46}"/>
              </a:ext>
            </a:extLst>
          </p:cNvPr>
          <p:cNvSpPr txBox="1">
            <a:spLocks/>
          </p:cNvSpPr>
          <p:nvPr/>
        </p:nvSpPr>
        <p:spPr>
          <a:xfrm>
            <a:off x="590993" y="1230935"/>
            <a:ext cx="10857150" cy="12059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67" b="1">
                <a:solidFill>
                  <a:schemeClr val="tx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Business Need</a:t>
            </a:r>
          </a:p>
          <a:p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Roku had a large business decision to make with their Box renewal months ahead of them.  The organization was generally operating within the M365 tech-eco-system, but also used Confluence, Jira and Slack for internal collaboration.  These three platforms were littered with embedded links to Box content.  After weighing the pros/cons internally and with the Affirma team, Roku decided to partner with Affirma to make the move from Box to OneDrive &amp; SharePoint.</a:t>
            </a:r>
          </a:p>
          <a:p>
            <a:pPr lvl="0"/>
            <a:endParaRPr lang="en-US" sz="1167">
              <a:solidFill>
                <a:srgbClr val="40404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US" sz="1167" strike="sngStrike">
              <a:solidFill>
                <a:srgbClr val="242424"/>
              </a:solidFill>
              <a:latin typeface="Segoe UI" panose="020B0502040204020203" pitchFamily="34" charset="0"/>
              <a:cs typeface="Poppins" pitchFamily="2" charset="77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7EC663E-5929-4D88-A2C8-5841BF395C16}"/>
              </a:ext>
            </a:extLst>
          </p:cNvPr>
          <p:cNvSpPr txBox="1">
            <a:spLocks/>
          </p:cNvSpPr>
          <p:nvPr/>
        </p:nvSpPr>
        <p:spPr>
          <a:xfrm>
            <a:off x="590993" y="3111260"/>
            <a:ext cx="6116623" cy="24585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67" b="1">
                <a:solidFill>
                  <a:schemeClr val="tx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What We Did</a:t>
            </a:r>
          </a:p>
          <a:p>
            <a:r>
              <a:rPr lang="en-US" sz="1167">
                <a:latin typeface="Arial"/>
                <a:cs typeface="Arial"/>
              </a:rPr>
              <a:t>• </a:t>
            </a:r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Performed an extensive and detailed planning and analysis phase to prepare the Roku team to migrate +90TB and 2,000 users from Box to OneDrive.</a:t>
            </a:r>
          </a:p>
          <a:p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• Created and empowered our stakeholders with a change management plan to ensure end user adoption.  </a:t>
            </a:r>
          </a:p>
          <a:p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• Migrated embedded Box links from Confluence, Jira and Slack to their appropriate file destination in OneDrive &amp; SharePoint leveraging available API and scripting capabilities within the 3 platforms, as well as custom scripting</a:t>
            </a:r>
            <a:r>
              <a:rPr lang="en-US" sz="1167">
                <a:latin typeface="Arial"/>
                <a:cs typeface="Arial"/>
              </a:rPr>
              <a:t>.  </a:t>
            </a:r>
            <a:endParaRPr lang="en-US" sz="1602"/>
          </a:p>
          <a:p>
            <a:r>
              <a:rPr lang="en-US" sz="1167">
                <a:latin typeface="Arial"/>
                <a:cs typeface="Arial"/>
              </a:rPr>
              <a:t>  </a:t>
            </a:r>
            <a:endParaRPr lang="en-US" sz="1602"/>
          </a:p>
          <a:p>
            <a:pPr>
              <a:lnSpc>
                <a:spcPct val="100000"/>
              </a:lnSpc>
            </a:pPr>
            <a:endParaRPr lang="en-US" sz="1167" strike="sngStrike">
              <a:solidFill>
                <a:srgbClr val="242424"/>
              </a:solidFill>
              <a:latin typeface="Segoe UI" panose="020B0502040204020203" pitchFamily="34" charset="0"/>
              <a:cs typeface="Poppins" pitchFamily="2" charset="77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4F4EF64-7428-40DE-AAA6-D81F7D7B8F90}"/>
              </a:ext>
            </a:extLst>
          </p:cNvPr>
          <p:cNvSpPr txBox="1">
            <a:spLocks/>
          </p:cNvSpPr>
          <p:nvPr/>
        </p:nvSpPr>
        <p:spPr>
          <a:xfrm>
            <a:off x="6831257" y="3111260"/>
            <a:ext cx="4903489" cy="15073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67" b="1">
                <a:solidFill>
                  <a:schemeClr val="tx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The Result – Ongoing Partnership</a:t>
            </a:r>
          </a:p>
          <a:p>
            <a:r>
              <a:rPr lang="en-US" sz="1167">
                <a:latin typeface="Arial"/>
                <a:cs typeface="Arial"/>
              </a:rPr>
              <a:t>• </a:t>
            </a:r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The Roku team was able to make significant progress in their initiative to standardize their technology eco-systems in use.  </a:t>
            </a:r>
          </a:p>
          <a:p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• Significant cost savings was realized by leveraging their existing and already paid for M365 software licensing. </a:t>
            </a:r>
          </a:p>
          <a:p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• The Roku team was set up and realized success by partnering with a now trusted consulting partner in Affirma. </a:t>
            </a:r>
          </a:p>
          <a:p>
            <a:endParaRPr lang="en-US" sz="1167"/>
          </a:p>
          <a:p>
            <a:pPr lvl="0"/>
            <a:endParaRPr lang="en-US" sz="1167">
              <a:solidFill>
                <a:srgbClr val="404040"/>
              </a:solidFill>
            </a:endParaRPr>
          </a:p>
          <a:p>
            <a:pPr>
              <a:lnSpc>
                <a:spcPct val="100000"/>
              </a:lnSpc>
            </a:pPr>
            <a:endParaRPr lang="en-US" sz="1167" strike="sngStrike">
              <a:solidFill>
                <a:srgbClr val="242424"/>
              </a:solidFill>
              <a:latin typeface="Segoe UI" panose="020B0502040204020203" pitchFamily="34" charset="0"/>
              <a:cs typeface="Poppins" pitchFamily="2" charset="77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1DCDA71-DA1B-4B2D-A6FC-BC85B0C9DE6A}"/>
              </a:ext>
            </a:extLst>
          </p:cNvPr>
          <p:cNvSpPr txBox="1">
            <a:spLocks/>
          </p:cNvSpPr>
          <p:nvPr/>
        </p:nvSpPr>
        <p:spPr>
          <a:xfrm>
            <a:off x="8878647" y="6549221"/>
            <a:ext cx="2743200" cy="15480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6F86DB-78DF-EB43-A6BE-40415A3A0052}" type="slidenum">
              <a:rPr lang="en-US" sz="667" smtClean="0"/>
              <a:pPr/>
              <a:t>1</a:t>
            </a:fld>
            <a:endParaRPr lang="en-US" sz="1602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52A9525-DAAB-1105-3070-20E5991B4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2434" y="532447"/>
            <a:ext cx="2139643" cy="638152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7A549DBE-85B2-17CD-D6CB-D3D9F7986E04}"/>
              </a:ext>
            </a:extLst>
          </p:cNvPr>
          <p:cNvSpPr txBox="1">
            <a:spLocks/>
          </p:cNvSpPr>
          <p:nvPr/>
        </p:nvSpPr>
        <p:spPr>
          <a:xfrm>
            <a:off x="591030" y="87133"/>
            <a:ext cx="5933874" cy="764390"/>
          </a:xfrm>
          <a:prstGeom prst="rect">
            <a:avLst/>
          </a:prstGeom>
        </p:spPr>
        <p:txBody>
          <a:bodyPr vert="horz" lIns="76200" tIns="38100" rIns="76200" bIns="38100" rtlCol="0" anchor="b">
            <a:norm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33" b="1" spc="-183">
                <a:solidFill>
                  <a:srgbClr val="1B3F77"/>
                </a:solidFill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ROKU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5173D-C006-B5C0-022C-5A30276FB519}"/>
              </a:ext>
            </a:extLst>
          </p:cNvPr>
          <p:cNvSpPr txBox="1"/>
          <p:nvPr/>
        </p:nvSpPr>
        <p:spPr>
          <a:xfrm>
            <a:off x="590993" y="712863"/>
            <a:ext cx="6097555" cy="4513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33">
                <a:solidFill>
                  <a:srgbClr val="1B3F77"/>
                </a:solidFill>
                <a:latin typeface="Arial Nova Cond Light" panose="020B0306020202020204" pitchFamily="34" charset="0"/>
                <a:cs typeface="Aharoni" panose="02010803020104030203" pitchFamily="2" charset="-79"/>
              </a:rPr>
              <a:t>BOX – M365 Migration</a:t>
            </a:r>
            <a:endParaRPr lang="en-US" sz="2333"/>
          </a:p>
        </p:txBody>
      </p:sp>
    </p:spTree>
    <p:extLst>
      <p:ext uri="{BB962C8B-B14F-4D97-AF65-F5344CB8AC3E}">
        <p14:creationId xmlns:p14="http://schemas.microsoft.com/office/powerpoint/2010/main" val="355393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Migrations</Value>
      <Value>Intranet/ Extranet</Value>
    </Solutions>
    <Industries xmlns="f0ee8362-fa7e-4bc9-ab88-7dcfb17cb19b">
      <Value>Technology</Value>
    </Industries>
    <Notes0 xmlns="f0ee8362-fa7e-4bc9-ab88-7dcfb17cb19b" xsi:nil="true"/>
    <Named_x0020_Account xmlns="f0ee8362-fa7e-4bc9-ab88-7dcfb17cb19b" xsi:nil="true"/>
    <PlatTech xmlns="f0ee8362-fa7e-4bc9-ab88-7dcfb17cb19b">
      <Value>SharePoint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115BD6EC-F4D2-4C10-9E69-DC4C660AF7B4}"/>
</file>

<file path=customXml/itemProps2.xml><?xml version="1.0" encoding="utf-8"?>
<ds:datastoreItem xmlns:ds="http://schemas.openxmlformats.org/officeDocument/2006/customXml" ds:itemID="{EDBA746E-4CA9-4692-92B2-31A1DF7068D3}"/>
</file>

<file path=customXml/itemProps3.xml><?xml version="1.0" encoding="utf-8"?>
<ds:datastoreItem xmlns:ds="http://schemas.openxmlformats.org/officeDocument/2006/customXml" ds:itemID="{444A5BEE-38C3-42B2-AD0D-E1849CB45E80}"/>
</file>

<file path=customXml/itemProps4.xml><?xml version="1.0" encoding="utf-8"?>
<ds:datastoreItem xmlns:ds="http://schemas.openxmlformats.org/officeDocument/2006/customXml" ds:itemID="{9D264D49-7F7E-4649-AC04-745506D4A53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Aharoni</vt:lpstr>
      <vt:lpstr>Arial</vt:lpstr>
      <vt:lpstr>Arial Nova Cond Light</vt:lpstr>
      <vt:lpstr>Arial Nova Light</vt:lpstr>
      <vt:lpstr>Calibri</vt:lpstr>
      <vt:lpstr>Calibri Light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Brendan Murphy</dc:creator>
  <cp:lastModifiedBy>Brendan Murphy</cp:lastModifiedBy>
  <cp:revision>1</cp:revision>
  <dcterms:created xsi:type="dcterms:W3CDTF">2024-03-22T17:06:07Z</dcterms:created>
  <dcterms:modified xsi:type="dcterms:W3CDTF">2024-03-22T17:06:29Z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