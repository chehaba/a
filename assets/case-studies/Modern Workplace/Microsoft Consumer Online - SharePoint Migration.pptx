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media/image4.bin" ContentType="image/png"/>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0d0c92a89b814b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0d0c92a89b814b09" Type="http://schemas.openxmlformats.org/officeDocument/2006/relationships/slide" Target="/ppt/slides/slide2.xml"/><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0042a21ade014799" /><Relationship Type="http://schemas.openxmlformats.org/officeDocument/2006/relationships/image" Target="/ppt/media/image.bin" Id="rId20" /><Relationship Type="http://schemas.openxmlformats.org/officeDocument/2006/relationships/image" Target="/ppt/media/image4.bin" Id="rId2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Consumer and Online Group – SharePoint 2010 Migration</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&lt;p&gt;Microsoft Consumer and Online Group needed a centralized place to manage Microsoft&amp;rsquo;s entire consumer-facing plans. They were concerned about growing support costs and also wanted a highly functional site with a design that would be representative of their new strategic direction.&lt;/p&gt;
&lt;p&gt;Frustrated with prior vendor engagements, C&amp;amp;O asked Affirma for expert SharePoint consulting and for help with their SharePoint 2007 to SharePoint 2010 migration.&lt;/p&gt;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&lt;li&gt;Affirma created a new Silverlight-based interactive experience feeding dynamically off of SharePoint list data; we also architected and structured information to optimize users&amp;rsquo; ability to find what they need quickly to get work done.&lt;/li&gt;
	&lt;li&gt;We focused on improving User Experience and Design by creating an elegant interface to surface information in a unique and interactive way.&lt;/li&gt;
	&lt;li&gt;Enterprise Social Media&amp;ndash; Employee profiles were surfaced via Bing Maps to create an effective, contextually relevant enterprise social media experience.&lt;/li&gt;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&lt;p&gt;Affirma focused on Design, Interactivity and User Experience in this SharePoint Consulting project. The resulting site was consistent with the division&amp;rsquo;s new strategic direction, provided an engaging experience for end-users, was seamlessly integrated with SharePoint 2010 and ultimately achieved the business goal of lowered support costs. The client was very pleased with their new portal.&lt;/p&gt;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pic>
        <p:nvPicPr>
          <p:cNvPr id="4" name="Picture1"/>
          <p:cNvPicPr>
            <a:picLocks xmlns:a="http://schemas.openxmlformats.org/drawingml/2006/main" noChangeAspect="1"/>
          </p:cNvPicPr>
          <p:nvPr/>
        </p:nvPicPr>
        <p:blipFill>
          <a:blip xmlns:r="http://schemas.openxmlformats.org/officeDocument/2006/relationships" xmlns:a="http://schemas.openxmlformats.org/drawingml/2006/main" r:embed="rId21">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8797646" y="1565275"/>
            <a:ext cx="1781175" cy="1770063"/>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Solutions>
    <Industries xmlns="f0ee8362-fa7e-4bc9-ab88-7dcfb17cb19b">
      <Value>Technology</Value>
    </Industries>
    <Notes0 xmlns="f0ee8362-fa7e-4bc9-ab88-7dcfb17cb19b" xsi:nil="true"/>
    <Named_x0020_Account xmlns="f0ee8362-fa7e-4bc9-ab88-7dcfb17cb19b">Microsoft</Named_x0020_Account>
    <PlatTech xmlns="f0ee8362-fa7e-4bc9-ab88-7dcfb17cb19b">
      <Value>O365</Value>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F58FC06-95BE-4710-B1B7-EDADC2D6BD00}"/>
</file>

<file path=customXml/itemProps2.xml><?xml version="1.0" encoding="utf-8"?>
<ds:datastoreItem xmlns:ds="http://schemas.openxmlformats.org/officeDocument/2006/customXml" ds:itemID="{116CCF1A-3E2F-4421-9D72-4E9364077DC5}"/>
</file>

<file path=customXml/itemProps3.xml><?xml version="1.0" encoding="utf-8"?>
<ds:datastoreItem xmlns:ds="http://schemas.openxmlformats.org/officeDocument/2006/customXml" ds:itemID="{319292CE-3AB2-4EF8-997A-6DA0E8D81725}"/>
</file>

<file path=customXml/itemProps4.xml><?xml version="1.0" encoding="utf-8"?>
<ds:datastoreItem xmlns:ds="http://schemas.openxmlformats.org/officeDocument/2006/customXml" ds:itemID="{0F71EDE5-E1BC-4B70-902B-58EDA804FD61}"/>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20900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