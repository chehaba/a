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b4b0e9b333a040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b4b0e9b333a04001" Type="http://schemas.openxmlformats.org/officeDocument/2006/relationships/slide" Target="/ppt/slides/slide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8d30c920cec7449a" /><Relationship Type="http://schemas.openxmlformats.org/officeDocument/2006/relationships/image" Target="/ppt/media/image4.bin" Id="rId20" /><Relationship Type="http://schemas.openxmlformats.org/officeDocument/2006/relationships/image" Target="/ppt/media/image5.bin" Id="rId2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SharePoint Business Intelligence ROI Calculator</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&lt;p&gt;Microsoft needed a way to estimate licensing costs of various software solutions based upon several complex factors so they asked for a custom SharePoint Business Intelligence tool.&lt;/p&gt;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&lt;p&gt;Using SharePoint, Affirma built a calculator to determine the number of software licenses needed.&amp;nbsp;The calculator factors in multiple variables such as anticipated system load, installation best practices, number of employees, and other factors.&lt;/p&gt;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&lt;p&gt;The field sales team has heavily leveraged the ROI Calculator to give clients broad estimates on cost. This custom business analysis tool was created using SharePoint Business Intelligence features.&lt;/p&gt;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pic>
        <p:nvPicPr>
          <p:cNvPr id="4" name="Picture1"/>
          <p:cNvPicPr>
            <a:picLocks xmlns:a="http://schemas.openxmlformats.org/drawingml/2006/main" noChangeAspect="1"/>
          </p:cNvPicPr>
          <p:nvPr/>
        </p:nvPicPr>
        <p:blipFill>
          <a:blip xmlns:r="http://schemas.openxmlformats.org/officeDocument/2006/relationships" xmlns:a="http://schemas.openxmlformats.org/drawingml/2006/main" r:embed="rId21">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8797646" y="1565275"/>
            <a:ext cx="1781175" cy="1770063"/>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25354091-0594-47B2-90D8-3466439F83EE}"/>
</file>

<file path=customXml/itemProps2.xml><?xml version="1.0" encoding="utf-8"?>
<ds:datastoreItem xmlns:ds="http://schemas.openxmlformats.org/officeDocument/2006/customXml" ds:itemID="{A1C99ACC-B97F-4C59-9293-21DE468EA213}"/>
</file>

<file path=customXml/itemProps3.xml><?xml version="1.0" encoding="utf-8"?>
<ds:datastoreItem xmlns:ds="http://schemas.openxmlformats.org/officeDocument/2006/customXml" ds:itemID="{28E51C8A-E786-44EA-A6D7-9A784843B7A0}"/>
</file>

<file path=customXml/itemProps4.xml><?xml version="1.0" encoding="utf-8"?>
<ds:datastoreItem xmlns:ds="http://schemas.openxmlformats.org/officeDocument/2006/customXml" ds:itemID="{02CD27F5-39A6-4B9B-9E76-01DA6D1A08D4}"/>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21400</vt:r8>
  </property>
  <property fmtid="{D5CDD505-2E9C-101B-9397-08002B2CF9AE}" pid="11" name="xd_Signature">
    <vt:bool>false</vt:bool>
  </property>
  <property fmtid="{D5CDD505-2E9C-101B-9397-08002B2CF9AE}" pid="12" name="SO">
    <vt:lpwstr>37;#</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