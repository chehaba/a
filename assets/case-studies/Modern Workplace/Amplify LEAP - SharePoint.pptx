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6a2cec894bb64b3f"/>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6a2cec894bb64b3f" Type="http://schemas.openxmlformats.org/officeDocument/2006/relationships/slide" Target="/pp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a68ee419dc84567"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Amplify/LEAP</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Amplify Solutions subcontracted with Affirma to help manage the Licensing Early Adoption Program (LEAP) SharePoint 2013 site for Microsoft. The current site manager was moving on, so we became responsible for updates, changes and modifications to the site.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provided support for an existing SharePoint site which we had not previously built and developed. 
We determined optimization potential, identifying and fixing flaws so that the client could do business in an efficient manner. 
Gained understanding of what the client’s business needs and drivers were, and then offered them subject matter expertise in SharePoint.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client was satisfied with the SharePoint site management, as a result Affirma was hired for continuous support of the site, and to provide guidance to enhance the functionality of the site.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UX/ UI Design</Value>
      <Value>Websites</Value>
    </Solutions>
    <Industries xmlns="f0ee8362-fa7e-4bc9-ab88-7dcfb17cb19b">
      <Value>Technology</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B98D4879-08A9-4BA2-A016-F9A79AD96E58}"/>
</file>

<file path=customXml/itemProps2.xml><?xml version="1.0" encoding="utf-8"?>
<ds:datastoreItem xmlns:ds="http://schemas.openxmlformats.org/officeDocument/2006/customXml" ds:itemID="{DFF9A23E-AE59-4FC8-9850-665AA3701E53}"/>
</file>

<file path=customXml/itemProps3.xml><?xml version="1.0" encoding="utf-8"?>
<ds:datastoreItem xmlns:ds="http://schemas.openxmlformats.org/officeDocument/2006/customXml" ds:itemID="{6C657B43-D7A0-41C4-927C-DD113FC5103F}"/>
</file>

<file path=customXml/itemProps4.xml><?xml version="1.0" encoding="utf-8"?>
<ds:datastoreItem xmlns:ds="http://schemas.openxmlformats.org/officeDocument/2006/customXml" ds:itemID="{0C36DDFD-3F47-4175-93C4-D2BA797C6E81}"/>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16100</vt:r8>
  </property>
  <property fmtid="{D5CDD505-2E9C-101B-9397-08002B2CF9AE}" pid="11" name="xd_Signature">
    <vt:bool>false</vt:bool>
  </property>
  <property fmtid="{D5CDD505-2E9C-101B-9397-08002B2CF9AE}" pid="12" name="SO">
    <vt:lpwstr>16;#;#37;#;#32;#</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