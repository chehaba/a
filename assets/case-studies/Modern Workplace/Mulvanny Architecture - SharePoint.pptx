
<file path=[Content_Types].xml><?xml version="1.0" encoding="utf-8"?>
<Types xmlns="http://schemas.openxmlformats.org/package/2006/content-types">
  <Default Extension="bin" ContentType="image/jp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7"/>
  </p:notesMasterIdLst>
  <p:sldIdLst>
    <p:sldId id="3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DC2B97-7689-686B-A304-17DC91CA3F5D}" v="7" dt="2024-05-28T18:19:34.208"/>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B5DC2B97-7689-686B-A304-17DC91CA3F5D}"/>
    <pc:docChg chg="modSld">
      <pc:chgData name="Brendan Murphy" userId="S::bmurphy@affirma.com::e9f923b6-6d89-4d4e-a3b7-d9304b9d44ba" providerId="AD" clId="Web-{B5DC2B97-7689-686B-A304-17DC91CA3F5D}" dt="2024-05-28T18:19:31.879" v="2" actId="20577"/>
      <pc:docMkLst>
        <pc:docMk/>
      </pc:docMkLst>
      <pc:sldChg chg="modSp">
        <pc:chgData name="Brendan Murphy" userId="S::bmurphy@affirma.com::e9f923b6-6d89-4d4e-a3b7-d9304b9d44ba" providerId="AD" clId="Web-{B5DC2B97-7689-686B-A304-17DC91CA3F5D}" dt="2024-05-28T18:19:31.879" v="2" actId="20577"/>
        <pc:sldMkLst>
          <pc:docMk/>
          <pc:sldMk cId="2582825011" sldId="300"/>
        </pc:sldMkLst>
        <pc:spChg chg="mod">
          <ac:chgData name="Brendan Murphy" userId="S::bmurphy@affirma.com::e9f923b6-6d89-4d4e-a3b7-d9304b9d44ba" providerId="AD" clId="Web-{B5DC2B97-7689-686B-A304-17DC91CA3F5D}" dt="2024-05-28T18:19:31.879" v="2" actId="20577"/>
          <ac:spMkLst>
            <pc:docMk/>
            <pc:sldMk cId="2582825011" sldId="300"/>
            <ac:spMk id="31" creationId="{EC9A7433-5BCD-4EA6-924A-53FDBF0CAAA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Mulvanny G2</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2096600"/>
          </a:xfrm>
          <a:prstGeom prst="rect">
            <a:avLst/>
          </a:prstGeom>
          <a:noFill/>
        </p:spPr>
        <p:txBody>
          <a:bodyPr wrap="square" lIns="91440" tIns="45720" rIns="91440" bIns="45720" rtlCol="0" anchor="t">
            <a:spAutoFit/>
          </a:bodyPr>
          <a:lstStyle/>
          <a:p>
            <a:pPr>
              <a:lnSpc>
                <a:spcPct val="150000"/>
              </a:lnSpc>
            </a:pPr>
            <a:r>
              <a:rPr lang="en-US" sz="1100">
                <a:latin typeface="Open Sans"/>
              </a:rPr>
              <a:t>Mulvanny</a:t>
            </a:r>
            <a:r>
              <a:rPr lang="en-US" sz="1100" b="0" i="0" kern="1200" dirty="0">
                <a:effectLst/>
                <a:latin typeface="Open Sans"/>
                <a:ea typeface="+mn-ea"/>
                <a:cs typeface="+mn-cs"/>
              </a:rPr>
              <a:t> Architecture came to </a:t>
            </a:r>
            <a:r>
              <a:rPr lang="en-US" sz="1100" b="0" i="0" kern="1200" dirty="0" err="1">
                <a:effectLst/>
                <a:latin typeface="Open Sans"/>
                <a:ea typeface="+mn-ea"/>
                <a:cs typeface="+mn-cs"/>
              </a:rPr>
              <a:t>Affirma</a:t>
            </a:r>
            <a:r>
              <a:rPr lang="en-US" sz="1100" b="0" i="0" kern="1200" dirty="0">
                <a:effectLst/>
                <a:latin typeface="Open Sans"/>
                <a:ea typeface="+mn-ea"/>
                <a:cs typeface="+mn-cs"/>
              </a:rPr>
              <a:t> needing a new SharePoint design site. The </a:t>
            </a:r>
            <a:r>
              <a:rPr lang="en-US" sz="1100" b="0" i="0" kern="1200" dirty="0" err="1">
                <a:effectLst/>
                <a:latin typeface="Open Sans"/>
                <a:ea typeface="+mn-ea"/>
                <a:cs typeface="+mn-cs"/>
              </a:rPr>
              <a:t>client&amp;rsquo;s</a:t>
            </a:r>
            <a:r>
              <a:rPr lang="en-US" sz="1100" b="0" i="0" kern="1200" dirty="0">
                <a:effectLst/>
                <a:latin typeface="Open Sans"/>
                <a:ea typeface="+mn-ea"/>
                <a:cs typeface="+mn-cs"/>
              </a:rPr>
              <a:t> existing system gathered content from multiple sites and applications, so they wanted a way to organize all of their day-to-day needs into one centralized location. They also wanted us to create a community-like experience within the site that would showcase designers within the studios, displaying the </a:t>
            </a:r>
            <a:r>
              <a:rPr lang="en-US" sz="1100" b="0" i="0" kern="1200" dirty="0" err="1">
                <a:effectLst/>
                <a:latin typeface="Open Sans"/>
                <a:ea typeface="+mn-ea"/>
                <a:cs typeface="+mn-cs"/>
              </a:rPr>
              <a:t>designers&amp;rsquo</a:t>
            </a:r>
            <a:r>
              <a:rPr lang="en-US" sz="1100" b="0" i="0" kern="1200" dirty="0">
                <a:effectLst/>
                <a:latin typeface="Open Sans"/>
                <a:ea typeface="+mn-ea"/>
                <a:cs typeface="+mn-cs"/>
              </a:rPr>
              <a:t>; strengths, helping project management and overall workflow.&lt;/p&gt;
</a:t>
            </a: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&lt;ul&gt;
	&lt;li&gt;Affirma used the opportunity with Mulvanny to deliver a simple and easy to use SharePoint. We worked closely with the client to identify their core content and put forth the best strategy for organizing their information.&amp;nbsp;&lt;/li&gt;
	&lt;br /&gt;
	&lt;li&gt;We went through group sessions with Mulvanny to understand key functionality to implement new ideas and forward thinking methods. Following that we designed highly intuitive wireframes that allowed us to quickly visualize functionality while ensuring a great user experience.&lt;/li&gt;
	&lt;br /&gt;
	&lt;li&gt;While working thoroughly with Mulvanny in design focused meetings, we created a modern design taking elements of their brand to maintain a consistent look with all of the existing collateral.&amp;nbsp;&lt;/li&gt;
&lt;/ul&gt;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&lt;p&gt;The project was a great platform to showcase Affirmas expertise and capabilities. As a company full of designers and visually orientated individuals, Mulvanny was pleased with the overall polished design and experience. The whole Affirma team was a key part in creating a tool that brought the Mulvanny studios together with an online community experience.&lt;/p&gt;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xsi:nil="true"/>
    <Industries xmlns="f0ee8362-fa7e-4bc9-ab88-7dcfb17cb19b" xsi:nil="true"/>
    <Notes0 xmlns="f0ee8362-fa7e-4bc9-ab88-7dcfb17cb19b" xsi:nil="true"/>
    <Named_x0020_Account xmlns="f0ee8362-fa7e-4bc9-ab88-7dcfb17cb19b" xsi:nil="true"/>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D2744D1-EC5C-4235-912B-D8CA4D81B0FD}">
  <ds:schemaRefs>
    <ds:schemaRef ds:uri="http://schemas.microsoft.com/office/2006/metadata/customXsn"/>
  </ds:schemaRefs>
</ds:datastoreItem>
</file>

<file path=customXml/itemProps2.xml><?xml version="1.0" encoding="utf-8"?>
<ds:datastoreItem xmlns:ds="http://schemas.openxmlformats.org/officeDocument/2006/customXml" ds:itemID="{37BBCA32-CEE2-4C20-AE13-25C57065445D}">
  <ds:schemaRefs>
    <ds:schemaRef ds:uri="http://schemas.microsoft.com/office/2006/metadata/properties"/>
    <ds:schemaRef ds:uri="http://schemas.microsoft.com/office/infopath/2007/PartnerControls"/>
    <ds:schemaRef ds:uri="f205c2cf-faee-43e7-95df-8aa62e5feae0"/>
  </ds:schemaRefs>
</ds:datastoreItem>
</file>

<file path=customXml/itemProps3.xml><?xml version="1.0" encoding="utf-8"?>
<ds:datastoreItem xmlns:ds="http://schemas.openxmlformats.org/officeDocument/2006/customXml" ds:itemID="{EF0D7C87-7113-49BD-B39E-91FCE3CBEBA4}">
  <ds:schemaRefs>
    <ds:schemaRef ds:uri="http://schemas.microsoft.com/sharepoint/v3/contenttype/forms"/>
  </ds:schemaRefs>
</ds:datastoreItem>
</file>

<file path=customXml/itemProps4.xml><?xml version="1.0" encoding="utf-8"?>
<ds:datastoreItem xmlns:ds="http://schemas.openxmlformats.org/officeDocument/2006/customXml" ds:itemID="{98508160-3E0D-40A2-841A-026B706756E6}"/>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Mulvanny G2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578</cp:revision>
  <dcterms:created xsi:type="dcterms:W3CDTF">2017-10-09T12:47:23Z</dcterms:created>
  <dcterms:modified xsi:type="dcterms:W3CDTF">2024-05-28T18:19:43Z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42;#Construction|279f3517-6f37-463b-9b64-046a0822a515</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22600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