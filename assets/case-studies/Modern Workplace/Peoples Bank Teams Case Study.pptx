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11" r:id="rId2"/>
    <p:sldMasterId id="2147483831" r:id="rId3"/>
  </p:sldMasterIdLst>
  <p:notesMasterIdLst>
    <p:notesMasterId r:id="rId5"/>
  </p:notesMasterIdLst>
  <p:sldIdLst>
    <p:sldId id="26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6845AE-2A7C-14E8-B1BE-C9F095D61A88}" v="26" dt="2020-06-29T19:29:13.6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13" Type="http://schemas.openxmlformats.org/officeDocument/2006/relationships/customXml" Target="../customXml/item3.xml"/><Relationship Id="rId3" Type="http://schemas.openxmlformats.org/officeDocument/2006/relationships/slideMaster" Target="slideMasters/slideMaster3.xml"/><Relationship Id="rId7" Type="http://schemas.openxmlformats.org/officeDocument/2006/relationships/viewProps" Target="viewProps.xml"/><Relationship Id="rId12" Type="http://schemas.openxmlformats.org/officeDocument/2006/relationships/customXml" Target="../customXml/item2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1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1.xml"/><Relationship Id="rId9" Type="http://schemas.openxmlformats.org/officeDocument/2006/relationships/tableStyles" Target="tableStyles.xml"/><Relationship Id="rId14" Type="http://schemas.openxmlformats.org/officeDocument/2006/relationships/customXml" Target="../customXml/item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DAA9C2-C951-471C-B22A-587F4E630ACF}" type="datetimeFigureOut">
              <a:rPr lang="en-US"/>
              <a:t>6/29/2020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33A33-677F-41B6-BA68-31DB88E60FD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67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3F6CF-073A-4B4F-A2B7-08B9C7DBCB9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839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41" y="2938387"/>
            <a:ext cx="7988613" cy="537931"/>
          </a:xfrm>
        </p:spPr>
        <p:txBody>
          <a:bodyPr wrap="none" anchor="t" anchorCtr="0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B5FE165-096F-487F-8435-22B7C977BBAC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939" y="2209472"/>
            <a:ext cx="1942773" cy="504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965F55-11BA-49A6-947C-F531530662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756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B62FE56-11BB-4F56-957C-E2741DC5B8BB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680771-E145-494A-AF5F-BDE0DE15568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938387"/>
            <a:ext cx="11430000" cy="537931"/>
          </a:xfrm>
        </p:spPr>
        <p:txBody>
          <a:bodyPr wrap="none" anchor="t" anchorCtr="0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BA5D076-475A-402B-BFB3-BCB1DB0975A0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B8082-4CA1-4814-AD91-104B286330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491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C98557-C9EF-46C0-ACD8-4FD2354926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7A68257-B1D1-45B7-A765-50CDBCA3FD86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C7F00A-F86F-4137-BF70-C36BF60794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9259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7FDDA0-9A72-4EF9-A2D2-0E17F0F1CF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89F687-D33C-4157-BC5C-7A3EB7EF9B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66700"/>
            <a:ext cx="10515211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143000"/>
            <a:ext cx="10515211" cy="435045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FB58377-F27B-4099-8D07-8CC83E9FF8E3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937B85-B95A-4743-A758-7FD5A4CDD6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4991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https://s-media-cache-ak0.pinimg.com/originals/56/3f/a2/563fa26398dc80e6c5b03695b4b05951.jpg">
            <a:extLst>
              <a:ext uri="{FF2B5EF4-FFF2-40B4-BE49-F238E27FC236}">
                <a16:creationId xmlns:a16="http://schemas.microsoft.com/office/drawing/2014/main" id="{2E825CFE-0636-45FA-8A13-E6196B14C8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43000"/>
            <a:ext cx="12192000" cy="940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6C74676-92AB-4545-938B-1B69D80DB240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AEF935-9427-4AC1-8E61-AE96D9F348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7887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Pr>
        <a:solidFill>
          <a:srgbClr val="0096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98E95B-5C91-4D5C-A2D1-6735F60790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0949" b="74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369CD0C-8BF2-4E3E-8C85-09B075B043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724400"/>
            <a:ext cx="10515210" cy="1524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A0B79CA-C4D9-4908-8B03-07B20BD050DE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57600"/>
            <a:ext cx="10668000" cy="914400"/>
          </a:xfrm>
        </p:spPr>
        <p:txBody>
          <a:bodyPr tIns="91440" bIns="91440"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36EFAE-173A-431F-8B79-18B410985F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7679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73"/>
          <a:stretch/>
        </p:blipFill>
        <p:spPr>
          <a:xfrm>
            <a:off x="-2390669" y="-1"/>
            <a:ext cx="14582669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2E6861D-08F0-455C-ABA0-53DFF2F796CF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rgbClr val="004E59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4EBA0-C440-4D49-AAB8-E1ECDF6B67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8268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" y="3"/>
            <a:ext cx="12192000" cy="68580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A828875-DE2A-4007-BCB0-00064EAA777B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980723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C61EA-4242-4C46-82F7-F70F2018C8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2731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F79BA1C-FAB8-4D2A-946A-62324E933EF1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3246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FB3B390-3D70-4147-B0BB-53F5951107F8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6580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8031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11430000" cy="4350456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6ABAB9D-96B1-4270-A3E0-6D838C6F3255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8DF217-1EAD-4B4A-A2F2-041F388DEC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6722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5334000" cy="441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1CAA8423-91F7-4752-B324-734304431281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219200"/>
            <a:ext cx="5334000" cy="322792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414025-9975-41E8-9FC5-0DF320B942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8800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762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39BA845-8FAA-4FA8-BB03-FCE823510A90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563948A-318B-4390-8E4D-036A81F512A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209800" y="28194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AD0E7F6-4B25-41E6-A3A0-23177BB063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09800" y="25146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2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8B1E0DD-9C3B-4861-B9C7-658DE1B3A2C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2220383" y="4267200"/>
            <a:ext cx="9601200" cy="60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A6FE795-7232-4C2C-8253-3E63F346E6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20383" y="38100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A996FAC-27FD-4D72-8742-3B3D6FBFA47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2220384" y="54102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9DA342-ABBC-4773-9620-733BFF8A707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20384" y="51054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2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2AF7EB96-A3DC-4327-A2E2-7EB91E2FCB1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28600" y="3810000"/>
            <a:ext cx="1524000" cy="1524000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1F3262B-E782-4905-B1B0-ADB41E7F3494}"/>
              </a:ext>
            </a:extLst>
          </p:cNvPr>
          <p:cNvCxnSpPr/>
          <p:nvPr userDrawn="1"/>
        </p:nvCxnSpPr>
        <p:spPr>
          <a:xfrm flipV="1">
            <a:off x="2159689" y="3581401"/>
            <a:ext cx="7872622" cy="66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2088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46482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C406F59A-4A5A-4738-AC03-C9914EA55E29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6250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7C5F32E-87BC-41F1-B9F5-46E5C7195E2E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0997080" cy="533400"/>
          </a:xfrm>
        </p:spPr>
        <p:txBody>
          <a:bodyPr tIns="91440" bIns="91440"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95999" y="1219200"/>
            <a:ext cx="0" cy="49530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914400" y="3578424"/>
            <a:ext cx="10668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80999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C2313EE-4E04-435C-9E05-266AC0400A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AE54BA5-9B86-4728-A69D-A321E93984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0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920F2E92-1F2E-4441-B0DE-CFEB5FE92A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1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72231F7B-8ACB-4A68-883B-D5361B594F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87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12549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933DAD-64FD-4C29-9D9B-272B0C756FD1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lIns="91440" tIns="91440" r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7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89D8D96-9103-4B38-8327-0EA0FFD24152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F32470-D5C9-4EB9-BF19-627B706D99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7610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1256AD-643F-4750-86FB-FD02C1741CFB}"/>
              </a:ext>
            </a:extLst>
          </p:cNvPr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04E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681035"/>
            <a:ext cx="5334000" cy="823397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48267" indent="0">
              <a:buNone/>
              <a:defRPr sz="2000" b="1"/>
            </a:lvl2pPr>
            <a:lvl3pPr marL="896533" indent="0">
              <a:buNone/>
              <a:defRPr sz="1800" b="1"/>
            </a:lvl3pPr>
            <a:lvl4pPr marL="1344800" indent="0">
              <a:buNone/>
              <a:defRPr sz="1600" b="1"/>
            </a:lvl4pPr>
            <a:lvl5pPr marL="1793067" indent="0">
              <a:buNone/>
              <a:defRPr sz="1600" b="1"/>
            </a:lvl5pPr>
            <a:lvl6pPr marL="2241334" indent="0">
              <a:buNone/>
              <a:defRPr sz="1600" b="1"/>
            </a:lvl6pPr>
            <a:lvl7pPr marL="2689600" indent="0">
              <a:buNone/>
              <a:defRPr sz="1600" b="1"/>
            </a:lvl7pPr>
            <a:lvl8pPr marL="3137867" indent="0">
              <a:buNone/>
              <a:defRPr sz="1600" b="1"/>
            </a:lvl8pPr>
            <a:lvl9pPr marL="358613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7000" y="1681035"/>
            <a:ext cx="5334000" cy="823397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48267" indent="0">
              <a:buNone/>
              <a:defRPr sz="2000" b="1"/>
            </a:lvl2pPr>
            <a:lvl3pPr marL="896533" indent="0">
              <a:buNone/>
              <a:defRPr sz="1800" b="1"/>
            </a:lvl3pPr>
            <a:lvl4pPr marL="1344800" indent="0">
              <a:buNone/>
              <a:defRPr sz="1600" b="1"/>
            </a:lvl4pPr>
            <a:lvl5pPr marL="1793067" indent="0">
              <a:buNone/>
              <a:defRPr sz="1600" b="1"/>
            </a:lvl5pPr>
            <a:lvl6pPr marL="2241334" indent="0">
              <a:buNone/>
              <a:defRPr sz="1600" b="1"/>
            </a:lvl6pPr>
            <a:lvl7pPr marL="2689600" indent="0">
              <a:buNone/>
              <a:defRPr sz="1600" b="1"/>
            </a:lvl7pPr>
            <a:lvl8pPr marL="3137867" indent="0">
              <a:buNone/>
              <a:defRPr sz="1600" b="1"/>
            </a:lvl8pPr>
            <a:lvl9pPr marL="358613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7000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093AED9-3F5E-41D4-9FAD-F29D941B4B0A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C4B624-09C9-4734-9996-D8363B05C6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834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50B76160-1DEB-464C-9113-9118CF4A908A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99787-C03F-45A9-825C-0DE0DCF4B9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6593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4273" y="2689656"/>
            <a:ext cx="3259815" cy="537931"/>
          </a:xfrm>
        </p:spPr>
        <p:txBody>
          <a:bodyPr wrap="none" anchor="t" anchorCtr="0">
            <a:noAutofit/>
          </a:bodyPr>
          <a:lstStyle>
            <a:lvl1pPr algn="r">
              <a:defRPr sz="3500">
                <a:solidFill>
                  <a:srgbClr val="E45A1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4273" y="3317243"/>
            <a:ext cx="3259815" cy="1656131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solidFill>
                  <a:srgbClr val="E45A1E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1C78B21-3C28-439F-BCD3-284714CB9E0C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096002" y="1"/>
            <a:ext cx="6095999" cy="6857999"/>
          </a:xfrm>
          <a:prstGeom prst="rect">
            <a:avLst/>
          </a:prstGeom>
          <a:solidFill>
            <a:srgbClr val="004E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Segoe UI" panose="020B0502040204020203" pitchFamily="34" charset="0"/>
            </a:endParaRPr>
          </a:p>
        </p:txBody>
      </p:sp>
      <p:pic>
        <p:nvPicPr>
          <p:cNvPr id="8" name="Picture 7" descr="affirmastudios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6624" y="2689656"/>
            <a:ext cx="2204778" cy="56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5043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7541201-DC49-46F2-AC4F-0D60C1F63406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1D8278-5719-41B5-BA0B-62F901BD5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1551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E45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198244D-535E-48C4-8BC9-904AE7DD5AF1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C3FBF-8EF6-411E-AA4F-268641FD25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5738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858EA56-0E20-4ACC-A046-BE609E544847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2C415-13F0-4D24-97F3-4AB707C098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7465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470" y="457615"/>
            <a:ext cx="3932568" cy="1600096"/>
          </a:xfrm>
        </p:spPr>
        <p:txBody>
          <a:bodyPr anchor="b"/>
          <a:lstStyle>
            <a:lvl1pPr>
              <a:defRPr sz="3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937" y="986833"/>
            <a:ext cx="6171746" cy="4873445"/>
          </a:xfrm>
        </p:spPr>
        <p:txBody>
          <a:bodyPr/>
          <a:lstStyle>
            <a:lvl1pPr marL="0" indent="0">
              <a:buNone/>
              <a:defRPr sz="3100">
                <a:latin typeface="Segoe UI" panose="020B0502040204020203" pitchFamily="34" charset="0"/>
              </a:defRPr>
            </a:lvl1pPr>
            <a:lvl2pPr marL="448267" indent="0">
              <a:buNone/>
              <a:defRPr sz="2700"/>
            </a:lvl2pPr>
            <a:lvl3pPr marL="896533" indent="0">
              <a:buNone/>
              <a:defRPr sz="2400"/>
            </a:lvl3pPr>
            <a:lvl4pPr marL="1344800" indent="0">
              <a:buNone/>
              <a:defRPr sz="2000"/>
            </a:lvl4pPr>
            <a:lvl5pPr marL="1793067" indent="0">
              <a:buNone/>
              <a:defRPr sz="2000"/>
            </a:lvl5pPr>
            <a:lvl6pPr marL="2241334" indent="0">
              <a:buNone/>
              <a:defRPr sz="2000"/>
            </a:lvl6pPr>
            <a:lvl7pPr marL="2689600" indent="0">
              <a:buNone/>
              <a:defRPr sz="2000"/>
            </a:lvl7pPr>
            <a:lvl8pPr marL="3137867" indent="0">
              <a:buNone/>
              <a:defRPr sz="2000"/>
            </a:lvl8pPr>
            <a:lvl9pPr marL="3586133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470" y="2057712"/>
            <a:ext cx="3932568" cy="3811903"/>
          </a:xfrm>
        </p:spPr>
        <p:txBody>
          <a:bodyPr/>
          <a:lstStyle>
            <a:lvl1pPr marL="0" indent="0">
              <a:buNone/>
              <a:defRPr sz="1600">
                <a:latin typeface="Segoe UI" panose="020B0502040204020203" pitchFamily="34" charset="0"/>
              </a:defRPr>
            </a:lvl1pPr>
            <a:lvl2pPr marL="448267" indent="0">
              <a:buNone/>
              <a:defRPr sz="1400"/>
            </a:lvl2pPr>
            <a:lvl3pPr marL="896533" indent="0">
              <a:buNone/>
              <a:defRPr sz="1200"/>
            </a:lvl3pPr>
            <a:lvl4pPr marL="1344800" indent="0">
              <a:buNone/>
              <a:defRPr sz="1000"/>
            </a:lvl4pPr>
            <a:lvl5pPr marL="1793067" indent="0">
              <a:buNone/>
              <a:defRPr sz="1000"/>
            </a:lvl5pPr>
            <a:lvl6pPr marL="2241334" indent="0">
              <a:buNone/>
              <a:defRPr sz="1000"/>
            </a:lvl6pPr>
            <a:lvl7pPr marL="2689600" indent="0">
              <a:buNone/>
              <a:defRPr sz="1000"/>
            </a:lvl7pPr>
            <a:lvl8pPr marL="3137867" indent="0">
              <a:buNone/>
              <a:defRPr sz="1000"/>
            </a:lvl8pPr>
            <a:lvl9pPr marL="3586133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F0CBE8F-8AA2-4859-BE6D-C213C1FEDA0E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02907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432830"/>
            <a:ext cx="11430000" cy="4350456"/>
          </a:xfrm>
        </p:spPr>
        <p:txBody>
          <a:bodyPr vert="horz" lIns="91440" tIns="91440" rIns="91440" bIns="91440" rtlCol="0">
            <a:noAutofit/>
          </a:bodyPr>
          <a:lstStyle>
            <a:lvl1pPr>
              <a:defRPr lang="en-US" dirty="0" smtClean="0">
                <a:latin typeface="Segoe UI" panose="020B0502040204020203" pitchFamily="34" charset="0"/>
              </a:defRPr>
            </a:lvl1pPr>
            <a:lvl2pPr>
              <a:defRPr lang="en-US" dirty="0" smtClean="0">
                <a:latin typeface="Segoe UI" panose="020B0502040204020203" pitchFamily="34" charset="0"/>
              </a:defRPr>
            </a:lvl2pPr>
            <a:lvl3pPr>
              <a:defRPr lang="en-US" dirty="0" smtClean="0">
                <a:latin typeface="Segoe UI" panose="020B0502040204020203" pitchFamily="34" charset="0"/>
              </a:defRPr>
            </a:lvl3pPr>
            <a:lvl4pPr>
              <a:defRPr lang="en-US" dirty="0" smtClean="0">
                <a:latin typeface="Segoe UI" panose="020B0502040204020203" pitchFamily="34" charset="0"/>
              </a:defRPr>
            </a:lvl4pPr>
            <a:lvl5pPr>
              <a:defRPr lang="en-US" dirty="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381000" y="1021080"/>
            <a:ext cx="11487856" cy="228535"/>
          </a:xfrm>
        </p:spPr>
        <p:txBody>
          <a:bodyPr lIns="9144" tIns="0" rIns="0" bIns="0">
            <a:spAutoFit/>
          </a:bodyPr>
          <a:lstStyle>
            <a:lvl1pPr marL="0" indent="0">
              <a:buNone/>
              <a:defRPr sz="1600" spc="-14" baseline="0">
                <a:solidFill>
                  <a:schemeClr val="accent2"/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33816" y="6270900"/>
            <a:ext cx="10739714" cy="428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180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41" y="2938387"/>
            <a:ext cx="7988613" cy="537931"/>
          </a:xfrm>
        </p:spPr>
        <p:txBody>
          <a:bodyPr wrap="none" anchor="t" anchorCtr="0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A526457-AFF9-4C64-ACA9-57BFCF79B20E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939" y="2209472"/>
            <a:ext cx="1942773" cy="504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965F55-11BA-49A6-947C-F531530662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668A5FB-A35F-4120-A0D4-DDE534D458D5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471800EB-F6BF-4776-B506-3056304E5AE7}"/>
              </a:ext>
            </a:extLst>
          </p:cNvPr>
          <p:cNvSpPr txBox="1">
            <a:spLocks/>
          </p:cNvSpPr>
          <p:nvPr userDrawn="1"/>
        </p:nvSpPr>
        <p:spPr>
          <a:xfrm>
            <a:off x="11277600" y="6356805"/>
            <a:ext cx="533400" cy="304800"/>
          </a:xfrm>
          <a:prstGeom prst="rect">
            <a:avLst/>
          </a:prstGeom>
        </p:spPr>
        <p:txBody>
          <a:bodyPr vert="horz" lIns="76200" tIns="38100" rIns="76200" bIns="38100" rtlCol="0" anchor="ctr"/>
          <a:lstStyle>
            <a:defPPr>
              <a:defRPr lang="en-US"/>
            </a:defPPr>
            <a:lvl1pPr marL="0" algn="r" defTabSz="1172261" rtl="0" eaLnBrk="1" latinLnBrk="0" hangingPunct="1">
              <a:defRPr sz="1412" kern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ea typeface="+mn-ea"/>
                <a:cs typeface="+mn-cs"/>
              </a:defRPr>
            </a:lvl1pPr>
            <a:lvl2pPr marL="58613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226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839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452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065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1678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0291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904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DF3BEF6-9E38-45B1-97EE-47997846C2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7569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4" descr="Image result for kia motors HQ">
            <a:extLst>
              <a:ext uri="{FF2B5EF4-FFF2-40B4-BE49-F238E27FC236}">
                <a16:creationId xmlns:a16="http://schemas.microsoft.com/office/drawing/2014/main" id="{7F3ACFE8-90CC-4B43-AE07-40731FF60D5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43" r="10905" b="24509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680771-E145-494A-AF5F-BDE0DE15568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938387"/>
            <a:ext cx="11430000" cy="537931"/>
          </a:xfrm>
        </p:spPr>
        <p:txBody>
          <a:bodyPr wrap="none" anchor="t" anchorCtr="0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820B2A3-6DEC-48BD-904B-6CFD85288AA6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B8082-4CA1-4814-AD91-104B286330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4915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41" y="2938387"/>
            <a:ext cx="7988613" cy="537931"/>
          </a:xfrm>
        </p:spPr>
        <p:txBody>
          <a:bodyPr wrap="none" anchor="t" anchorCtr="0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0CA9C6B9-101A-4078-BFF5-F56952814220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939" y="2209472"/>
            <a:ext cx="1942773" cy="504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965F55-11BA-49A6-947C-F531530662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75690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B62FE56-11BB-4F56-957C-E2741DC5B8BB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680771-E145-494A-AF5F-BDE0DE15568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938387"/>
            <a:ext cx="11430000" cy="537931"/>
          </a:xfrm>
        </p:spPr>
        <p:txBody>
          <a:bodyPr wrap="none" anchor="t" anchorCtr="0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C78578D0-B866-4B94-8BFB-0A234E982D92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B8082-4CA1-4814-AD91-104B286330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49154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Boca Images, Stock Photos &amp; Vectors | Shutterstock">
            <a:extLst>
              <a:ext uri="{FF2B5EF4-FFF2-40B4-BE49-F238E27FC236}">
                <a16:creationId xmlns:a16="http://schemas.microsoft.com/office/drawing/2014/main" id="{C796B139-EDD6-418B-86B6-AFF547D02BC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48" b="8520"/>
          <a:stretch/>
        </p:blipFill>
        <p:spPr bwMode="auto">
          <a:xfrm>
            <a:off x="0" y="4984"/>
            <a:ext cx="12192000" cy="6848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938387"/>
            <a:ext cx="11430000" cy="537931"/>
          </a:xfrm>
        </p:spPr>
        <p:txBody>
          <a:bodyPr wrap="none" anchor="t" anchorCtr="0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50CD3886-D9E7-4332-8F54-DED4C0459D9D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B8082-4CA1-4814-AD91-104B286330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680771-E145-494A-AF5F-BDE0DE155687}"/>
              </a:ext>
            </a:extLst>
          </p:cNvPr>
          <p:cNvSpPr/>
          <p:nvPr userDrawn="1"/>
        </p:nvSpPr>
        <p:spPr>
          <a:xfrm>
            <a:off x="0" y="-4984"/>
            <a:ext cx="12192000" cy="6858000"/>
          </a:xfrm>
          <a:prstGeom prst="rect">
            <a:avLst/>
          </a:prstGeom>
          <a:solidFill>
            <a:srgbClr val="004E5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53949154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C98557-C9EF-46C0-ACD8-4FD2354926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C28AE92-E7FB-45DC-A9F2-947463E77ED3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C7F00A-F86F-4137-BF70-C36BF60794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92595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7FDDA0-9A72-4EF9-A2D2-0E17F0F1CF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89F687-D33C-4157-BC5C-7A3EB7EF9B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66700"/>
            <a:ext cx="10515211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143000"/>
            <a:ext cx="10515211" cy="435045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D49941C-DB0A-4679-89B5-9C21D0DD35E3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937B85-B95A-4743-A758-7FD5A4CDD6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49911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7FDDA0-9A72-4EF9-A2D2-0E17F0F1CF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89F687-D33C-4157-BC5C-7A3EB7EF9B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66700"/>
            <a:ext cx="10515211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143000"/>
            <a:ext cx="10515211" cy="435045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DF9E67F-A3B7-4A8B-9FCE-386664CBB2FF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937B85-B95A-4743-A758-7FD5A4CDD6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49911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https://s-media-cache-ak0.pinimg.com/originals/56/3f/a2/563fa26398dc80e6c5b03695b4b05951.jpg">
            <a:extLst>
              <a:ext uri="{FF2B5EF4-FFF2-40B4-BE49-F238E27FC236}">
                <a16:creationId xmlns:a16="http://schemas.microsoft.com/office/drawing/2014/main" id="{2E825CFE-0636-45FA-8A13-E6196B14C8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43000"/>
            <a:ext cx="12192000" cy="940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8B99226-B444-44C2-887F-F0B1EA1A8CDA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AEF935-9427-4AC1-8E61-AE96D9F348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7887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Pr>
        <a:solidFill>
          <a:srgbClr val="0096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98E95B-5C91-4D5C-A2D1-6735F60790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0949" b="74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369CD0C-8BF2-4E3E-8C85-09B075B043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724400"/>
            <a:ext cx="10515210" cy="1524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BDD0E02C-78BB-4309-ADFF-DF612ADAA572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57600"/>
            <a:ext cx="10668000" cy="914400"/>
          </a:xfrm>
        </p:spPr>
        <p:txBody>
          <a:bodyPr tIns="91440" bIns="91440"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36EFAE-173A-431F-8B79-18B410985F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76792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73"/>
          <a:stretch/>
        </p:blipFill>
        <p:spPr>
          <a:xfrm>
            <a:off x="-2390669" y="-1"/>
            <a:ext cx="14582669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BB405617-3D1C-4DDF-BD2C-09ADAA70053A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rgbClr val="004E59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4EBA0-C440-4D49-AAB8-E1ECDF6B67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82682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73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B4CDD809-FD8E-4297-82D9-21DF4F1C1BFB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2043" y="2679540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rgbClr val="004E59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4EBA0-C440-4D49-AAB8-E1ECDF6B67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82682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" y="3"/>
            <a:ext cx="12192000" cy="68580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3FDDE210-ACBE-4586-9A46-AFFFDBFA714C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980723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C61EA-4242-4C46-82F7-F70F2018C8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2731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Boca Images, Stock Photos &amp; Vectors | Shutterstock">
            <a:extLst>
              <a:ext uri="{FF2B5EF4-FFF2-40B4-BE49-F238E27FC236}">
                <a16:creationId xmlns:a16="http://schemas.microsoft.com/office/drawing/2014/main" id="{3512A7AD-6981-4690-B10A-F58BE14975C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48" b="8520"/>
          <a:stretch/>
        </p:blipFill>
        <p:spPr bwMode="auto">
          <a:xfrm>
            <a:off x="0" y="-95250"/>
            <a:ext cx="12192000" cy="7042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2281ED2-674C-47AC-9CED-8B0BA72C064C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929" y="2532447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rgbClr val="004E59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4EBA0-C440-4D49-AAB8-E1ECDF6B67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D4D9476-FB4A-49DC-9ECA-F76016464E91}"/>
              </a:ext>
            </a:extLst>
          </p:cNvPr>
          <p:cNvSpPr/>
          <p:nvPr userDrawn="1"/>
        </p:nvSpPr>
        <p:spPr>
          <a:xfrm>
            <a:off x="-6225" y="-105220"/>
            <a:ext cx="12198224" cy="7042901"/>
          </a:xfrm>
          <a:prstGeom prst="rect">
            <a:avLst/>
          </a:prstGeom>
          <a:solidFill>
            <a:srgbClr val="004E59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189082682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" y="3"/>
            <a:ext cx="12192000" cy="68580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76941" y="6370233"/>
            <a:ext cx="2743459" cy="304800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00656312-FEEB-418F-A540-2E2358D5B219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34060" y="6370233"/>
            <a:ext cx="4115189" cy="364224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2170" y="6318284"/>
            <a:ext cx="533400" cy="304800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980723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C61EA-4242-4C46-82F7-F70F2018C8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2731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FAB9380-E128-4FF7-894E-99C44FC5B490}" type="datetime1">
              <a:rPr lang="en-US" smtClean="0"/>
              <a:t>6/29/2020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32468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8D8F9B5-2365-4F3C-A11A-B43FB5EEA6E1}" type="datetime1">
              <a:rPr lang="en-US" smtClean="0"/>
              <a:t>6/29/2020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6580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80311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11430000" cy="4350456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62E18B4-4BF6-4329-BD74-08CAE2A73352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8DF217-1EAD-4B4A-A2F2-041F388DEC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67220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5334000" cy="441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026FB18B-FFF7-4131-8050-671229E2954B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219200"/>
            <a:ext cx="5334000" cy="322792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414025-9975-41E8-9FC5-0DF320B942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88003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762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7133851-711D-4229-8641-413BA8E8C246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563948A-318B-4390-8E4D-036A81F512A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209800" y="28194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AD0E7F6-4B25-41E6-A3A0-23177BB063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09800" y="25146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2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8B1E0DD-9C3B-4861-B9C7-658DE1B3A2C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2220383" y="4267200"/>
            <a:ext cx="9601200" cy="60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A6FE795-7232-4C2C-8253-3E63F346E6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20383" y="38100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A996FAC-27FD-4D72-8742-3B3D6FBFA47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2220384" y="54102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9DA342-ABBC-4773-9620-733BFF8A707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20384" y="51054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2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2AF7EB96-A3DC-4327-A2E2-7EB91E2FCB1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28600" y="3810000"/>
            <a:ext cx="1524000" cy="1524000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1F3262B-E782-4905-B1B0-ADB41E7F3494}"/>
              </a:ext>
            </a:extLst>
          </p:cNvPr>
          <p:cNvCxnSpPr/>
          <p:nvPr userDrawn="1"/>
        </p:nvCxnSpPr>
        <p:spPr>
          <a:xfrm flipV="1">
            <a:off x="2159689" y="3581401"/>
            <a:ext cx="7872622" cy="66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20880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46482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58281676-E9EE-42A9-99CC-DA71CA2F5009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62501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323EE9C0-65CA-4A04-9E5A-79811F831958}" type="datetime1">
              <a:rPr lang="en-US" smtClean="0"/>
              <a:t>6/29/2020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0997080" cy="533400"/>
          </a:xfrm>
        </p:spPr>
        <p:txBody>
          <a:bodyPr tIns="91440" bIns="91440"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95999" y="1219200"/>
            <a:ext cx="0" cy="49530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914400" y="3578424"/>
            <a:ext cx="10668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80999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C2313EE-4E04-435C-9E05-266AC0400A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AE54BA5-9B86-4728-A69D-A321E93984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0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920F2E92-1F2E-4441-B0DE-CFEB5FE92A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1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72231F7B-8ACB-4A68-883B-D5361B594F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87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125497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933DAD-64FD-4C29-9D9B-272B0C756FD1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lIns="91440" tIns="91440" r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7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31EAE8A9-656F-4C7D-BA8F-43CC0D76F5D0}" type="datetime1">
              <a:rPr lang="en-US" smtClean="0"/>
              <a:t>6/29/2020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F32470-D5C9-4EB9-BF19-627B706D99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76103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1256AD-643F-4750-86FB-FD02C1741CFB}"/>
              </a:ext>
            </a:extLst>
          </p:cNvPr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04E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681035"/>
            <a:ext cx="5334000" cy="823397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48267" indent="0">
              <a:buNone/>
              <a:defRPr sz="2000" b="1"/>
            </a:lvl2pPr>
            <a:lvl3pPr marL="896533" indent="0">
              <a:buNone/>
              <a:defRPr sz="1800" b="1"/>
            </a:lvl3pPr>
            <a:lvl4pPr marL="1344800" indent="0">
              <a:buNone/>
              <a:defRPr sz="1600" b="1"/>
            </a:lvl4pPr>
            <a:lvl5pPr marL="1793067" indent="0">
              <a:buNone/>
              <a:defRPr sz="1600" b="1"/>
            </a:lvl5pPr>
            <a:lvl6pPr marL="2241334" indent="0">
              <a:buNone/>
              <a:defRPr sz="1600" b="1"/>
            </a:lvl6pPr>
            <a:lvl7pPr marL="2689600" indent="0">
              <a:buNone/>
              <a:defRPr sz="1600" b="1"/>
            </a:lvl7pPr>
            <a:lvl8pPr marL="3137867" indent="0">
              <a:buNone/>
              <a:defRPr sz="1600" b="1"/>
            </a:lvl8pPr>
            <a:lvl9pPr marL="358613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7000" y="1681035"/>
            <a:ext cx="5334000" cy="823397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48267" indent="0">
              <a:buNone/>
              <a:defRPr sz="2000" b="1"/>
            </a:lvl2pPr>
            <a:lvl3pPr marL="896533" indent="0">
              <a:buNone/>
              <a:defRPr sz="1800" b="1"/>
            </a:lvl3pPr>
            <a:lvl4pPr marL="1344800" indent="0">
              <a:buNone/>
              <a:defRPr sz="1600" b="1"/>
            </a:lvl4pPr>
            <a:lvl5pPr marL="1793067" indent="0">
              <a:buNone/>
              <a:defRPr sz="1600" b="1"/>
            </a:lvl5pPr>
            <a:lvl6pPr marL="2241334" indent="0">
              <a:buNone/>
              <a:defRPr sz="1600" b="1"/>
            </a:lvl6pPr>
            <a:lvl7pPr marL="2689600" indent="0">
              <a:buNone/>
              <a:defRPr sz="1600" b="1"/>
            </a:lvl7pPr>
            <a:lvl8pPr marL="3137867" indent="0">
              <a:buNone/>
              <a:defRPr sz="1600" b="1"/>
            </a:lvl8pPr>
            <a:lvl9pPr marL="358613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7000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96303C8-1B53-4BB7-AE15-C2F5A62A1031}" type="datetime1">
              <a:rPr lang="en-US" smtClean="0"/>
              <a:t>6/29/2020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C4B624-09C9-4734-9996-D8363B05C6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8347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FB0E003-3AC9-4D5D-8A0D-FAFDF1FBAADA}" type="datetime1">
              <a:rPr lang="en-US" smtClean="0"/>
              <a:t>6/29/2020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99787-C03F-45A9-825C-0DE0DCF4B9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65938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4273" y="2689656"/>
            <a:ext cx="3259815" cy="537931"/>
          </a:xfrm>
        </p:spPr>
        <p:txBody>
          <a:bodyPr wrap="none" anchor="t" anchorCtr="0">
            <a:noAutofit/>
          </a:bodyPr>
          <a:lstStyle>
            <a:lvl1pPr algn="r">
              <a:defRPr sz="3500">
                <a:solidFill>
                  <a:srgbClr val="E45A1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4273" y="3317243"/>
            <a:ext cx="3259815" cy="1656131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solidFill>
                  <a:srgbClr val="E45A1E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53D4FD17-ECA1-4D84-8789-494BC2CCB6C5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6002" y="1"/>
            <a:ext cx="6095999" cy="6857999"/>
          </a:xfrm>
          <a:prstGeom prst="rect">
            <a:avLst/>
          </a:prstGeom>
          <a:solidFill>
            <a:srgbClr val="004E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Segoe UI" panose="020B0502040204020203" pitchFamily="34" charset="0"/>
            </a:endParaRPr>
          </a:p>
        </p:txBody>
      </p:sp>
      <p:pic>
        <p:nvPicPr>
          <p:cNvPr id="8" name="Picture 7" descr="affirmastudios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6624" y="2689656"/>
            <a:ext cx="2204778" cy="56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50434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BD1D9C14-1010-44FD-B063-1CAF15EDFC85}" type="datetime1">
              <a:rPr lang="en-US" smtClean="0"/>
              <a:t>6/29/2020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1D8278-5719-41B5-BA0B-62F901BD5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1551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E45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A312FED8-773B-426C-92F7-2E468E93F40F}" type="datetime1">
              <a:rPr lang="en-US" smtClean="0"/>
              <a:t>6/29/2020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C3FBF-8EF6-411E-AA4F-268641FD25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57387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32E38854-7013-407A-A8DA-C9ED79149C31}" type="datetime1">
              <a:rPr lang="en-US" smtClean="0"/>
              <a:t>6/29/2020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2C415-13F0-4D24-97F3-4AB707C098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74656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470" y="457615"/>
            <a:ext cx="3932568" cy="1600096"/>
          </a:xfrm>
        </p:spPr>
        <p:txBody>
          <a:bodyPr anchor="b"/>
          <a:lstStyle>
            <a:lvl1pPr>
              <a:defRPr sz="3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937" y="986833"/>
            <a:ext cx="6171746" cy="4873445"/>
          </a:xfrm>
        </p:spPr>
        <p:txBody>
          <a:bodyPr/>
          <a:lstStyle>
            <a:lvl1pPr marL="0" indent="0">
              <a:buNone/>
              <a:defRPr sz="3100">
                <a:latin typeface="Segoe UI" panose="020B0502040204020203" pitchFamily="34" charset="0"/>
              </a:defRPr>
            </a:lvl1pPr>
            <a:lvl2pPr marL="448267" indent="0">
              <a:buNone/>
              <a:defRPr sz="2700"/>
            </a:lvl2pPr>
            <a:lvl3pPr marL="896533" indent="0">
              <a:buNone/>
              <a:defRPr sz="2400"/>
            </a:lvl3pPr>
            <a:lvl4pPr marL="1344800" indent="0">
              <a:buNone/>
              <a:defRPr sz="2000"/>
            </a:lvl4pPr>
            <a:lvl5pPr marL="1793067" indent="0">
              <a:buNone/>
              <a:defRPr sz="2000"/>
            </a:lvl5pPr>
            <a:lvl6pPr marL="2241334" indent="0">
              <a:buNone/>
              <a:defRPr sz="2000"/>
            </a:lvl6pPr>
            <a:lvl7pPr marL="2689600" indent="0">
              <a:buNone/>
              <a:defRPr sz="2000"/>
            </a:lvl7pPr>
            <a:lvl8pPr marL="3137867" indent="0">
              <a:buNone/>
              <a:defRPr sz="2000"/>
            </a:lvl8pPr>
            <a:lvl9pPr marL="3586133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470" y="2057712"/>
            <a:ext cx="3932568" cy="3811903"/>
          </a:xfrm>
        </p:spPr>
        <p:txBody>
          <a:bodyPr/>
          <a:lstStyle>
            <a:lvl1pPr marL="0" indent="0">
              <a:buNone/>
              <a:defRPr sz="1600">
                <a:latin typeface="Segoe UI" panose="020B0502040204020203" pitchFamily="34" charset="0"/>
              </a:defRPr>
            </a:lvl1pPr>
            <a:lvl2pPr marL="448267" indent="0">
              <a:buNone/>
              <a:defRPr sz="1400"/>
            </a:lvl2pPr>
            <a:lvl3pPr marL="896533" indent="0">
              <a:buNone/>
              <a:defRPr sz="1200"/>
            </a:lvl3pPr>
            <a:lvl4pPr marL="1344800" indent="0">
              <a:buNone/>
              <a:defRPr sz="1000"/>
            </a:lvl4pPr>
            <a:lvl5pPr marL="1793067" indent="0">
              <a:buNone/>
              <a:defRPr sz="1000"/>
            </a:lvl5pPr>
            <a:lvl6pPr marL="2241334" indent="0">
              <a:buNone/>
              <a:defRPr sz="1000"/>
            </a:lvl6pPr>
            <a:lvl7pPr marL="2689600" indent="0">
              <a:buNone/>
              <a:defRPr sz="1000"/>
            </a:lvl7pPr>
            <a:lvl8pPr marL="3137867" indent="0">
              <a:buNone/>
              <a:defRPr sz="1000"/>
            </a:lvl8pPr>
            <a:lvl9pPr marL="358613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C85A73A-561D-4E70-B956-9C0F5F1CD3C1}" type="datetime1">
              <a:rPr lang="en-US" smtClean="0"/>
              <a:t>6/29/2020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02907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432830"/>
            <a:ext cx="11430000" cy="4350456"/>
          </a:xfrm>
        </p:spPr>
        <p:txBody>
          <a:bodyPr vert="horz" lIns="91440" tIns="91440" rIns="91440" bIns="91440" rtlCol="0">
            <a:noAutofit/>
          </a:bodyPr>
          <a:lstStyle>
            <a:lvl1pPr>
              <a:defRPr lang="en-US" dirty="0" smtClean="0">
                <a:latin typeface="Segoe UI" panose="020B0502040204020203" pitchFamily="34" charset="0"/>
              </a:defRPr>
            </a:lvl1pPr>
            <a:lvl2pPr>
              <a:defRPr lang="en-US" dirty="0" smtClean="0">
                <a:latin typeface="Segoe UI" panose="020B0502040204020203" pitchFamily="34" charset="0"/>
              </a:defRPr>
            </a:lvl2pPr>
            <a:lvl3pPr>
              <a:defRPr lang="en-US" dirty="0" smtClean="0">
                <a:latin typeface="Segoe UI" panose="020B0502040204020203" pitchFamily="34" charset="0"/>
              </a:defRPr>
            </a:lvl3pPr>
            <a:lvl4pPr>
              <a:defRPr lang="en-US" dirty="0" smtClean="0">
                <a:latin typeface="Segoe UI" panose="020B0502040204020203" pitchFamily="34" charset="0"/>
              </a:defRPr>
            </a:lvl4pPr>
            <a:lvl5pPr>
              <a:defRPr lang="en-US" dirty="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381000" y="1021080"/>
            <a:ext cx="11487856" cy="228535"/>
          </a:xfrm>
        </p:spPr>
        <p:txBody>
          <a:bodyPr lIns="9144" tIns="0" rIns="0" bIns="0">
            <a:spAutoFit/>
          </a:bodyPr>
          <a:lstStyle>
            <a:lvl1pPr marL="0" indent="0">
              <a:buNone/>
              <a:defRPr sz="1600" spc="-14" baseline="0">
                <a:solidFill>
                  <a:schemeClr val="accent2"/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33816" y="6270900"/>
            <a:ext cx="10739714" cy="428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180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18" Type="http://schemas.openxmlformats.org/officeDocument/2006/relationships/slideLayout" Target="../slideLayouts/slideLayout53.xml"/><Relationship Id="rId26" Type="http://schemas.openxmlformats.org/officeDocument/2006/relationships/slideLayout" Target="../slideLayouts/slideLayout61.xml"/><Relationship Id="rId3" Type="http://schemas.openxmlformats.org/officeDocument/2006/relationships/slideLayout" Target="../slideLayouts/slideLayout38.xml"/><Relationship Id="rId21" Type="http://schemas.openxmlformats.org/officeDocument/2006/relationships/slideLayout" Target="../slideLayouts/slideLayout56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2.xml"/><Relationship Id="rId25" Type="http://schemas.openxmlformats.org/officeDocument/2006/relationships/slideLayout" Target="../slideLayouts/slideLayout60.xml"/><Relationship Id="rId2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55.xml"/><Relationship Id="rId29" Type="http://schemas.openxmlformats.org/officeDocument/2006/relationships/slideLayout" Target="../slideLayouts/slideLayout64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24" Type="http://schemas.openxmlformats.org/officeDocument/2006/relationships/slideLayout" Target="../slideLayouts/slideLayout59.xml"/><Relationship Id="rId32" Type="http://schemas.openxmlformats.org/officeDocument/2006/relationships/theme" Target="../theme/theme3.xml"/><Relationship Id="rId5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58.xml"/><Relationship Id="rId28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45.xml"/><Relationship Id="rId19" Type="http://schemas.openxmlformats.org/officeDocument/2006/relationships/slideLayout" Target="../slideLayouts/slideLayout54.xml"/><Relationship Id="rId31" Type="http://schemas.openxmlformats.org/officeDocument/2006/relationships/slideLayout" Target="../slideLayouts/slideLayout66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7.xml"/><Relationship Id="rId27" Type="http://schemas.openxmlformats.org/officeDocument/2006/relationships/slideLayout" Target="../slideLayouts/slideLayout62.xml"/><Relationship Id="rId30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143000"/>
            <a:ext cx="114300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6356806"/>
            <a:ext cx="274345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6C1EC331-590E-4679-816A-DCB458BBD7AB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408" y="6356806"/>
            <a:ext cx="4115189" cy="364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77600" y="6356805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8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33" r:id="rId2"/>
    <p:sldLayoutId id="2147483731" r:id="rId3"/>
    <p:sldLayoutId id="2147483732" r:id="rId4"/>
    <p:sldLayoutId id="2147483734" r:id="rId5"/>
    <p:sldLayoutId id="2147483730" r:id="rId6"/>
    <p:sldLayoutId id="2147483714" r:id="rId7"/>
    <p:sldLayoutId id="2147483715" r:id="rId8"/>
    <p:sldLayoutId id="2147483716" r:id="rId9"/>
    <p:sldLayoutId id="2147483738" r:id="rId10"/>
    <p:sldLayoutId id="2147483718" r:id="rId11"/>
    <p:sldLayoutId id="2147483735" r:id="rId12"/>
    <p:sldLayoutId id="2147483736" r:id="rId13"/>
    <p:sldLayoutId id="2147483737" r:id="rId14"/>
    <p:sldLayoutId id="2147483717" r:id="rId15"/>
    <p:sldLayoutId id="2147483719" r:id="rId16"/>
    <p:sldLayoutId id="2147483720" r:id="rId17"/>
    <p:sldLayoutId id="2147483721" r:id="rId18"/>
    <p:sldLayoutId id="2147483713" r:id="rId19"/>
    <p:sldLayoutId id="2147483722" r:id="rId20"/>
    <p:sldLayoutId id="2147483723" r:id="rId21"/>
    <p:sldLayoutId id="2147483724" r:id="rId22"/>
    <p:sldLayoutId id="2147483726" r:id="rId23"/>
    <p:sldLayoutId id="2147483729" r:id="rId24"/>
  </p:sldLayoutIdLst>
  <p:hf sldNum="0" hdr="0" ftr="0" dt="0"/>
  <p:txStyles>
    <p:titleStyle>
      <a:lvl1pPr algn="l" defTabSz="89653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134" indent="-224134" algn="l" defTabSz="896533" rtl="0" eaLnBrk="1" latinLnBrk="0" hangingPunct="1">
        <a:lnSpc>
          <a:spcPct val="90000"/>
        </a:lnSpc>
        <a:spcBef>
          <a:spcPts val="98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724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206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5689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172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465466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137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3620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102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48267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96533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800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93067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41334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89600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37867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586133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143000"/>
            <a:ext cx="114300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6356806"/>
            <a:ext cx="274345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8E4EE9DD-6364-4ECD-B2E9-BA18F6E3C8DE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408" y="6356806"/>
            <a:ext cx="4115189" cy="364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77600" y="6356805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48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832" r:id="rId3"/>
    <p:sldLayoutId id="2147483833" r:id="rId4"/>
    <p:sldLayoutId id="2147483804" r:id="rId5"/>
    <p:sldLayoutId id="2147483742" r:id="rId6"/>
    <p:sldLayoutId id="2147483743" r:id="rId7"/>
    <p:sldLayoutId id="2147483803" r:id="rId8"/>
    <p:sldLayoutId id="2147483744" r:id="rId9"/>
    <p:sldLayoutId id="2147483745" r:id="rId10"/>
    <p:sldLayoutId id="2147483746" r:id="rId11"/>
    <p:sldLayoutId id="2147483741" r:id="rId12"/>
    <p:sldLayoutId id="2147483747" r:id="rId13"/>
    <p:sldLayoutId id="2147483811" r:id="rId14"/>
    <p:sldLayoutId id="2147483812" r:id="rId15"/>
    <p:sldLayoutId id="2147483748" r:id="rId16"/>
    <p:sldLayoutId id="2147483749" r:id="rId17"/>
    <p:sldLayoutId id="2147483750" r:id="rId18"/>
    <p:sldLayoutId id="2147483751" r:id="rId19"/>
    <p:sldLayoutId id="2147483752" r:id="rId20"/>
    <p:sldLayoutId id="2147483753" r:id="rId21"/>
    <p:sldLayoutId id="2147483754" r:id="rId22"/>
    <p:sldLayoutId id="2147483755" r:id="rId23"/>
    <p:sldLayoutId id="2147483756" r:id="rId24"/>
    <p:sldLayoutId id="2147483757" r:id="rId25"/>
    <p:sldLayoutId id="2147483758" r:id="rId26"/>
    <p:sldLayoutId id="2147483759" r:id="rId27"/>
    <p:sldLayoutId id="2147483760" r:id="rId28"/>
    <p:sldLayoutId id="2147483761" r:id="rId29"/>
    <p:sldLayoutId id="2147483762" r:id="rId30"/>
    <p:sldLayoutId id="2147483763" r:id="rId31"/>
  </p:sldLayoutIdLst>
  <p:hf hdr="0" ftr="0" dt="0"/>
  <p:txStyles>
    <p:titleStyle>
      <a:lvl1pPr algn="l" defTabSz="89653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134" indent="-224134" algn="l" defTabSz="896533" rtl="0" eaLnBrk="1" latinLnBrk="0" hangingPunct="1">
        <a:lnSpc>
          <a:spcPct val="90000"/>
        </a:lnSpc>
        <a:spcBef>
          <a:spcPts val="98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724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206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5689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172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465466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137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3620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102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48267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96533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800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93067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41334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89600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37867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586133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>
          <a:xfrm>
            <a:off x="435225" y="230948"/>
            <a:ext cx="7654738" cy="740283"/>
          </a:xfrm>
          <a:prstGeom prst="rect">
            <a:avLst/>
          </a:prstGeom>
        </p:spPr>
        <p:txBody>
          <a:bodyPr>
            <a:noAutofit/>
          </a:bodyPr>
          <a:lstStyle>
            <a:lvl1pPr algn="l" defTabSz="10058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00" dirty="0">
                <a:solidFill>
                  <a:schemeClr val="bg1"/>
                </a:solidFill>
              </a:rPr>
              <a:t>Peoples Bank- Teams Consulting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225" y="1408594"/>
            <a:ext cx="6511890" cy="2416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300" dirty="0">
                <a:solidFill>
                  <a:srgbClr val="00517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What Affirma Did</a:t>
            </a:r>
          </a:p>
          <a:p>
            <a:pPr lvl="0"/>
            <a:endParaRPr lang="en-US" sz="16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16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People’s Bank partnered with Affirma to accomplish some complex custom Planner and Flow integration with Teams for automated messaging and task related items. Affirma created a “ticketing system” for one of their teams channels via a bot we created. It would make channels and plans for each ticket category with automation.</a:t>
            </a:r>
          </a:p>
          <a:p>
            <a:pPr lvl="0"/>
            <a:r>
              <a:rPr lang="en-US" sz="16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lvl="0"/>
            <a:endParaRPr lang="en-US" sz="16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2" name="Picture 4" descr="https://www.peoplesbank-wa.com/pbwa/media/Images/pbwa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5993" y="1408595"/>
            <a:ext cx="3845709" cy="964801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Image result for teams logo">
            <a:extLst>
              <a:ext uri="{FF2B5EF4-FFF2-40B4-BE49-F238E27FC236}">
                <a16:creationId xmlns:a16="http://schemas.microsoft.com/office/drawing/2014/main" id="{C3E8BA22-72F4-40E0-B86C-8AD22F7F1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9964" y="2286000"/>
            <a:ext cx="3173308" cy="1480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2397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Affir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35A5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firma_QBR-CI_FY18 Q2_Prep(Updated)" id="{60F98659-98E9-4C4D-9310-9510EF3F70E3}" vid="{65065986-2AC3-4681-8D2A-70BCEC6AD53A}"/>
    </a:ext>
  </a:extLst>
</a:theme>
</file>

<file path=ppt/theme/theme3.xml><?xml version="1.0" encoding="utf-8"?>
<a:theme xmlns:a="http://schemas.openxmlformats.org/drawingml/2006/main" name="Custom Design">
  <a:themeElements>
    <a:clrScheme name="Affir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35A5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firma_QBR-CI_FY18 Q2_Prep(Updated)" id="{60F98659-98E9-4C4D-9310-9510EF3F70E3}" vid="{65065986-2AC3-4681-8D2A-70BCEC6AD53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Modern Workplace</Value>
    </BusinessUnit>
    <Solutions xmlns="f0ee8362-fa7e-4bc9-ab88-7dcfb17cb19b">
      <Value>Integrations</Value>
      <Value>Cloud</Value>
    </Solutions>
    <Industries xmlns="f0ee8362-fa7e-4bc9-ab88-7dcfb17cb19b">
      <Value>Financial Services</Value>
    </Industries>
    <Notes0 xmlns="f0ee8362-fa7e-4bc9-ab88-7dcfb17cb19b">Needs more content</Notes0>
    <Named_x0020_Account xmlns="f0ee8362-fa7e-4bc9-ab88-7dcfb17cb19b" xsi:nil="true"/>
    <PlatTech xmlns="f0ee8362-fa7e-4bc9-ab88-7dcfb17cb19b">
      <Value>Teams</Value>
    </PlatTech>
    <ProjectCompletionDate xmlns="f0ee8362-fa7e-4bc9-ab88-7dcfb17cb19b" xsi:nil="true"/>
    <ApprovedByClient xmlns="f0ee8362-fa7e-4bc9-ab88-7dcfb17cb19b">false</ApprovedByClient>
  </documentManagement>
</p:properties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E767D200-903E-40B9-8B47-F4E8E62C63A8}"/>
</file>

<file path=customXml/itemProps2.xml><?xml version="1.0" encoding="utf-8"?>
<ds:datastoreItem xmlns:ds="http://schemas.openxmlformats.org/officeDocument/2006/customXml" ds:itemID="{FFC2BBBA-E382-44D5-B9D1-1993B405801B}"/>
</file>

<file path=customXml/itemProps3.xml><?xml version="1.0" encoding="utf-8"?>
<ds:datastoreItem xmlns:ds="http://schemas.openxmlformats.org/officeDocument/2006/customXml" ds:itemID="{15A00FE2-9F97-4F56-9F87-71278854C48C}"/>
</file>

<file path=customXml/itemProps4.xml><?xml version="1.0" encoding="utf-8"?>
<ds:datastoreItem xmlns:ds="http://schemas.openxmlformats.org/officeDocument/2006/customXml" ds:itemID="{85D18426-ADF3-4FB8-8C41-DB83A12958EF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office theme</vt:lpstr>
      <vt:lpstr>Custom Design</vt:lpstr>
      <vt:lpstr>Custom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23</cp:revision>
  <dcterms:created xsi:type="dcterms:W3CDTF">2020-06-29T18:17:02Z</dcterms:created>
  <dcterms:modified xsi:type="dcterms:W3CDTF">2020-06-29T19:29:29Z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Business Unit">
    <vt:lpwstr/>
  </property>
  <property fmtid="{D5CDD505-2E9C-101B-9397-08002B2CF9AE}" pid="10" name="Industry">
    <vt:lpwstr>50;#Financial Services|380dfaa8-d53c-462e-bba8-940c98746c25</vt:lpwstr>
  </property>
  <property fmtid="{D5CDD505-2E9C-101B-9397-08002B2CF9AE}" pid="11" name="Service_x0020_Offering">
    <vt:lpwstr/>
  </property>
  <property fmtid="{D5CDD505-2E9C-101B-9397-08002B2CF9AE}" pid="12" name="Business_x0020_Unit">
    <vt:lpwstr/>
  </property>
  <property fmtid="{D5CDD505-2E9C-101B-9397-08002B2CF9AE}" pid="13" name="_ExtendedDescription">
    <vt:lpwstr/>
  </property>
  <property fmtid="{D5CDD505-2E9C-101B-9397-08002B2CF9AE}" pid="14" name="Service Offering">
    <vt:lpwstr/>
  </property>
  <property fmtid="{D5CDD505-2E9C-101B-9397-08002B2CF9AE}" pid="15" name="Category">
    <vt:lpwstr>6;#Case Study|8faa0ad1-25f0-4f56-8e38-f60e20c455d6</vt:lpwstr>
  </property>
  <property fmtid="{D5CDD505-2E9C-101B-9397-08002B2CF9AE}" pid="16" name="Order">
    <vt:r8>60800</vt:r8>
  </property>
  <property fmtid="{D5CDD505-2E9C-101B-9397-08002B2CF9AE}" pid="17" name="SO">
    <vt:lpwstr>42;#</vt:lpwstr>
  </property>
  <property fmtid="{D5CDD505-2E9C-101B-9397-08002B2CF9AE}" pid="18" name="TriggerFlowInfo">
    <vt:lpwstr/>
  </property>
</Properties>
</file>