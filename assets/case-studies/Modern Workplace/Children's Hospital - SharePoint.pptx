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c61ab51e9c0042b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c61ab51e9c0042b6" Type="http://schemas.openxmlformats.org/officeDocument/2006/relationships/slide" Target="/ppt/slides/slide2.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d3f5cbcb7d76413a"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Children's Hospital Trial Assignments</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Children’s Hospital Therapeutic Development Network manages clinical trials for The Cystic Fibrosis Foundation. The hospital needed a way to increase the speed and quality of patient assignments to clinical trials. Children’s Hospital wanted a collaborative software solution that would make this process more efficient across various care centers while improving the overall quality of patient care.</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	Provided business management consulting to understand business processes
•	Implemented Microsoft SharePoint 2007 Portal Extranet hosted in a medium farm with ISA Server &lt;br&gt;&lt;/br&gt;
•	Collaborated with the IT department at The Cystic Fibrosis Foundation in order to successfully deploy the CFCRNet Portal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The resulting portal increased the speed and quality of the collaboration process by 15-25%</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Custom Development</Value>
      <Value>Process Automation</Value>
    </Solutions>
    <Industries xmlns="f0ee8362-fa7e-4bc9-ab88-7dcfb17cb19b">
      <Value>Healthcare</Value>
    </Industries>
    <Notes0 xmlns="f0ee8362-fa7e-4bc9-ab88-7dcfb17cb19b" xsi:nil="true"/>
    <Named_x0020_Account xmlns="f0ee8362-fa7e-4bc9-ab88-7dcfb17cb19b" xsi:nil="true"/>
    <PlatTech xmlns="f0ee8362-fa7e-4bc9-ab88-7dcfb17cb19b">
      <Value>SharePoint</Value>
    </PlatTech>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733FBD8C-088E-4D24-93F1-CE52C1879CD4}"/>
</file>

<file path=customXml/itemProps2.xml><?xml version="1.0" encoding="utf-8"?>
<ds:datastoreItem xmlns:ds="http://schemas.openxmlformats.org/officeDocument/2006/customXml" ds:itemID="{9281AF85-EC02-426E-A08C-78E5A7761BA6}"/>
</file>

<file path=customXml/itemProps3.xml><?xml version="1.0" encoding="utf-8"?>
<ds:datastoreItem xmlns:ds="http://schemas.openxmlformats.org/officeDocument/2006/customXml" ds:itemID="{0FD96864-22EA-487D-A402-8CB5A0DF634F}"/>
</file>

<file path=customXml/itemProps4.xml><?xml version="1.0" encoding="utf-8"?>
<ds:datastoreItem xmlns:ds="http://schemas.openxmlformats.org/officeDocument/2006/customXml" ds:itemID="{999EB694-5FE9-41CC-9305-D05898017BC1}"/>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51;#Healthcare|a26bc4ad-14b0-4fca-9fdf-0cbc9e43340d</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17800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