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711" r:id="rId6"/>
  </p:sldMasterIdLst>
  <p:notesMasterIdLst>
    <p:notesMasterId r:id="rId10"/>
  </p:notesMasterIdLst>
  <p:sldIdLst>
    <p:sldId id="4065" r:id="rId7"/>
    <p:sldId id="4066" r:id="rId8"/>
    <p:sldId id="40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B440EA-47B1-965D-D214-7DCB2BA3562C}" v="16" dt="2025-04-10T23:32:23.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presProps" Target="presProps.xml"/><Relationship Id="rId5" Type="http://schemas.openxmlformats.org/officeDocument/2006/relationships/slideMaster" Target="slideMasters/slideMaster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4DB440EA-47B1-965D-D214-7DCB2BA3562C}"/>
    <pc:docChg chg="addSld delSld addMainMaster">
      <pc:chgData name="Brendan Murphy" userId="S::bmurphy@affirma.com::e9f923b6-6d89-4d4e-a3b7-d9304b9d44ba" providerId="AD" clId="Web-{4DB440EA-47B1-965D-D214-7DCB2BA3562C}" dt="2025-04-10T23:32:23.504" v="15"/>
      <pc:docMkLst>
        <pc:docMk/>
      </pc:docMkLst>
      <pc:sldChg chg="add del">
        <pc:chgData name="Brendan Murphy" userId="S::bmurphy@affirma.com::e9f923b6-6d89-4d4e-a3b7-d9304b9d44ba" providerId="AD" clId="Web-{4DB440EA-47B1-965D-D214-7DCB2BA3562C}" dt="2025-04-10T23:32:23.504" v="15"/>
        <pc:sldMkLst>
          <pc:docMk/>
          <pc:sldMk cId="2881180934" sldId="1092"/>
        </pc:sldMkLst>
      </pc:sldChg>
      <pc:sldChg chg="add del">
        <pc:chgData name="Brendan Murphy" userId="S::bmurphy@affirma.com::e9f923b6-6d89-4d4e-a3b7-d9304b9d44ba" providerId="AD" clId="Web-{4DB440EA-47B1-965D-D214-7DCB2BA3562C}" dt="2025-04-10T23:32:23.488" v="12"/>
        <pc:sldMkLst>
          <pc:docMk/>
          <pc:sldMk cId="1349573232" sldId="1243"/>
        </pc:sldMkLst>
      </pc:sldChg>
      <pc:sldChg chg="add del">
        <pc:chgData name="Brendan Murphy" userId="S::bmurphy@affirma.com::e9f923b6-6d89-4d4e-a3b7-d9304b9d44ba" providerId="AD" clId="Web-{4DB440EA-47B1-965D-D214-7DCB2BA3562C}" dt="2025-04-10T23:32:23.504" v="14"/>
        <pc:sldMkLst>
          <pc:docMk/>
          <pc:sldMk cId="2127431400" sldId="1244"/>
        </pc:sldMkLst>
      </pc:sldChg>
      <pc:sldChg chg="add del">
        <pc:chgData name="Brendan Murphy" userId="S::bmurphy@affirma.com::e9f923b6-6d89-4d4e-a3b7-d9304b9d44ba" providerId="AD" clId="Web-{4DB440EA-47B1-965D-D214-7DCB2BA3562C}" dt="2025-04-10T23:32:23.504" v="13"/>
        <pc:sldMkLst>
          <pc:docMk/>
          <pc:sldMk cId="3151827934" sldId="1245"/>
        </pc:sldMkLst>
      </pc:sldChg>
      <pc:sldChg chg="add del">
        <pc:chgData name="Brendan Murphy" userId="S::bmurphy@affirma.com::e9f923b6-6d89-4d4e-a3b7-d9304b9d44ba" providerId="AD" clId="Web-{4DB440EA-47B1-965D-D214-7DCB2BA3562C}" dt="2025-04-10T23:32:23.488" v="11"/>
        <pc:sldMkLst>
          <pc:docMk/>
          <pc:sldMk cId="3820434965" sldId="4068"/>
        </pc:sldMkLst>
      </pc:sldChg>
      <pc:sldChg chg="add del">
        <pc:chgData name="Brendan Murphy" userId="S::bmurphy@affirma.com::e9f923b6-6d89-4d4e-a3b7-d9304b9d44ba" providerId="AD" clId="Web-{4DB440EA-47B1-965D-D214-7DCB2BA3562C}" dt="2025-04-10T23:32:23.488" v="10"/>
        <pc:sldMkLst>
          <pc:docMk/>
          <pc:sldMk cId="1465015548" sldId="4069"/>
        </pc:sldMkLst>
      </pc:sldChg>
      <pc:sldChg chg="add del">
        <pc:chgData name="Brendan Murphy" userId="S::bmurphy@affirma.com::e9f923b6-6d89-4d4e-a3b7-d9304b9d44ba" providerId="AD" clId="Web-{4DB440EA-47B1-965D-D214-7DCB2BA3562C}" dt="2025-04-10T23:32:23.488" v="9"/>
        <pc:sldMkLst>
          <pc:docMk/>
          <pc:sldMk cId="1976775706" sldId="4070"/>
        </pc:sldMkLst>
      </pc:sldChg>
      <pc:sldChg chg="add del">
        <pc:chgData name="Brendan Murphy" userId="S::bmurphy@affirma.com::e9f923b6-6d89-4d4e-a3b7-d9304b9d44ba" providerId="AD" clId="Web-{4DB440EA-47B1-965D-D214-7DCB2BA3562C}" dt="2025-04-10T23:32:23.488" v="8"/>
        <pc:sldMkLst>
          <pc:docMk/>
          <pc:sldMk cId="2385497830" sldId="4071"/>
        </pc:sldMkLst>
      </pc:sldChg>
      <pc:sldMasterChg chg="add addSldLayout">
        <pc:chgData name="Brendan Murphy" userId="S::bmurphy@affirma.com::e9f923b6-6d89-4d4e-a3b7-d9304b9d44ba" providerId="AD" clId="Web-{4DB440EA-47B1-965D-D214-7DCB2BA3562C}" dt="2025-04-10T23:32:12.613" v="4"/>
        <pc:sldMasterMkLst>
          <pc:docMk/>
          <pc:sldMasterMk cId="2845489276" sldId="2147483711"/>
        </pc:sldMasterMkLst>
        <pc:sldLayoutChg chg="add">
          <pc:chgData name="Brendan Murphy" userId="S::bmurphy@affirma.com::e9f923b6-6d89-4d4e-a3b7-d9304b9d44ba" providerId="AD" clId="Web-{4DB440EA-47B1-965D-D214-7DCB2BA3562C}" dt="2025-04-10T23:32:12.613" v="4"/>
          <pc:sldLayoutMkLst>
            <pc:docMk/>
            <pc:sldMasterMk cId="2845489276" sldId="2147483711"/>
            <pc:sldLayoutMk cId="3373756900" sldId="2147483712"/>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034504341" sldId="2147483713"/>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1890826824" sldId="2147483714"/>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3322273123" sldId="2147483715"/>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420324680" sldId="2147483716"/>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521254974" sldId="2147483717"/>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808672204" sldId="2147483718"/>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266761039" sldId="2147483719"/>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1198783472" sldId="2147483720"/>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547659389" sldId="2147483721"/>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1795155157" sldId="2147483722"/>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3423573871" sldId="2147483723"/>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1790746568" sldId="2147483724"/>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162029072" sldId="2147483726"/>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4032180900" sldId="2147483729"/>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1988767926" sldId="2147483730"/>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114925958" sldId="2147483731"/>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3739499113" sldId="2147483732"/>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3539491546" sldId="2147483733"/>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1513788756" sldId="2147483734"/>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433880032" sldId="2147483735"/>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3680208809" sldId="2147483736"/>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3545625014" sldId="2147483737"/>
          </pc:sldLayoutMkLst>
        </pc:sldLayoutChg>
        <pc:sldLayoutChg chg="add">
          <pc:chgData name="Brendan Murphy" userId="S::bmurphy@affirma.com::e9f923b6-6d89-4d4e-a3b7-d9304b9d44ba" providerId="AD" clId="Web-{4DB440EA-47B1-965D-D214-7DCB2BA3562C}" dt="2025-04-10T23:32:12.613" v="4"/>
          <pc:sldLayoutMkLst>
            <pc:docMk/>
            <pc:sldMasterMk cId="2845489276" sldId="2147483711"/>
            <pc:sldLayoutMk cId="2243803117" sldId="214748373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5870FC-8266-4206-AEA2-81B30551F186}" type="datetimeFigureOut">
              <a:t>4/10/2025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2DA491-2A6C-4CA0-9312-2A6C1F6B9529}" type="slidenum">
              <a:t>‹#›</a:t>
            </a:fld>
            <a:endParaRPr lang="en-US"/>
          </a:p>
        </p:txBody>
      </p:sp>
    </p:spTree>
    <p:extLst>
      <p:ext uri="{BB962C8B-B14F-4D97-AF65-F5344CB8AC3E}">
        <p14:creationId xmlns:p14="http://schemas.microsoft.com/office/powerpoint/2010/main" val="32144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70E3-4BF5-47E6-7875-500461FB5A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12BFBB-B1FC-3B86-D71B-E6626C5AC1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821115-AF67-AEC8-1583-0895B01642B9}"/>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5" name="Footer Placeholder 4">
            <a:extLst>
              <a:ext uri="{FF2B5EF4-FFF2-40B4-BE49-F238E27FC236}">
                <a16:creationId xmlns:a16="http://schemas.microsoft.com/office/drawing/2014/main" id="{4B55CC97-195D-F38E-B138-863FAA5F5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3EF8C-4E29-EED8-682A-1FE8359E56CF}"/>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2480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38B6-EE07-0E8B-0817-3134C3256D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B3D644-AD19-BDB3-D49D-47D5543E7D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923658-16AA-B45A-F4AE-B3A97A64991E}"/>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5" name="Footer Placeholder 4">
            <a:extLst>
              <a:ext uri="{FF2B5EF4-FFF2-40B4-BE49-F238E27FC236}">
                <a16:creationId xmlns:a16="http://schemas.microsoft.com/office/drawing/2014/main" id="{703933C2-C657-FD3F-4DC8-7317DA90E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34D6E-3318-62D6-BEDB-F0BBD10878F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954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E7C4-0270-18CD-05C5-A6FC7B110A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6113A-C1FA-745D-C210-9844F991BD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DB1F6-E9B4-BAEF-CCF5-400250C342FE}"/>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5" name="Footer Placeholder 4">
            <a:extLst>
              <a:ext uri="{FF2B5EF4-FFF2-40B4-BE49-F238E27FC236}">
                <a16:creationId xmlns:a16="http://schemas.microsoft.com/office/drawing/2014/main" id="{E5C8A4AE-9CD3-8AC3-75E4-133991E08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F7EE9-F313-41CA-44E6-E8388A474E34}"/>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553282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88D-794C-1124-D711-3B526528D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ADA7B3-948D-1C9E-AD6A-0A54705C9A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87256E-FF7A-5FEB-8F7D-CB20086850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08AF55-ABE2-15F5-D8FA-F38E728D0744}"/>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6" name="Footer Placeholder 5">
            <a:extLst>
              <a:ext uri="{FF2B5EF4-FFF2-40B4-BE49-F238E27FC236}">
                <a16:creationId xmlns:a16="http://schemas.microsoft.com/office/drawing/2014/main" id="{BDB11F82-B388-1168-B353-6975BC73C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20FEC-057D-16F4-D8C6-C1BBCC70971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32162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CDC09-7999-FEF3-FAEC-31A2DAE41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22642-268F-363A-6992-3452CC37A4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BEF5E4-1F05-0A2A-C049-C85331DEB9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64A421-AED1-1841-2728-BCA5DA583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A9F66E-F9E6-DBA5-C0AE-6680C0CEDF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0B6301-DEB5-DB84-7265-62304954F74D}"/>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8" name="Footer Placeholder 7">
            <a:extLst>
              <a:ext uri="{FF2B5EF4-FFF2-40B4-BE49-F238E27FC236}">
                <a16:creationId xmlns:a16="http://schemas.microsoft.com/office/drawing/2014/main" id="{D93A521B-AA45-B279-C62F-E66D209E39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4466F4-E170-A241-BF3C-1241DAC3FDA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86934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4224-312D-3151-6F0C-C6E18E3E2E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55F4FD-875A-50FC-99A2-FADD91274E04}"/>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4" name="Footer Placeholder 3">
            <a:extLst>
              <a:ext uri="{FF2B5EF4-FFF2-40B4-BE49-F238E27FC236}">
                <a16:creationId xmlns:a16="http://schemas.microsoft.com/office/drawing/2014/main" id="{92A6672A-7537-D2E1-C3A1-578F7C5ADC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897E71-30EA-4B7C-5A3F-3750EBCD50B3}"/>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76525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BA586B-F9BF-E644-4B13-96CB178823BE}"/>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3" name="Footer Placeholder 2">
            <a:extLst>
              <a:ext uri="{FF2B5EF4-FFF2-40B4-BE49-F238E27FC236}">
                <a16:creationId xmlns:a16="http://schemas.microsoft.com/office/drawing/2014/main" id="{9D5BD12D-998A-6EE4-A43F-1497F0E1D8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C44A9A-BD10-8A95-22B1-8125A2D6711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736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652EA-8F5B-D920-8154-42B679FE4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A5815-9FF5-A7F9-FFB6-035E93C73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183A2-A382-E3AC-CA3E-4664B1610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C552E6-3F8D-FD7B-2056-367C59FA07E7}"/>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6" name="Footer Placeholder 5">
            <a:extLst>
              <a:ext uri="{FF2B5EF4-FFF2-40B4-BE49-F238E27FC236}">
                <a16:creationId xmlns:a16="http://schemas.microsoft.com/office/drawing/2014/main" id="{63DC7024-86A0-8DC5-01F2-B8C5593BCA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3515D-5C19-EA54-3157-EEAA6341517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42711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3058-34F7-14C9-72E0-4B0F47205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6F7C53-4FC5-5217-51A8-A041AB9AC6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B952F2-EF64-2117-EC5F-2B5B8EF4E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5703E-BFE3-1042-F0BC-24978EB18298}"/>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6" name="Footer Placeholder 5">
            <a:extLst>
              <a:ext uri="{FF2B5EF4-FFF2-40B4-BE49-F238E27FC236}">
                <a16:creationId xmlns:a16="http://schemas.microsoft.com/office/drawing/2014/main" id="{7FAD2936-7436-6973-FB12-9F012C638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6D2E6-B21A-A4C9-BA54-D3BD987EDF31}"/>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752151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716-03F9-41E0-5996-542041EA10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D4C6BB-07F0-948D-7A8F-757782914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E2EBE-C9E8-DD4C-49E0-A758AAB2D3AE}"/>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5" name="Footer Placeholder 4">
            <a:extLst>
              <a:ext uri="{FF2B5EF4-FFF2-40B4-BE49-F238E27FC236}">
                <a16:creationId xmlns:a16="http://schemas.microsoft.com/office/drawing/2014/main" id="{DCCA80A3-2991-FAFA-36F2-68419F3B6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5F2A2-744B-3C00-C7FA-01DD5C5C3C15}"/>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44017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28359F-EBDF-B0C7-1A09-B7F0941DAD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85AF1-9544-DD3F-F555-15E7547192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C21BC-62CA-AA62-05C4-B7898B920BF2}"/>
              </a:ext>
            </a:extLst>
          </p:cNvPr>
          <p:cNvSpPr>
            <a:spLocks noGrp="1"/>
          </p:cNvSpPr>
          <p:nvPr>
            <p:ph type="dt" sz="half" idx="10"/>
          </p:nvPr>
        </p:nvSpPr>
        <p:spPr/>
        <p:txBody>
          <a:bodyPr/>
          <a:lstStyle/>
          <a:p>
            <a:fld id="{1714CC92-2CD2-4680-9EA5-B9CF6B2647EC}" type="datetimeFigureOut">
              <a:rPr lang="en-US" smtClean="0"/>
              <a:t>4/10/2025</a:t>
            </a:fld>
            <a:endParaRPr lang="en-US"/>
          </a:p>
        </p:txBody>
      </p:sp>
      <p:sp>
        <p:nvSpPr>
          <p:cNvPr id="5" name="Footer Placeholder 4">
            <a:extLst>
              <a:ext uri="{FF2B5EF4-FFF2-40B4-BE49-F238E27FC236}">
                <a16:creationId xmlns:a16="http://schemas.microsoft.com/office/drawing/2014/main" id="{26C69443-A674-B6BE-548F-3BDAA5A6F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9BDF4-6622-833C-7E32-F88872F35D60}"/>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3895339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8784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73756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23"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39491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23"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14925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23"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739499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23"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5137887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23"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dirty="0"/>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887679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908268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222731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4/10/2025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203246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4/10/2025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43803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8086722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38800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802088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456250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4/10/2025</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dirty="0"/>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12549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4/10/2025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667610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4/10/2025</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987834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4/10/2025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476593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endParaRPr lang="en-US" dirty="0"/>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4/10/2025</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0345043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4/10/2025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5155157"/>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4/10/2025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4235738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4/10/2025</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07465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4/10/2025</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1620290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3"/>
          <p:cNvSpPr>
            <a:spLocks noGrp="1"/>
          </p:cNvSpPr>
          <p:nvPr>
            <p:ph type="body" sz="quarter" idx="16"/>
          </p:nvPr>
        </p:nvSpPr>
        <p:spPr>
          <a:xfrm>
            <a:off x="381000" y="1021080"/>
            <a:ext cx="11487856" cy="228535"/>
          </a:xfrm>
        </p:spPr>
        <p:txBody>
          <a:bodyPr wrap="square"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dirty="0"/>
              <a:t>Click to edit Master text styles</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40321809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69C76-D74A-66B8-D9BC-20C760C3F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2AEDC9-4EE9-B3FF-C41A-3235DD9135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1141B-C285-1431-21A6-024F9F223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4CC92-2CD2-4680-9EA5-B9CF6B2647EC}" type="datetimeFigureOut">
              <a:rPr lang="en-US" smtClean="0"/>
              <a:t>4/10/2025</a:t>
            </a:fld>
            <a:endParaRPr lang="en-US"/>
          </a:p>
        </p:txBody>
      </p:sp>
      <p:sp>
        <p:nvSpPr>
          <p:cNvPr id="5" name="Footer Placeholder 4">
            <a:extLst>
              <a:ext uri="{FF2B5EF4-FFF2-40B4-BE49-F238E27FC236}">
                <a16:creationId xmlns:a16="http://schemas.microsoft.com/office/drawing/2014/main" id="{299FC5E4-D093-6CDE-2302-2FBD5CABA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227DD1-CE2F-C629-D805-F98B3BD4C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8C2AC-C83C-4685-B73F-BF4118140888}" type="slidenum">
              <a:rPr lang="en-US" smtClean="0"/>
              <a:t>‹#›</a:t>
            </a:fld>
            <a:endParaRPr lang="en-US"/>
          </a:p>
        </p:txBody>
      </p:sp>
    </p:spTree>
    <p:extLst>
      <p:ext uri="{BB962C8B-B14F-4D97-AF65-F5344CB8AC3E}">
        <p14:creationId xmlns:p14="http://schemas.microsoft.com/office/powerpoint/2010/main" val="664240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4/10/2025</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845489276"/>
      </p:ext>
    </p:extLst>
  </p:cSld>
  <p:clrMap bg1="lt1" tx1="dk1" bg2="lt2" tx2="dk2" accent1="accent1" accent2="accent2" accent3="accent3" accent4="accent4" accent5="accent5" accent6="accent6" hlink="hlink" folHlink="folHlink"/>
  <p:sldLayoutIdLst>
    <p:sldLayoutId id="2147483712" r:id="rId1"/>
    <p:sldLayoutId id="2147483733" r:id="rId2"/>
    <p:sldLayoutId id="2147483731" r:id="rId3"/>
    <p:sldLayoutId id="2147483732" r:id="rId4"/>
    <p:sldLayoutId id="2147483734" r:id="rId5"/>
    <p:sldLayoutId id="2147483730" r:id="rId6"/>
    <p:sldLayoutId id="2147483714" r:id="rId7"/>
    <p:sldLayoutId id="2147483715" r:id="rId8"/>
    <p:sldLayoutId id="2147483716" r:id="rId9"/>
    <p:sldLayoutId id="2147483738" r:id="rId10"/>
    <p:sldLayoutId id="2147483718" r:id="rId11"/>
    <p:sldLayoutId id="2147483735" r:id="rId12"/>
    <p:sldLayoutId id="2147483736" r:id="rId13"/>
    <p:sldLayoutId id="2147483737" r:id="rId14"/>
    <p:sldLayoutId id="2147483717" r:id="rId15"/>
    <p:sldLayoutId id="2147483719" r:id="rId16"/>
    <p:sldLayoutId id="2147483720" r:id="rId17"/>
    <p:sldLayoutId id="2147483721" r:id="rId18"/>
    <p:sldLayoutId id="2147483713" r:id="rId19"/>
    <p:sldLayoutId id="2147483722" r:id="rId20"/>
    <p:sldLayoutId id="2147483723" r:id="rId21"/>
    <p:sldLayoutId id="2147483724" r:id="rId22"/>
    <p:sldLayoutId id="2147483726" r:id="rId23"/>
    <p:sldLayoutId id="2147483729" r:id="rId24"/>
  </p:sldLayoutIdLst>
  <p:hf sldNum="0" hdr="0" ftr="0" dt="0"/>
  <p:txStyles>
    <p:titleStyle>
      <a:lvl1pPr algn="l" defTabSz="1075883"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68971" indent="-268971" algn="l" defTabSz="1075883" rtl="0" eaLnBrk="1" latinLnBrk="0" hangingPunct="1">
        <a:lnSpc>
          <a:spcPct val="90000"/>
        </a:lnSpc>
        <a:spcBef>
          <a:spcPts val="1177"/>
        </a:spcBef>
        <a:buFont typeface="Arial" panose="020B0604020202020204" pitchFamily="34" charset="0"/>
        <a:buChar char="•"/>
        <a:defRPr sz="2353" kern="1200">
          <a:solidFill>
            <a:schemeClr val="tx1"/>
          </a:solidFill>
          <a:latin typeface="Segoe UI" panose="020B0502040204020203" pitchFamily="34" charset="0"/>
          <a:ea typeface="+mn-ea"/>
          <a:cs typeface="+mn-cs"/>
        </a:defRPr>
      </a:lvl1pPr>
      <a:lvl2pPr marL="806912"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Segoe UI" panose="020B0502040204020203" pitchFamily="34" charset="0"/>
          <a:ea typeface="+mn-ea"/>
          <a:cs typeface="+mn-cs"/>
        </a:defRPr>
      </a:lvl2pPr>
      <a:lvl3pPr marL="1344854" indent="-268971" algn="l" defTabSz="1075883" rtl="0" eaLnBrk="1" latinLnBrk="0" hangingPunct="1">
        <a:lnSpc>
          <a:spcPct val="90000"/>
        </a:lnSpc>
        <a:spcBef>
          <a:spcPts val="588"/>
        </a:spcBef>
        <a:buFont typeface="Arial" panose="020B0604020202020204" pitchFamily="34" charset="0"/>
        <a:buChar char="•"/>
        <a:defRPr sz="1883" kern="1200">
          <a:solidFill>
            <a:schemeClr val="tx1"/>
          </a:solidFill>
          <a:latin typeface="Segoe UI" panose="020B0502040204020203" pitchFamily="34" charset="0"/>
          <a:ea typeface="+mn-ea"/>
          <a:cs typeface="+mn-cs"/>
        </a:defRPr>
      </a:lvl3pPr>
      <a:lvl4pPr marL="1882795"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4pPr>
      <a:lvl5pPr marL="2420737" indent="-268971" algn="l" defTabSz="1075883" rtl="0" eaLnBrk="1" latinLnBrk="0" hangingPunct="1">
        <a:lnSpc>
          <a:spcPct val="90000"/>
        </a:lnSpc>
        <a:spcBef>
          <a:spcPts val="588"/>
        </a:spcBef>
        <a:buFont typeface="Arial" panose="020B0604020202020204" pitchFamily="34" charset="0"/>
        <a:buChar char="•"/>
        <a:defRPr sz="1647" kern="1200">
          <a:solidFill>
            <a:schemeClr val="tx1"/>
          </a:solidFill>
          <a:latin typeface="Segoe UI" panose="020B0502040204020203" pitchFamily="34" charset="0"/>
          <a:ea typeface="+mn-ea"/>
          <a:cs typeface="+mn-cs"/>
        </a:defRPr>
      </a:lvl5pPr>
      <a:lvl6pPr marL="2958678"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6pPr>
      <a:lvl7pPr marL="3496620"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7pPr>
      <a:lvl8pPr marL="4034561"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8pPr>
      <a:lvl9pPr marL="4572503" indent="-268971" algn="l" defTabSz="1075883" rtl="0" eaLnBrk="1" latinLnBrk="0" hangingPunct="1">
        <a:lnSpc>
          <a:spcPct val="90000"/>
        </a:lnSpc>
        <a:spcBef>
          <a:spcPts val="588"/>
        </a:spcBef>
        <a:buFont typeface="Arial" panose="020B0604020202020204" pitchFamily="34" charset="0"/>
        <a:buChar char="•"/>
        <a:defRPr sz="2118" kern="1200">
          <a:solidFill>
            <a:schemeClr val="tx1"/>
          </a:solidFill>
          <a:latin typeface="+mn-lt"/>
          <a:ea typeface="+mn-ea"/>
          <a:cs typeface="+mn-cs"/>
        </a:defRPr>
      </a:lvl9pPr>
    </p:bodyStyle>
    <p:otherStyle>
      <a:defPPr>
        <a:defRPr lang="en-US"/>
      </a:defPPr>
      <a:lvl1pPr marL="0" algn="l" defTabSz="1075883" rtl="0" eaLnBrk="1" latinLnBrk="0" hangingPunct="1">
        <a:defRPr sz="2118" kern="1200">
          <a:solidFill>
            <a:schemeClr val="tx1"/>
          </a:solidFill>
          <a:latin typeface="+mn-lt"/>
          <a:ea typeface="+mn-ea"/>
          <a:cs typeface="+mn-cs"/>
        </a:defRPr>
      </a:lvl1pPr>
      <a:lvl2pPr marL="537942" algn="l" defTabSz="1075883" rtl="0" eaLnBrk="1" latinLnBrk="0" hangingPunct="1">
        <a:defRPr sz="2118" kern="1200">
          <a:solidFill>
            <a:schemeClr val="tx1"/>
          </a:solidFill>
          <a:latin typeface="+mn-lt"/>
          <a:ea typeface="+mn-ea"/>
          <a:cs typeface="+mn-cs"/>
        </a:defRPr>
      </a:lvl2pPr>
      <a:lvl3pPr marL="1075883" algn="l" defTabSz="1075883" rtl="0" eaLnBrk="1" latinLnBrk="0" hangingPunct="1">
        <a:defRPr sz="2118" kern="1200">
          <a:solidFill>
            <a:schemeClr val="tx1"/>
          </a:solidFill>
          <a:latin typeface="+mn-lt"/>
          <a:ea typeface="+mn-ea"/>
          <a:cs typeface="+mn-cs"/>
        </a:defRPr>
      </a:lvl3pPr>
      <a:lvl4pPr marL="1613825" algn="l" defTabSz="1075883" rtl="0" eaLnBrk="1" latinLnBrk="0" hangingPunct="1">
        <a:defRPr sz="2118" kern="1200">
          <a:solidFill>
            <a:schemeClr val="tx1"/>
          </a:solidFill>
          <a:latin typeface="+mn-lt"/>
          <a:ea typeface="+mn-ea"/>
          <a:cs typeface="+mn-cs"/>
        </a:defRPr>
      </a:lvl4pPr>
      <a:lvl5pPr marL="2151766" algn="l" defTabSz="1075883" rtl="0" eaLnBrk="1" latinLnBrk="0" hangingPunct="1">
        <a:defRPr sz="2118" kern="1200">
          <a:solidFill>
            <a:schemeClr val="tx1"/>
          </a:solidFill>
          <a:latin typeface="+mn-lt"/>
          <a:ea typeface="+mn-ea"/>
          <a:cs typeface="+mn-cs"/>
        </a:defRPr>
      </a:lvl5pPr>
      <a:lvl6pPr marL="2689708" algn="l" defTabSz="1075883" rtl="0" eaLnBrk="1" latinLnBrk="0" hangingPunct="1">
        <a:defRPr sz="2118" kern="1200">
          <a:solidFill>
            <a:schemeClr val="tx1"/>
          </a:solidFill>
          <a:latin typeface="+mn-lt"/>
          <a:ea typeface="+mn-ea"/>
          <a:cs typeface="+mn-cs"/>
        </a:defRPr>
      </a:lvl6pPr>
      <a:lvl7pPr marL="3227649" algn="l" defTabSz="1075883" rtl="0" eaLnBrk="1" latinLnBrk="0" hangingPunct="1">
        <a:defRPr sz="2118" kern="1200">
          <a:solidFill>
            <a:schemeClr val="tx1"/>
          </a:solidFill>
          <a:latin typeface="+mn-lt"/>
          <a:ea typeface="+mn-ea"/>
          <a:cs typeface="+mn-cs"/>
        </a:defRPr>
      </a:lvl7pPr>
      <a:lvl8pPr marL="3765591" algn="l" defTabSz="1075883" rtl="0" eaLnBrk="1" latinLnBrk="0" hangingPunct="1">
        <a:defRPr sz="2118" kern="1200">
          <a:solidFill>
            <a:schemeClr val="tx1"/>
          </a:solidFill>
          <a:latin typeface="+mn-lt"/>
          <a:ea typeface="+mn-ea"/>
          <a:cs typeface="+mn-cs"/>
        </a:defRPr>
      </a:lvl8pPr>
      <a:lvl9pPr marL="4303532" algn="l" defTabSz="1075883" rtl="0" eaLnBrk="1" latinLnBrk="0" hangingPunct="1">
        <a:defRPr sz="211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 Id="rId5" Type="http://schemas.openxmlformats.org/officeDocument/2006/relationships/image" Target="../media/image16.jpe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C4B9FF-8695-D444-A5CC-2CB3135EEEAD}"/>
              </a:ext>
            </a:extLst>
          </p:cNvPr>
          <p:cNvSpPr>
            <a:spLocks noGrp="1"/>
          </p:cNvSpPr>
          <p:nvPr>
            <p:ph type="ctrTitle"/>
          </p:nvPr>
        </p:nvSpPr>
        <p:spPr>
          <a:xfrm>
            <a:off x="603283" y="388389"/>
            <a:ext cx="11088655" cy="764390"/>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333" b="1" spc="-183">
                <a:solidFill>
                  <a:srgbClr val="1B3F77"/>
                </a:solidFill>
                <a:latin typeface="Aharoni" panose="02010803020104030203" pitchFamily="2" charset="-79"/>
                <a:ea typeface="+mn-ea"/>
                <a:cs typeface="Aharoni" panose="02010803020104030203" pitchFamily="2" charset="-79"/>
              </a:rPr>
              <a:t>COLORADO MOUNTAIN COLLEGE</a:t>
            </a:r>
          </a:p>
        </p:txBody>
      </p:sp>
      <p:sp>
        <p:nvSpPr>
          <p:cNvPr id="6" name="Text Placeholder 5">
            <a:extLst>
              <a:ext uri="{FF2B5EF4-FFF2-40B4-BE49-F238E27FC236}">
                <a16:creationId xmlns:a16="http://schemas.microsoft.com/office/drawing/2014/main" id="{DC3185AF-4529-9642-92AB-B131CAEBC7A9}"/>
              </a:ext>
            </a:extLst>
          </p:cNvPr>
          <p:cNvSpPr>
            <a:spLocks noGrp="1"/>
          </p:cNvSpPr>
          <p:nvPr>
            <p:ph type="body" sz="quarter" idx="20"/>
          </p:nvPr>
        </p:nvSpPr>
        <p:spPr>
          <a:xfrm>
            <a:off x="603248" y="1413742"/>
            <a:ext cx="11088655" cy="2778964"/>
          </a:xfrm>
        </p:spPr>
        <p:txBody>
          <a:bodyPr vert="horz" lIns="91440" tIns="45720" rIns="91440" bIns="45720" rtlCol="0" anchor="t">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a:lnSpc>
                <a:spcPct val="100000"/>
              </a:lnSpc>
            </a:pPr>
            <a:r>
              <a:rPr lang="en-US" sz="1400" b="1">
                <a:latin typeface="Aharoni"/>
                <a:ea typeface="+mj-ea"/>
                <a:cs typeface="Aharoni"/>
              </a:rPr>
              <a:t>Business Needs</a:t>
            </a:r>
            <a:br>
              <a:rPr lang="en-US" sz="1400" b="1">
                <a:latin typeface="Aharoni" panose="02010803020104030203" pitchFamily="2" charset="-79"/>
                <a:ea typeface="+mj-ea"/>
                <a:cs typeface="Aharoni" panose="02010803020104030203" pitchFamily="2" charset="-79"/>
              </a:rPr>
            </a:br>
            <a:r>
              <a:rPr lang="en-US" sz="1400">
                <a:latin typeface="Arial Nova Light"/>
                <a:cs typeface="Aharoni"/>
              </a:rPr>
              <a:t>Colorado Mountain College was looking to move to SharePoint Online from their existing intranet in order to improve communication, collaboration, and content governance both amongst staff and students. The move to SharePoint Online included dropping an overlay tool (Ellucian), allowing the college to reduce licensing costs for that third party software. They also had targeted workflows that they wanted automated to improve operational processes within the college administration and student course requests. Overall, the migration to SharePoint Online was a means of driving modernization across their organization.</a:t>
            </a: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6"/>
            <a:ext cx="2743200" cy="155575"/>
          </a:xfrm>
        </p:spPr>
        <p:txBody>
          <a:bodyPr/>
          <a:lstStyle>
            <a:defPPr>
              <a:defRPr lang="en-US"/>
            </a:defPPr>
            <a:lvl1pPr marL="0" algn="l" defTabSz="814005" rtl="0" eaLnBrk="1" latinLnBrk="0" hangingPunct="1">
              <a:defRPr sz="1602" kern="1200">
                <a:solidFill>
                  <a:schemeClr val="tx1"/>
                </a:solidFill>
                <a:latin typeface="+mn-lt"/>
                <a:ea typeface="+mn-ea"/>
                <a:cs typeface="+mn-cs"/>
              </a:defRPr>
            </a:lvl1pPr>
            <a:lvl2pPr marL="407002" algn="l" defTabSz="814005" rtl="0" eaLnBrk="1" latinLnBrk="0" hangingPunct="1">
              <a:defRPr sz="1602" kern="1200">
                <a:solidFill>
                  <a:schemeClr val="tx1"/>
                </a:solidFill>
                <a:latin typeface="+mn-lt"/>
                <a:ea typeface="+mn-ea"/>
                <a:cs typeface="+mn-cs"/>
              </a:defRPr>
            </a:lvl2pPr>
            <a:lvl3pPr marL="814005" algn="l" defTabSz="814005" rtl="0" eaLnBrk="1" latinLnBrk="0" hangingPunct="1">
              <a:defRPr sz="1602" kern="1200">
                <a:solidFill>
                  <a:schemeClr val="tx1"/>
                </a:solidFill>
                <a:latin typeface="+mn-lt"/>
                <a:ea typeface="+mn-ea"/>
                <a:cs typeface="+mn-cs"/>
              </a:defRPr>
            </a:lvl3pPr>
            <a:lvl4pPr marL="1221007" algn="l" defTabSz="814005" rtl="0" eaLnBrk="1" latinLnBrk="0" hangingPunct="1">
              <a:defRPr sz="1602" kern="1200">
                <a:solidFill>
                  <a:schemeClr val="tx1"/>
                </a:solidFill>
                <a:latin typeface="+mn-lt"/>
                <a:ea typeface="+mn-ea"/>
                <a:cs typeface="+mn-cs"/>
              </a:defRPr>
            </a:lvl4pPr>
            <a:lvl5pPr marL="1628010" algn="l" defTabSz="814005" rtl="0" eaLnBrk="1" latinLnBrk="0" hangingPunct="1">
              <a:defRPr sz="1602" kern="1200">
                <a:solidFill>
                  <a:schemeClr val="tx1"/>
                </a:solidFill>
                <a:latin typeface="+mn-lt"/>
                <a:ea typeface="+mn-ea"/>
                <a:cs typeface="+mn-cs"/>
              </a:defRPr>
            </a:lvl5pPr>
            <a:lvl6pPr marL="2035012" algn="l" defTabSz="814005" rtl="0" eaLnBrk="1" latinLnBrk="0" hangingPunct="1">
              <a:defRPr sz="1602" kern="1200">
                <a:solidFill>
                  <a:schemeClr val="tx1"/>
                </a:solidFill>
                <a:latin typeface="+mn-lt"/>
                <a:ea typeface="+mn-ea"/>
                <a:cs typeface="+mn-cs"/>
              </a:defRPr>
            </a:lvl6pPr>
            <a:lvl7pPr marL="2442014" algn="l" defTabSz="814005" rtl="0" eaLnBrk="1" latinLnBrk="0" hangingPunct="1">
              <a:defRPr sz="1602" kern="1200">
                <a:solidFill>
                  <a:schemeClr val="tx1"/>
                </a:solidFill>
                <a:latin typeface="+mn-lt"/>
                <a:ea typeface="+mn-ea"/>
                <a:cs typeface="+mn-cs"/>
              </a:defRPr>
            </a:lvl7pPr>
            <a:lvl8pPr marL="2849017" algn="l" defTabSz="814005" rtl="0" eaLnBrk="1" latinLnBrk="0" hangingPunct="1">
              <a:defRPr sz="1602" kern="1200">
                <a:solidFill>
                  <a:schemeClr val="tx1"/>
                </a:solidFill>
                <a:latin typeface="+mn-lt"/>
                <a:ea typeface="+mn-ea"/>
                <a:cs typeface="+mn-cs"/>
              </a:defRPr>
            </a:lvl8pPr>
            <a:lvl9pPr marL="3256020" algn="l" defTabSz="814005" rtl="0" eaLnBrk="1" latinLnBrk="0" hangingPunct="1">
              <a:defRPr sz="1602" kern="1200">
                <a:solidFill>
                  <a:schemeClr val="tx1"/>
                </a:solidFill>
                <a:latin typeface="+mn-lt"/>
                <a:ea typeface="+mn-ea"/>
                <a:cs typeface="+mn-cs"/>
              </a:defRPr>
            </a:lvl9pPr>
          </a:lstStyle>
          <a:p>
            <a:fld id="{056F86DB-78DF-EB43-A6BE-40415A3A0052}" type="slidenum">
              <a:rPr lang="en-US" smtClean="0"/>
              <a:pPr/>
              <a:t>1</a:t>
            </a:fld>
            <a:endParaRPr lang="en-US"/>
          </a:p>
        </p:txBody>
      </p:sp>
      <p:sp>
        <p:nvSpPr>
          <p:cNvPr id="7" name="Text Placeholder 5">
            <a:extLst>
              <a:ext uri="{FF2B5EF4-FFF2-40B4-BE49-F238E27FC236}">
                <a16:creationId xmlns:a16="http://schemas.microsoft.com/office/drawing/2014/main" id="{E33ED728-DA66-448C-B5D4-248F6FE9109B}"/>
              </a:ext>
            </a:extLst>
          </p:cNvPr>
          <p:cNvSpPr txBox="1">
            <a:spLocks/>
          </p:cNvSpPr>
          <p:nvPr/>
        </p:nvSpPr>
        <p:spPr>
          <a:xfrm>
            <a:off x="603248" y="2885849"/>
            <a:ext cx="11022015" cy="2585158"/>
          </a:xfrm>
          <a:prstGeom prst="rect">
            <a:avLst/>
          </a:prstGeom>
        </p:spPr>
        <p:txBody>
          <a:bodyPr vert="horz" lIns="91440" tIns="45720" rIns="91440" bIns="45720" rtlCol="0" anchor="t">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defTabSz="896533">
              <a:lnSpc>
                <a:spcPct val="100000"/>
              </a:lnSpc>
              <a:spcBef>
                <a:spcPts val="981"/>
              </a:spcBef>
            </a:pPr>
            <a:r>
              <a:rPr lang="en-US" sz="1650" b="1">
                <a:latin typeface="Aharoni"/>
                <a:ea typeface="+mj-ea"/>
                <a:cs typeface="Aharoni"/>
              </a:rPr>
              <a:t>What We Did</a:t>
            </a:r>
          </a:p>
          <a:p>
            <a:pPr defTabSz="896533">
              <a:lnSpc>
                <a:spcPct val="100000"/>
              </a:lnSpc>
              <a:spcBef>
                <a:spcPts val="981"/>
              </a:spcBef>
            </a:pPr>
            <a:r>
              <a:rPr lang="en-US" sz="1400" err="1">
                <a:latin typeface="Arial Nova Light"/>
                <a:cs typeface="Aharoni"/>
              </a:rPr>
              <a:t>Affirma</a:t>
            </a:r>
            <a:r>
              <a:rPr lang="en-US" sz="1400">
                <a:latin typeface="Arial Nova Light"/>
                <a:cs typeface="Aharoni"/>
              </a:rPr>
              <a:t> performed an assessment of CMC’s business requirements and built and configured the new SharePoint Intranet sites to support and improve their current operational processes. Using modern web parts, the new SharePoint sites integrated social media feeds, announcement notifications, and other modernized communications features. </a:t>
            </a:r>
            <a:r>
              <a:rPr lang="en-US" sz="1400" err="1">
                <a:latin typeface="Arial Nova Light"/>
                <a:cs typeface="Aharoni"/>
              </a:rPr>
              <a:t>Affima</a:t>
            </a:r>
            <a:r>
              <a:rPr lang="en-US" sz="1400">
                <a:latin typeface="Arial Nova Light"/>
                <a:cs typeface="Aharoni"/>
              </a:rPr>
              <a:t> also used the SPFx framework to create custom web parts specific to the college’s business needs, including a piece called </a:t>
            </a:r>
            <a:r>
              <a:rPr lang="en-US" sz="1400" err="1">
                <a:latin typeface="Arial Nova Light"/>
                <a:cs typeface="Aharoni"/>
              </a:rPr>
              <a:t>MyCMCApps</a:t>
            </a:r>
            <a:r>
              <a:rPr lang="en-US" sz="1400">
                <a:latin typeface="Arial Nova Light"/>
                <a:cs typeface="Aharoni"/>
              </a:rPr>
              <a:t> that allows individual users to customize their experience. The implementation of SharePoint Online also involved a lift and shift of site content, which prompted CMC to streamline their repository and eliminate outdated items. The SharePoint sites also provided a platform to house newly automated workflows for administrative functions at the college, which were generated with PowerApps and PowerAutomate in parallel to the migration via the CMC Workflows Development project. </a:t>
            </a:r>
            <a:br>
              <a:rPr lang="en-US" sz="1400">
                <a:latin typeface="Arial Nova Light" panose="020B0304020202020204" pitchFamily="34" charset="0"/>
                <a:cs typeface="Aharoni" panose="02010803020104030203" pitchFamily="2" charset="-79"/>
              </a:rPr>
            </a:br>
            <a:endParaRPr lang="en-US" sz="1400">
              <a:latin typeface="Arial Nova Light" panose="020B0304020202020204" pitchFamily="34" charset="0"/>
              <a:cs typeface="Aharoni" panose="02010803020104030203" pitchFamily="2" charset="-79"/>
            </a:endParaRPr>
          </a:p>
          <a:p>
            <a:endParaRPr lang="en-US" sz="1600">
              <a:latin typeface="+mj-lt"/>
            </a:endParaRPr>
          </a:p>
        </p:txBody>
      </p:sp>
      <p:pic>
        <p:nvPicPr>
          <p:cNvPr id="11" name="Picture 2" descr="Colorado Mountain College - Wikipedia">
            <a:extLst>
              <a:ext uri="{FF2B5EF4-FFF2-40B4-BE49-F238E27FC236}">
                <a16:creationId xmlns:a16="http://schemas.microsoft.com/office/drawing/2014/main" id="{380F1C9A-7C26-444B-8401-AC9E650E41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014832" y="464479"/>
            <a:ext cx="1573885" cy="11021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5">
            <a:extLst>
              <a:ext uri="{FF2B5EF4-FFF2-40B4-BE49-F238E27FC236}">
                <a16:creationId xmlns:a16="http://schemas.microsoft.com/office/drawing/2014/main" id="{1389C7F3-DDC9-46EB-9682-42269B734E6D}"/>
              </a:ext>
            </a:extLst>
          </p:cNvPr>
          <p:cNvSpPr txBox="1">
            <a:spLocks/>
          </p:cNvSpPr>
          <p:nvPr/>
        </p:nvSpPr>
        <p:spPr>
          <a:xfrm>
            <a:off x="584993" y="4926344"/>
            <a:ext cx="11022015" cy="1816101"/>
          </a:xfrm>
          <a:prstGeom prst="rect">
            <a:avLst/>
          </a:prstGeom>
        </p:spPr>
        <p:txBody>
          <a:bodyPr vert="horz" lIns="91440" tIns="45720" rIns="91440" bIns="45720" rtlCol="0" anchor="t">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defTabSz="896533">
              <a:lnSpc>
                <a:spcPct val="100000"/>
              </a:lnSpc>
              <a:spcBef>
                <a:spcPts val="981"/>
              </a:spcBef>
            </a:pPr>
            <a:r>
              <a:rPr lang="en-US" sz="1650" b="1">
                <a:latin typeface="Aharoni"/>
                <a:ea typeface="+mj-ea"/>
                <a:cs typeface="Aharoni"/>
              </a:rPr>
              <a:t>The Results</a:t>
            </a:r>
          </a:p>
          <a:p>
            <a:pPr defTabSz="896533">
              <a:lnSpc>
                <a:spcPct val="100000"/>
              </a:lnSpc>
              <a:spcBef>
                <a:spcPts val="981"/>
              </a:spcBef>
            </a:pPr>
            <a:r>
              <a:rPr lang="en-US" sz="1400">
                <a:latin typeface="Arial Nova Light"/>
                <a:cs typeface="Aharoni"/>
              </a:rPr>
              <a:t>The client was able to take the next step in moving away from cumbersome and outdated technology (Ellucian) that had been holding back processes and modernization efforts. The implementation of SharePoint Online also allowed CMC to move forward with automation of 6 workflows, improving ease and efficiency within their organization. The new site model improved the ability for CMC to manage sites and govern user permissions. The new CMC </a:t>
            </a:r>
            <a:r>
              <a:rPr lang="en-US" sz="1400" err="1">
                <a:latin typeface="Arial Nova Light"/>
                <a:cs typeface="Aharoni"/>
              </a:rPr>
              <a:t>BaseCamp</a:t>
            </a:r>
            <a:r>
              <a:rPr lang="en-US" sz="1400">
                <a:latin typeface="Arial Nova Light"/>
                <a:cs typeface="Aharoni"/>
              </a:rPr>
              <a:t> intranet also empowers users with easy access to resources and ways to customize their use of the portal.</a:t>
            </a:r>
          </a:p>
        </p:txBody>
      </p:sp>
      <p:sp>
        <p:nvSpPr>
          <p:cNvPr id="8" name="TextBox 7">
            <a:extLst>
              <a:ext uri="{FF2B5EF4-FFF2-40B4-BE49-F238E27FC236}">
                <a16:creationId xmlns:a16="http://schemas.microsoft.com/office/drawing/2014/main" id="{3DB034A8-9022-4F87-9C27-2FED905A2D2B}"/>
              </a:ext>
            </a:extLst>
          </p:cNvPr>
          <p:cNvSpPr txBox="1"/>
          <p:nvPr/>
        </p:nvSpPr>
        <p:spPr>
          <a:xfrm>
            <a:off x="603248" y="1014119"/>
            <a:ext cx="3241430" cy="451342"/>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2333">
                <a:solidFill>
                  <a:srgbClr val="1B3F77"/>
                </a:solidFill>
                <a:latin typeface="Arial Nova Cond Light" panose="020B0306020202020204" pitchFamily="34" charset="0"/>
                <a:cs typeface="Aharoni" panose="02010803020104030203" pitchFamily="2" charset="-79"/>
              </a:rPr>
              <a:t>SharePoint Online Migration</a:t>
            </a:r>
            <a:endParaRPr lang="en-US" sz="2333"/>
          </a:p>
        </p:txBody>
      </p:sp>
    </p:spTree>
    <p:extLst>
      <p:ext uri="{BB962C8B-B14F-4D97-AF65-F5344CB8AC3E}">
        <p14:creationId xmlns:p14="http://schemas.microsoft.com/office/powerpoint/2010/main" val="4162472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C3185AF-4529-9642-92AB-B131CAEBC7A9}"/>
              </a:ext>
            </a:extLst>
          </p:cNvPr>
          <p:cNvSpPr>
            <a:spLocks noGrp="1"/>
          </p:cNvSpPr>
          <p:nvPr>
            <p:ph type="body" sz="quarter" idx="20"/>
          </p:nvPr>
        </p:nvSpPr>
        <p:spPr>
          <a:xfrm>
            <a:off x="603248" y="1517907"/>
            <a:ext cx="7307264" cy="469152"/>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667" b="1">
                <a:solidFill>
                  <a:schemeClr val="tx1"/>
                </a:solidFill>
                <a:latin typeface="Aharoni" panose="02010803020104030203" pitchFamily="2" charset="-79"/>
                <a:ea typeface="+mj-ea"/>
                <a:cs typeface="Aharoni" panose="02010803020104030203" pitchFamily="2" charset="-79"/>
              </a:rPr>
              <a:t>Business Needs</a:t>
            </a: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6"/>
            <a:ext cx="2743200" cy="155575"/>
          </a:xfrm>
        </p:spPr>
        <p:txBody>
          <a:bodyPr/>
          <a:lstStyle>
            <a:defPPr>
              <a:defRPr lang="en-US"/>
            </a:defPPr>
            <a:lvl1pPr marL="0" algn="l" defTabSz="814005" rtl="0" eaLnBrk="1" latinLnBrk="0" hangingPunct="1">
              <a:defRPr sz="1602" kern="1200">
                <a:solidFill>
                  <a:schemeClr val="tx1"/>
                </a:solidFill>
                <a:latin typeface="+mn-lt"/>
                <a:ea typeface="+mn-ea"/>
                <a:cs typeface="+mn-cs"/>
              </a:defRPr>
            </a:lvl1pPr>
            <a:lvl2pPr marL="407002" algn="l" defTabSz="814005" rtl="0" eaLnBrk="1" latinLnBrk="0" hangingPunct="1">
              <a:defRPr sz="1602" kern="1200">
                <a:solidFill>
                  <a:schemeClr val="tx1"/>
                </a:solidFill>
                <a:latin typeface="+mn-lt"/>
                <a:ea typeface="+mn-ea"/>
                <a:cs typeface="+mn-cs"/>
              </a:defRPr>
            </a:lvl2pPr>
            <a:lvl3pPr marL="814005" algn="l" defTabSz="814005" rtl="0" eaLnBrk="1" latinLnBrk="0" hangingPunct="1">
              <a:defRPr sz="1602" kern="1200">
                <a:solidFill>
                  <a:schemeClr val="tx1"/>
                </a:solidFill>
                <a:latin typeface="+mn-lt"/>
                <a:ea typeface="+mn-ea"/>
                <a:cs typeface="+mn-cs"/>
              </a:defRPr>
            </a:lvl3pPr>
            <a:lvl4pPr marL="1221007" algn="l" defTabSz="814005" rtl="0" eaLnBrk="1" latinLnBrk="0" hangingPunct="1">
              <a:defRPr sz="1602" kern="1200">
                <a:solidFill>
                  <a:schemeClr val="tx1"/>
                </a:solidFill>
                <a:latin typeface="+mn-lt"/>
                <a:ea typeface="+mn-ea"/>
                <a:cs typeface="+mn-cs"/>
              </a:defRPr>
            </a:lvl4pPr>
            <a:lvl5pPr marL="1628010" algn="l" defTabSz="814005" rtl="0" eaLnBrk="1" latinLnBrk="0" hangingPunct="1">
              <a:defRPr sz="1602" kern="1200">
                <a:solidFill>
                  <a:schemeClr val="tx1"/>
                </a:solidFill>
                <a:latin typeface="+mn-lt"/>
                <a:ea typeface="+mn-ea"/>
                <a:cs typeface="+mn-cs"/>
              </a:defRPr>
            </a:lvl5pPr>
            <a:lvl6pPr marL="2035012" algn="l" defTabSz="814005" rtl="0" eaLnBrk="1" latinLnBrk="0" hangingPunct="1">
              <a:defRPr sz="1602" kern="1200">
                <a:solidFill>
                  <a:schemeClr val="tx1"/>
                </a:solidFill>
                <a:latin typeface="+mn-lt"/>
                <a:ea typeface="+mn-ea"/>
                <a:cs typeface="+mn-cs"/>
              </a:defRPr>
            </a:lvl6pPr>
            <a:lvl7pPr marL="2442014" algn="l" defTabSz="814005" rtl="0" eaLnBrk="1" latinLnBrk="0" hangingPunct="1">
              <a:defRPr sz="1602" kern="1200">
                <a:solidFill>
                  <a:schemeClr val="tx1"/>
                </a:solidFill>
                <a:latin typeface="+mn-lt"/>
                <a:ea typeface="+mn-ea"/>
                <a:cs typeface="+mn-cs"/>
              </a:defRPr>
            </a:lvl7pPr>
            <a:lvl8pPr marL="2849017" algn="l" defTabSz="814005" rtl="0" eaLnBrk="1" latinLnBrk="0" hangingPunct="1">
              <a:defRPr sz="1602" kern="1200">
                <a:solidFill>
                  <a:schemeClr val="tx1"/>
                </a:solidFill>
                <a:latin typeface="+mn-lt"/>
                <a:ea typeface="+mn-ea"/>
                <a:cs typeface="+mn-cs"/>
              </a:defRPr>
            </a:lvl8pPr>
            <a:lvl9pPr marL="3256020" algn="l" defTabSz="814005" rtl="0" eaLnBrk="1" latinLnBrk="0" hangingPunct="1">
              <a:defRPr sz="1602" kern="1200">
                <a:solidFill>
                  <a:schemeClr val="tx1"/>
                </a:solidFill>
                <a:latin typeface="+mn-lt"/>
                <a:ea typeface="+mn-ea"/>
                <a:cs typeface="+mn-cs"/>
              </a:defRPr>
            </a:lvl9pPr>
          </a:lstStyle>
          <a:p>
            <a:fld id="{056F86DB-78DF-EB43-A6BE-40415A3A0052}" type="slidenum">
              <a:rPr lang="en-US" smtClean="0"/>
              <a:pPr/>
              <a:t>2</a:t>
            </a:fld>
            <a:endParaRPr lang="en-US"/>
          </a:p>
        </p:txBody>
      </p:sp>
      <p:pic>
        <p:nvPicPr>
          <p:cNvPr id="10" name="Picture 9" descr="image005">
            <a:extLst>
              <a:ext uri="{FF2B5EF4-FFF2-40B4-BE49-F238E27FC236}">
                <a16:creationId xmlns:a16="http://schemas.microsoft.com/office/drawing/2014/main" id="{1344EE8C-DC26-42A6-9858-91DA315232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9461"/>
          <a:stretch/>
        </p:blipFill>
        <p:spPr bwMode="auto">
          <a:xfrm>
            <a:off x="955775" y="2054831"/>
            <a:ext cx="5407087" cy="41359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9" descr="image005">
            <a:extLst>
              <a:ext uri="{FF2B5EF4-FFF2-40B4-BE49-F238E27FC236}">
                <a16:creationId xmlns:a16="http://schemas.microsoft.com/office/drawing/2014/main" id="{BB5A27EA-70A6-4FBE-926B-CD66325F63F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1442"/>
          <a:stretch/>
        </p:blipFill>
        <p:spPr bwMode="auto">
          <a:xfrm>
            <a:off x="6705336" y="2054831"/>
            <a:ext cx="4289459" cy="413591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3">
            <a:extLst>
              <a:ext uri="{FF2B5EF4-FFF2-40B4-BE49-F238E27FC236}">
                <a16:creationId xmlns:a16="http://schemas.microsoft.com/office/drawing/2014/main" id="{7BA165A3-8ECC-4286-9A51-0BC7C84EE94C}"/>
              </a:ext>
            </a:extLst>
          </p:cNvPr>
          <p:cNvSpPr>
            <a:spLocks noGrp="1"/>
          </p:cNvSpPr>
          <p:nvPr>
            <p:ph type="ctrTitle"/>
          </p:nvPr>
        </p:nvSpPr>
        <p:spPr>
          <a:xfrm>
            <a:off x="603283" y="388389"/>
            <a:ext cx="11088655" cy="764390"/>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333" b="1" spc="-183">
                <a:solidFill>
                  <a:srgbClr val="1B3F77"/>
                </a:solidFill>
                <a:latin typeface="Aharoni" panose="02010803020104030203" pitchFamily="2" charset="-79"/>
                <a:ea typeface="+mn-ea"/>
                <a:cs typeface="Aharoni" panose="02010803020104030203" pitchFamily="2" charset="-79"/>
              </a:rPr>
              <a:t>COLORADO MOUNTAIN COLLEGE</a:t>
            </a:r>
          </a:p>
        </p:txBody>
      </p:sp>
      <p:sp>
        <p:nvSpPr>
          <p:cNvPr id="14" name="TextBox 13">
            <a:extLst>
              <a:ext uri="{FF2B5EF4-FFF2-40B4-BE49-F238E27FC236}">
                <a16:creationId xmlns:a16="http://schemas.microsoft.com/office/drawing/2014/main" id="{A7F48C28-0AD4-40FC-9AAD-AB1CC10FC3F8}"/>
              </a:ext>
            </a:extLst>
          </p:cNvPr>
          <p:cNvSpPr txBox="1"/>
          <p:nvPr/>
        </p:nvSpPr>
        <p:spPr>
          <a:xfrm>
            <a:off x="603248" y="1014119"/>
            <a:ext cx="3241430" cy="451342"/>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2333">
                <a:solidFill>
                  <a:srgbClr val="1B3F77"/>
                </a:solidFill>
                <a:latin typeface="Arial Nova Cond Light" panose="020B0306020202020204" pitchFamily="34" charset="0"/>
                <a:cs typeface="Aharoni" panose="02010803020104030203" pitchFamily="2" charset="-79"/>
              </a:rPr>
              <a:t>SharePoint Online Migration</a:t>
            </a:r>
            <a:endParaRPr lang="en-US" sz="2333"/>
          </a:p>
        </p:txBody>
      </p:sp>
    </p:spTree>
    <p:extLst>
      <p:ext uri="{BB962C8B-B14F-4D97-AF65-F5344CB8AC3E}">
        <p14:creationId xmlns:p14="http://schemas.microsoft.com/office/powerpoint/2010/main" val="786836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C3185AF-4529-9642-92AB-B131CAEBC7A9}"/>
              </a:ext>
            </a:extLst>
          </p:cNvPr>
          <p:cNvSpPr>
            <a:spLocks noGrp="1"/>
          </p:cNvSpPr>
          <p:nvPr>
            <p:ph type="body" sz="quarter" idx="20"/>
          </p:nvPr>
        </p:nvSpPr>
        <p:spPr>
          <a:xfrm>
            <a:off x="603251" y="1518737"/>
            <a:ext cx="2387601" cy="469152"/>
          </a:xfrm>
        </p:spPr>
        <p:txBody>
          <a:bodyPr>
            <a:normAutofit fontScale="85000" lnSpcReduction="10000"/>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667" b="1">
                <a:solidFill>
                  <a:schemeClr val="tx1"/>
                </a:solidFill>
                <a:latin typeface="Aharoni" panose="02010803020104030203" pitchFamily="2" charset="-79"/>
                <a:ea typeface="+mj-ea"/>
                <a:cs typeface="Aharoni" panose="02010803020104030203" pitchFamily="2" charset="-79"/>
              </a:rPr>
              <a:t>Standard Dept Collection</a:t>
            </a: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6"/>
            <a:ext cx="2743200" cy="155575"/>
          </a:xfrm>
        </p:spPr>
        <p:txBody>
          <a:bodyPr/>
          <a:lstStyle>
            <a:defPPr>
              <a:defRPr lang="en-US"/>
            </a:defPPr>
            <a:lvl1pPr marL="0" algn="l" defTabSz="814005" rtl="0" eaLnBrk="1" latinLnBrk="0" hangingPunct="1">
              <a:defRPr sz="1602" kern="1200">
                <a:solidFill>
                  <a:schemeClr val="tx1"/>
                </a:solidFill>
                <a:latin typeface="+mn-lt"/>
                <a:ea typeface="+mn-ea"/>
                <a:cs typeface="+mn-cs"/>
              </a:defRPr>
            </a:lvl1pPr>
            <a:lvl2pPr marL="407002" algn="l" defTabSz="814005" rtl="0" eaLnBrk="1" latinLnBrk="0" hangingPunct="1">
              <a:defRPr sz="1602" kern="1200">
                <a:solidFill>
                  <a:schemeClr val="tx1"/>
                </a:solidFill>
                <a:latin typeface="+mn-lt"/>
                <a:ea typeface="+mn-ea"/>
                <a:cs typeface="+mn-cs"/>
              </a:defRPr>
            </a:lvl2pPr>
            <a:lvl3pPr marL="814005" algn="l" defTabSz="814005" rtl="0" eaLnBrk="1" latinLnBrk="0" hangingPunct="1">
              <a:defRPr sz="1602" kern="1200">
                <a:solidFill>
                  <a:schemeClr val="tx1"/>
                </a:solidFill>
                <a:latin typeface="+mn-lt"/>
                <a:ea typeface="+mn-ea"/>
                <a:cs typeface="+mn-cs"/>
              </a:defRPr>
            </a:lvl3pPr>
            <a:lvl4pPr marL="1221007" algn="l" defTabSz="814005" rtl="0" eaLnBrk="1" latinLnBrk="0" hangingPunct="1">
              <a:defRPr sz="1602" kern="1200">
                <a:solidFill>
                  <a:schemeClr val="tx1"/>
                </a:solidFill>
                <a:latin typeface="+mn-lt"/>
                <a:ea typeface="+mn-ea"/>
                <a:cs typeface="+mn-cs"/>
              </a:defRPr>
            </a:lvl4pPr>
            <a:lvl5pPr marL="1628010" algn="l" defTabSz="814005" rtl="0" eaLnBrk="1" latinLnBrk="0" hangingPunct="1">
              <a:defRPr sz="1602" kern="1200">
                <a:solidFill>
                  <a:schemeClr val="tx1"/>
                </a:solidFill>
                <a:latin typeface="+mn-lt"/>
                <a:ea typeface="+mn-ea"/>
                <a:cs typeface="+mn-cs"/>
              </a:defRPr>
            </a:lvl5pPr>
            <a:lvl6pPr marL="2035012" algn="l" defTabSz="814005" rtl="0" eaLnBrk="1" latinLnBrk="0" hangingPunct="1">
              <a:defRPr sz="1602" kern="1200">
                <a:solidFill>
                  <a:schemeClr val="tx1"/>
                </a:solidFill>
                <a:latin typeface="+mn-lt"/>
                <a:ea typeface="+mn-ea"/>
                <a:cs typeface="+mn-cs"/>
              </a:defRPr>
            </a:lvl6pPr>
            <a:lvl7pPr marL="2442014" algn="l" defTabSz="814005" rtl="0" eaLnBrk="1" latinLnBrk="0" hangingPunct="1">
              <a:defRPr sz="1602" kern="1200">
                <a:solidFill>
                  <a:schemeClr val="tx1"/>
                </a:solidFill>
                <a:latin typeface="+mn-lt"/>
                <a:ea typeface="+mn-ea"/>
                <a:cs typeface="+mn-cs"/>
              </a:defRPr>
            </a:lvl7pPr>
            <a:lvl8pPr marL="2849017" algn="l" defTabSz="814005" rtl="0" eaLnBrk="1" latinLnBrk="0" hangingPunct="1">
              <a:defRPr sz="1602" kern="1200">
                <a:solidFill>
                  <a:schemeClr val="tx1"/>
                </a:solidFill>
                <a:latin typeface="+mn-lt"/>
                <a:ea typeface="+mn-ea"/>
                <a:cs typeface="+mn-cs"/>
              </a:defRPr>
            </a:lvl8pPr>
            <a:lvl9pPr marL="3256020" algn="l" defTabSz="814005" rtl="0" eaLnBrk="1" latinLnBrk="0" hangingPunct="1">
              <a:defRPr sz="1602" kern="1200">
                <a:solidFill>
                  <a:schemeClr val="tx1"/>
                </a:solidFill>
                <a:latin typeface="+mn-lt"/>
                <a:ea typeface="+mn-ea"/>
                <a:cs typeface="+mn-cs"/>
              </a:defRPr>
            </a:lvl9pPr>
          </a:lstStyle>
          <a:p>
            <a:fld id="{056F86DB-78DF-EB43-A6BE-40415A3A0052}" type="slidenum">
              <a:rPr lang="en-US" smtClean="0"/>
              <a:pPr/>
              <a:t>3</a:t>
            </a:fld>
            <a:endParaRPr lang="en-US"/>
          </a:p>
        </p:txBody>
      </p:sp>
      <p:sp>
        <p:nvSpPr>
          <p:cNvPr id="7" name="Text Placeholder 5">
            <a:extLst>
              <a:ext uri="{FF2B5EF4-FFF2-40B4-BE49-F238E27FC236}">
                <a16:creationId xmlns:a16="http://schemas.microsoft.com/office/drawing/2014/main" id="{A3509EC8-9E29-495F-8FEA-9A7424B8A65A}"/>
              </a:ext>
            </a:extLst>
          </p:cNvPr>
          <p:cNvSpPr txBox="1">
            <a:spLocks/>
          </p:cNvSpPr>
          <p:nvPr/>
        </p:nvSpPr>
        <p:spPr>
          <a:xfrm>
            <a:off x="7225689" y="1515810"/>
            <a:ext cx="2754313" cy="469152"/>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defTabSz="896533">
              <a:lnSpc>
                <a:spcPct val="140000"/>
              </a:lnSpc>
              <a:spcBef>
                <a:spcPts val="981"/>
              </a:spcBef>
            </a:pPr>
            <a:r>
              <a:rPr lang="en-US" sz="1417" b="1">
                <a:solidFill>
                  <a:schemeClr val="tx1"/>
                </a:solidFill>
                <a:latin typeface="Aharoni" panose="02010803020104030203" pitchFamily="2" charset="-79"/>
                <a:ea typeface="+mj-ea"/>
                <a:cs typeface="Aharoni" panose="02010803020104030203" pitchFamily="2" charset="-79"/>
              </a:rPr>
              <a:t>Custom FAQ SPFx Web Part</a:t>
            </a:r>
          </a:p>
        </p:txBody>
      </p:sp>
      <p:sp>
        <p:nvSpPr>
          <p:cNvPr id="8" name="Text Placeholder 5">
            <a:extLst>
              <a:ext uri="{FF2B5EF4-FFF2-40B4-BE49-F238E27FC236}">
                <a16:creationId xmlns:a16="http://schemas.microsoft.com/office/drawing/2014/main" id="{1F6C5A3A-1FBC-4CF1-9140-211C7445412F}"/>
              </a:ext>
            </a:extLst>
          </p:cNvPr>
          <p:cNvSpPr txBox="1">
            <a:spLocks/>
          </p:cNvSpPr>
          <p:nvPr/>
        </p:nvSpPr>
        <p:spPr>
          <a:xfrm>
            <a:off x="7228500" y="4167302"/>
            <a:ext cx="3168651" cy="469152"/>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defTabSz="896533">
              <a:lnSpc>
                <a:spcPct val="140000"/>
              </a:lnSpc>
              <a:spcBef>
                <a:spcPts val="981"/>
              </a:spcBef>
            </a:pPr>
            <a:r>
              <a:rPr lang="en-US" sz="1417" b="1">
                <a:solidFill>
                  <a:schemeClr val="tx1"/>
                </a:solidFill>
                <a:latin typeface="Aharoni" panose="02010803020104030203" pitchFamily="2" charset="-79"/>
                <a:ea typeface="+mj-ea"/>
                <a:cs typeface="Aharoni" panose="02010803020104030203" pitchFamily="2" charset="-79"/>
              </a:rPr>
              <a:t>Custom Announcements Web Part</a:t>
            </a:r>
          </a:p>
        </p:txBody>
      </p:sp>
      <p:pic>
        <p:nvPicPr>
          <p:cNvPr id="9" name="Picture 7" descr="image017">
            <a:extLst>
              <a:ext uri="{FF2B5EF4-FFF2-40B4-BE49-F238E27FC236}">
                <a16:creationId xmlns:a16="http://schemas.microsoft.com/office/drawing/2014/main" id="{F650BD19-06B0-4772-BB71-E2AE9B9554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1064" y="1851427"/>
            <a:ext cx="3593019" cy="20097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image018">
            <a:extLst>
              <a:ext uri="{FF2B5EF4-FFF2-40B4-BE49-F238E27FC236}">
                <a16:creationId xmlns:a16="http://schemas.microsoft.com/office/drawing/2014/main" id="{756BE5BB-A173-4889-87BF-8C7814194F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2051" y="2899389"/>
            <a:ext cx="3593020" cy="20097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 descr="image003">
            <a:extLst>
              <a:ext uri="{FF2B5EF4-FFF2-40B4-BE49-F238E27FC236}">
                <a16:creationId xmlns:a16="http://schemas.microsoft.com/office/drawing/2014/main" id="{59E3C1AD-DB62-40B8-9689-18B3BBAA06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5689" y="1961870"/>
            <a:ext cx="3593019" cy="19830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descr="image004">
            <a:extLst>
              <a:ext uri="{FF2B5EF4-FFF2-40B4-BE49-F238E27FC236}">
                <a16:creationId xmlns:a16="http://schemas.microsoft.com/office/drawing/2014/main" id="{837D0ADD-390C-4809-86B4-E492B3C5B9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9731" y="4686999"/>
            <a:ext cx="4302088" cy="152905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3">
            <a:extLst>
              <a:ext uri="{FF2B5EF4-FFF2-40B4-BE49-F238E27FC236}">
                <a16:creationId xmlns:a16="http://schemas.microsoft.com/office/drawing/2014/main" id="{54BBAB4C-91C9-4C58-A3F2-103B44BF8881}"/>
              </a:ext>
            </a:extLst>
          </p:cNvPr>
          <p:cNvSpPr>
            <a:spLocks noGrp="1"/>
          </p:cNvSpPr>
          <p:nvPr>
            <p:ph type="ctrTitle"/>
          </p:nvPr>
        </p:nvSpPr>
        <p:spPr>
          <a:xfrm>
            <a:off x="603283" y="388389"/>
            <a:ext cx="11088655" cy="764390"/>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333" b="1" spc="-183">
                <a:solidFill>
                  <a:srgbClr val="1B3F77"/>
                </a:solidFill>
                <a:latin typeface="Aharoni" panose="02010803020104030203" pitchFamily="2" charset="-79"/>
                <a:ea typeface="+mn-ea"/>
                <a:cs typeface="Aharoni" panose="02010803020104030203" pitchFamily="2" charset="-79"/>
              </a:rPr>
              <a:t>COLORADO MOUNTAIN COLLEGE</a:t>
            </a:r>
          </a:p>
        </p:txBody>
      </p:sp>
      <p:sp>
        <p:nvSpPr>
          <p:cNvPr id="15" name="TextBox 14">
            <a:extLst>
              <a:ext uri="{FF2B5EF4-FFF2-40B4-BE49-F238E27FC236}">
                <a16:creationId xmlns:a16="http://schemas.microsoft.com/office/drawing/2014/main" id="{93BFBC91-2945-46EF-8DEB-743DC57BE8F9}"/>
              </a:ext>
            </a:extLst>
          </p:cNvPr>
          <p:cNvSpPr txBox="1"/>
          <p:nvPr/>
        </p:nvSpPr>
        <p:spPr>
          <a:xfrm>
            <a:off x="603248" y="1014119"/>
            <a:ext cx="3241430" cy="451342"/>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2333">
                <a:solidFill>
                  <a:srgbClr val="1B3F77"/>
                </a:solidFill>
                <a:latin typeface="Arial Nova Cond Light" panose="020B0306020202020204" pitchFamily="34" charset="0"/>
                <a:cs typeface="Aharoni" panose="02010803020104030203" pitchFamily="2" charset="-79"/>
              </a:rPr>
              <a:t>SharePoint Online Migration</a:t>
            </a:r>
            <a:endParaRPr lang="en-US" sz="2333"/>
          </a:p>
        </p:txBody>
      </p:sp>
    </p:spTree>
    <p:extLst>
      <p:ext uri="{BB962C8B-B14F-4D97-AF65-F5344CB8AC3E}">
        <p14:creationId xmlns:p14="http://schemas.microsoft.com/office/powerpoint/2010/main" val="231782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Value>Creative</Value>
    </BusinessUnit>
    <Solutions xmlns="f0ee8362-fa7e-4bc9-ab88-7dcfb17cb19b">
      <Value>Migrations</Value>
      <Value>Intranet/ Extranet</Value>
    </Solutions>
    <Industries xmlns="f0ee8362-fa7e-4bc9-ab88-7dcfb17cb19b">
      <Value>Education</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52A9F912-21D5-4000-827E-BA791D9003EE}">
  <ds:schemaRefs>
    <ds:schemaRef ds:uri="http://schemas.microsoft.com/office/2006/metadata/properties"/>
    <ds:schemaRef ds:uri="http://schemas.microsoft.com/office/infopath/2007/PartnerControls"/>
    <ds:schemaRef ds:uri="f0ee8362-fa7e-4bc9-ab88-7dcfb17cb19b"/>
  </ds:schemaRefs>
</ds:datastoreItem>
</file>

<file path=customXml/itemProps2.xml><?xml version="1.0" encoding="utf-8"?>
<ds:datastoreItem xmlns:ds="http://schemas.openxmlformats.org/officeDocument/2006/customXml" ds:itemID="{D184A6E8-8DE5-4145-8768-C63C6887A825}">
  <ds:schemaRefs>
    <ds:schemaRef ds:uri="http://schemas.microsoft.com/sharepoint/v3/contenttype/forms"/>
  </ds:schemaRefs>
</ds:datastoreItem>
</file>

<file path=customXml/itemProps3.xml><?xml version="1.0" encoding="utf-8"?>
<ds:datastoreItem xmlns:ds="http://schemas.openxmlformats.org/officeDocument/2006/customXml" ds:itemID="{63DBCFB3-292E-4F21-B04B-31AD121AF56B}"/>
</file>

<file path=customXml/itemProps4.xml><?xml version="1.0" encoding="utf-8"?>
<ds:datastoreItem xmlns:ds="http://schemas.openxmlformats.org/officeDocument/2006/customXml" ds:itemID="{81126DF4-8026-4355-8199-CF254349F72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otalTime>1</TotalTime>
  <Words>381</Words>
  <Application>Microsoft Office PowerPoint</Application>
  <PresentationFormat>Widescreen</PresentationFormat>
  <Paragraphs>18</Paragraphs>
  <Slides>3</Slides>
  <Notes>0</Notes>
  <HiddenSlides>0</HiddenSlides>
  <MMClips>0</MMClips>
  <ScaleCrop>false</ScaleCrop>
  <HeadingPairs>
    <vt:vector size="4" baseType="variant">
      <vt:variant>
        <vt:lpstr>Theme</vt:lpstr>
      </vt:variant>
      <vt:variant>
        <vt:i4>2</vt:i4>
      </vt:variant>
      <vt:variant>
        <vt:lpstr>Slide Titles</vt:lpstr>
      </vt:variant>
      <vt:variant>
        <vt:i4>3</vt:i4>
      </vt:variant>
    </vt:vector>
  </HeadingPairs>
  <TitlesOfParts>
    <vt:vector size="5" baseType="lpstr">
      <vt:lpstr>Office Theme</vt:lpstr>
      <vt:lpstr>Custom Design</vt:lpstr>
      <vt:lpstr>COLORADO MOUNTAIN COLLEGE</vt:lpstr>
      <vt:lpstr>COLORADO MOUNTAIN COLLEGE</vt:lpstr>
      <vt:lpstr>COLORADO MOUNTAIN COLLEGE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Colorado Mountain College SharePoint Migration</dc:title>
  <dc:creator>Brendan Murphy</dc:creator>
  <cp:lastModifiedBy>Brendan Murphy</cp:lastModifiedBy>
  <cp:revision>6</cp:revision>
  <dcterms:created xsi:type="dcterms:W3CDTF">2024-03-22T17:06:52Z</dcterms:created>
  <dcterms:modified xsi:type="dcterms:W3CDTF">2025-04-10T23:32:28Z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