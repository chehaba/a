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c8db24e62c514bb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c8db24e62c514bb0" Type="http://schemas.openxmlformats.org/officeDocument/2006/relationships/slide" Target="/ppt/slides/slide2.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b04128bfdee04eab"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Microsoft ISS</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&lt;p&gt;Microsoft&amp;rsquo;s Internet Security Services (ISS) team partnered with Affirma to manage and update their rapidly growing SharePoint site collections as needed by the Xbox engineering team. They requested that we take over management of including re-architecture, custom design, content migration, site planning, end-user support and training as needed for over 6,500 users&lt;/p&gt;
</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 Took over management of the existing SharePoint site collection and broke the portal into 10 site collections, implementing new architecture and migrating their content to allow for the exponential growth the team was experiencing. - Created custom master page designs and page layouts for multiple teams. - Provided day-to-day support managing permissions, auditing site growth and answering requests from site owners and users. - Updated navigation and architecture based on organizational changes, including configuring new site collections and migrating content into non-ISS environments for transfer to new owners.&lt;/p&gt;
</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&lt;p&gt;We brought a new level of service to the client that manages the centralized internal portal for all things Consumer and Online at Microsoft.&lt;/p&gt;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xsi:nil="true"/>
    <Industries xmlns="f0ee8362-fa7e-4bc9-ab88-7dcfb17cb19b">
      <Value>Technology</Value>
    </Industries>
    <Notes0 xmlns="f0ee8362-fa7e-4bc9-ab88-7dcfb17cb19b" xsi:nil="true"/>
    <Named_x0020_Account xmlns="f0ee8362-fa7e-4bc9-ab88-7dcfb17cb19b">Microsoft</Named_x0020_Account>
    <PlatTech xmlns="f0ee8362-fa7e-4bc9-ab88-7dcfb17cb19b">
      <Value>SharePoint</Value>
    </PlatTech>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166E27EE-B76D-472B-8E18-023D6C0BBD24}"/>
</file>

<file path=customXml/itemProps2.xml><?xml version="1.0" encoding="utf-8"?>
<ds:datastoreItem xmlns:ds="http://schemas.openxmlformats.org/officeDocument/2006/customXml" ds:itemID="{57AB38D8-38D1-4B6C-8C6D-4E8D9524E393}"/>
</file>

<file path=customXml/itemProps3.xml><?xml version="1.0" encoding="utf-8"?>
<ds:datastoreItem xmlns:ds="http://schemas.openxmlformats.org/officeDocument/2006/customXml" ds:itemID="{9039907F-386E-4AE7-90FC-F80B66B97DE8}"/>
</file>

<file path=customXml/itemProps4.xml><?xml version="1.0" encoding="utf-8"?>
<ds:datastoreItem xmlns:ds="http://schemas.openxmlformats.org/officeDocument/2006/customXml" ds:itemID="{3EB90728-CDA4-4375-ADA4-E098FE2F3530}"/>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21300</vt:r8>
  </property>
  <property fmtid="{D5CDD505-2E9C-101B-9397-08002B2CF9AE}" pid="11" name="SO">
    <vt:lpwstr>37;#</vt:lpwstr>
  </property>
  <property fmtid="{D5CDD505-2E9C-101B-9397-08002B2CF9AE}" pid="12" name="xd_Signature">
    <vt:bool>false</vt:bool>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