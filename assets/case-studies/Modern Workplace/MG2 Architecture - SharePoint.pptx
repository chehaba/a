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sldIdLst>
    <p:sldId id="2147469785" r:id="rId6"/>
    <p:sldId id="214746978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0883" y="347096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02852" y="6337495"/>
            <a:ext cx="767123" cy="2642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EEC62C7-21A3-29A1-2073-C46D015B8769}"/>
              </a:ext>
            </a:extLst>
          </p:cNvPr>
          <p:cNvSpPr/>
          <p:nvPr userDrawn="1"/>
        </p:nvSpPr>
        <p:spPr>
          <a:xfrm flipV="1">
            <a:off x="1" y="365239"/>
            <a:ext cx="79744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 b="1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45870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F6748-A110-9F80-A5E6-7D36981F1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735610-8DD5-0B68-D009-14D858E5A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813" y="329166"/>
            <a:ext cx="11554246" cy="764390"/>
          </a:xfrm>
        </p:spPr>
        <p:txBody>
          <a:bodyPr>
            <a:no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/>
              <a:t>MG2 Architecture – Global Collaboration SharePoint Site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AD960B-53BC-9535-3A02-F7488F33CA2F}"/>
              </a:ext>
            </a:extLst>
          </p:cNvPr>
          <p:cNvSpPr/>
          <p:nvPr/>
        </p:nvSpPr>
        <p:spPr>
          <a:xfrm>
            <a:off x="1411941" y="2924736"/>
            <a:ext cx="4795068" cy="38824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2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BEA980-701A-0EE2-97AC-D73A663A0C00}"/>
              </a:ext>
            </a:extLst>
          </p:cNvPr>
          <p:cNvSpPr txBox="1"/>
          <p:nvPr/>
        </p:nvSpPr>
        <p:spPr>
          <a:xfrm>
            <a:off x="438979" y="1279694"/>
            <a:ext cx="6948664" cy="2094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000" b="1">
                <a:solidFill>
                  <a:srgbClr val="0089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Business Need</a:t>
            </a:r>
            <a:endParaRPr lang="en-US" sz="2000">
              <a:solidFill>
                <a:srgbClr val="0089D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1333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MulvannyG2 Architecture came to us needing a new SharePoint design site. The client’s existing system gathered content from multiple sites and applications, so they wanted a way to organize all their day-to-day needs into one centralized location. They also wanted us to create a community-like experience within the site that would showcase designers within the studios, displaying the designers’ strengths, helping project management and overall workflow.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AB774B-BF43-CB74-FC89-8C7107840788}"/>
              </a:ext>
            </a:extLst>
          </p:cNvPr>
          <p:cNvSpPr txBox="1"/>
          <p:nvPr/>
        </p:nvSpPr>
        <p:spPr>
          <a:xfrm>
            <a:off x="438980" y="3512457"/>
            <a:ext cx="6948664" cy="271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000" b="1">
                <a:solidFill>
                  <a:srgbClr val="0089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We Did</a:t>
            </a:r>
            <a:endParaRPr lang="en-US" sz="2000">
              <a:solidFill>
                <a:srgbClr val="0089D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333">
                <a:latin typeface="Poppins" panose="00000500000000000000" pitchFamily="2" charset="0"/>
                <a:cs typeface="Poppins" panose="00000500000000000000" pitchFamily="2" charset="0"/>
              </a:rPr>
              <a:t>We went through group sessions with </a:t>
            </a:r>
            <a:r>
              <a:rPr lang="en-US" sz="1333" err="1">
                <a:latin typeface="Poppins" panose="00000500000000000000" pitchFamily="2" charset="0"/>
                <a:cs typeface="Poppins" panose="00000500000000000000" pitchFamily="2" charset="0"/>
              </a:rPr>
              <a:t>Mulvanny</a:t>
            </a:r>
            <a:r>
              <a:rPr lang="en-US" sz="1333">
                <a:latin typeface="Poppins" panose="00000500000000000000" pitchFamily="2" charset="0"/>
                <a:cs typeface="Poppins" panose="00000500000000000000" pitchFamily="2" charset="0"/>
              </a:rPr>
              <a:t> to understand key functionality to implement new ideas and forward thinking methods. Utilizing best practices, we designed highly intuitive wireframes that allowed us to quickly visualize functionality while ensuring a great user experience.</a:t>
            </a:r>
          </a:p>
          <a:p>
            <a:pPr>
              <a:lnSpc>
                <a:spcPct val="114000"/>
              </a:lnSpc>
            </a:pPr>
            <a:endParaRPr lang="en-US" sz="1333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14000"/>
              </a:lnSpc>
            </a:pPr>
            <a:r>
              <a:rPr lang="en-US" sz="1333">
                <a:latin typeface="Poppins" panose="00000500000000000000" pitchFamily="2" charset="0"/>
                <a:cs typeface="Poppins" panose="00000500000000000000" pitchFamily="2" charset="0"/>
              </a:rPr>
              <a:t>While working thoroughly with </a:t>
            </a:r>
            <a:r>
              <a:rPr lang="en-US" sz="1333" err="1">
                <a:latin typeface="Poppins" panose="00000500000000000000" pitchFamily="2" charset="0"/>
                <a:cs typeface="Poppins" panose="00000500000000000000" pitchFamily="2" charset="0"/>
              </a:rPr>
              <a:t>Mulvanny</a:t>
            </a:r>
            <a:r>
              <a:rPr lang="en-US" sz="1333">
                <a:latin typeface="Poppins" panose="00000500000000000000" pitchFamily="2" charset="0"/>
                <a:cs typeface="Poppins" panose="00000500000000000000" pitchFamily="2" charset="0"/>
              </a:rPr>
              <a:t> in design focused meetings; we created a modern yet classic design. We took elements of their brand to maintain a consistent look with all of the existing collateral. We used full width images of their designs within the site, which served as a way to showcase the designers’ work as well.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E5D97D-5279-6986-2398-59828A0F0C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519"/>
          <a:stretch/>
        </p:blipFill>
        <p:spPr>
          <a:xfrm>
            <a:off x="7726398" y="1431201"/>
            <a:ext cx="4026623" cy="4794713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685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DD57E-6A20-8BE9-BD7C-07B3D6EC7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F488A5-19C1-F367-28F5-A0DE78706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813" y="329166"/>
            <a:ext cx="11554246" cy="764390"/>
          </a:xfrm>
        </p:spPr>
        <p:txBody>
          <a:bodyPr>
            <a:no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/>
              <a:t>MG2 Architecture – Global Collaboration SharePoint Site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761B89-836A-FAB3-9FF3-B11C7B01EA80}"/>
              </a:ext>
            </a:extLst>
          </p:cNvPr>
          <p:cNvSpPr/>
          <p:nvPr/>
        </p:nvSpPr>
        <p:spPr>
          <a:xfrm>
            <a:off x="1411941" y="2924736"/>
            <a:ext cx="4795068" cy="38824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2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B99563-4D23-72CE-0B9D-DB461B91B4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322" r="822" b="47008"/>
          <a:stretch/>
        </p:blipFill>
        <p:spPr>
          <a:xfrm>
            <a:off x="591671" y="1878074"/>
            <a:ext cx="6329083" cy="4570802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684238-D0B3-C3A9-57D6-D3962DE0D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832" y="1350291"/>
            <a:ext cx="6516168" cy="4766112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8139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Construction</Value>
    </Industries>
    <PlatTech xmlns="f0ee8362-fa7e-4bc9-ab88-7dcfb17cb19b">
      <Value>SharePoint</Value>
    </PlatTech>
    <BusinessUnit xmlns="f0ee8362-fa7e-4bc9-ab88-7dcfb17cb19b">
      <Value>Modern Workplace</Value>
    </BusinessUnit>
    <Solutions xmlns="f0ee8362-fa7e-4bc9-ab88-7dcfb17cb19b">
      <Value>Intranet / Extranet</Value>
    </Solutions>
    <ProjectCompletionDate xmlns="f0ee8362-fa7e-4bc9-ab88-7dcfb17cb19b" xsi:nil="true"/>
    <ApprovedByClient xmlns="f0ee8362-fa7e-4bc9-ab88-7dcfb17cb19b">false</ApprovedByClient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535CBD-F808-44F1-9C90-1A91A20F85B9}">
  <ds:schemaRefs>
    <ds:schemaRef ds:uri="http://schemas.microsoft.com/office/2006/metadata/customXsn"/>
  </ds:schemaRefs>
</ds:datastoreItem>
</file>

<file path=customXml/itemProps2.xml><?xml version="1.0" encoding="utf-8"?>
<ds:datastoreItem xmlns:ds="http://schemas.openxmlformats.org/officeDocument/2006/customXml" ds:itemID="{69DB25A8-70C2-4D68-B990-4CE6880A2F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866120-D9E5-4C57-960D-2FCDCE447E65}">
  <ds:schemaRefs>
    <ds:schemaRef ds:uri="f0ee8362-fa7e-4bc9-ab88-7dcfb17cb19b"/>
    <ds:schemaRef ds:uri="http://schemas.microsoft.com/office/2006/metadata/properties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2865AB09-12DA-4B18-97F0-5662E1E58EB6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MG2 Architecture – Global Collaboration SharePoint Site</vt:lpstr>
      <vt:lpstr>MG2 Architecture – Global Collaboration SharePoint Site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2025-05-19T21:06:38Z</dcterms:created>
  <dcterms:modified xsi:type="dcterms:W3CDTF">2025-10-09T20:50:42Z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