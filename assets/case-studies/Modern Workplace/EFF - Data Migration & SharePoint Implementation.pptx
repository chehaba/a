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696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1DE83-D266-475D-8481-9613BF1B1C87}" v="56" dt="2024-05-30T10:14:39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7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12" Type="http://schemas.openxmlformats.org/officeDocument/2006/relationships/customXml" Target="../customXml/item4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ldas Mencinskas" userId="3c4a537b-53c9-4dc0-b79b-6bd1bc9b79d9" providerId="ADAL" clId="{0591DE83-D266-475D-8481-9613BF1B1C87}"/>
    <pc:docChg chg="undo custSel modSld">
      <pc:chgData name="Evaldas Mencinskas" userId="3c4a537b-53c9-4dc0-b79b-6bd1bc9b79d9" providerId="ADAL" clId="{0591DE83-D266-475D-8481-9613BF1B1C87}" dt="2024-05-30T10:14:39.488" v="1673" actId="1076"/>
      <pc:docMkLst>
        <pc:docMk/>
      </pc:docMkLst>
      <pc:sldChg chg="addSp delSp modSp mod">
        <pc:chgData name="Evaldas Mencinskas" userId="3c4a537b-53c9-4dc0-b79b-6bd1bc9b79d9" providerId="ADAL" clId="{0591DE83-D266-475D-8481-9613BF1B1C87}" dt="2024-05-30T10:14:39.488" v="1673" actId="1076"/>
        <pc:sldMkLst>
          <pc:docMk/>
          <pc:sldMk cId="2920363097" sldId="2147469635"/>
        </pc:sldMkLst>
        <pc:spChg chg="mod">
          <ac:chgData name="Evaldas Mencinskas" userId="3c4a537b-53c9-4dc0-b79b-6bd1bc9b79d9" providerId="ADAL" clId="{0591DE83-D266-475D-8481-9613BF1B1C87}" dt="2024-05-30T10:05:47.985" v="1616" actId="20577"/>
          <ac:spMkLst>
            <pc:docMk/>
            <pc:sldMk cId="2920363097" sldId="2147469635"/>
            <ac:spMk id="2" creationId="{0E446E61-3C29-43F8-E6B1-FA850ECE9129}"/>
          </ac:spMkLst>
        </pc:spChg>
        <pc:spChg chg="mod">
          <ac:chgData name="Evaldas Mencinskas" userId="3c4a537b-53c9-4dc0-b79b-6bd1bc9b79d9" providerId="ADAL" clId="{0591DE83-D266-475D-8481-9613BF1B1C87}" dt="2024-05-30T09:08:35.296" v="80" actId="20577"/>
          <ac:spMkLst>
            <pc:docMk/>
            <pc:sldMk cId="2920363097" sldId="2147469635"/>
            <ac:spMk id="4" creationId="{BDC4B9FF-8695-D444-A5CC-2CB3135EEEAD}"/>
          </ac:spMkLst>
        </pc:spChg>
        <pc:spChg chg="add mod">
          <ac:chgData name="Evaldas Mencinskas" userId="3c4a537b-53c9-4dc0-b79b-6bd1bc9b79d9" providerId="ADAL" clId="{0591DE83-D266-475D-8481-9613BF1B1C87}" dt="2024-05-30T10:06:31.285" v="1619" actId="14100"/>
          <ac:spMkLst>
            <pc:docMk/>
            <pc:sldMk cId="2920363097" sldId="2147469635"/>
            <ac:spMk id="6" creationId="{6D7E4FC4-D235-EAB5-A631-843A6B4E848E}"/>
          </ac:spMkLst>
        </pc:spChg>
        <pc:picChg chg="del">
          <ac:chgData name="Evaldas Mencinskas" userId="3c4a537b-53c9-4dc0-b79b-6bd1bc9b79d9" providerId="ADAL" clId="{0591DE83-D266-475D-8481-9613BF1B1C87}" dt="2024-05-30T10:06:27.681" v="1617" actId="478"/>
          <ac:picMkLst>
            <pc:docMk/>
            <pc:sldMk cId="2920363097" sldId="2147469635"/>
            <ac:picMk id="5" creationId="{31D5F83B-BEB9-8F3F-5349-BEB8D9FE5ECC}"/>
          </ac:picMkLst>
        </pc:picChg>
        <pc:picChg chg="del">
          <ac:chgData name="Evaldas Mencinskas" userId="3c4a537b-53c9-4dc0-b79b-6bd1bc9b79d9" providerId="ADAL" clId="{0591DE83-D266-475D-8481-9613BF1B1C87}" dt="2024-05-30T10:07:33.518" v="1623" actId="478"/>
          <ac:picMkLst>
            <pc:docMk/>
            <pc:sldMk cId="2920363097" sldId="2147469635"/>
            <ac:picMk id="8" creationId="{B058B58F-B434-FEB4-AE4D-E325CD7A6EC7}"/>
          </ac:picMkLst>
        </pc:picChg>
        <pc:picChg chg="add mod">
          <ac:chgData name="Evaldas Mencinskas" userId="3c4a537b-53c9-4dc0-b79b-6bd1bc9b79d9" providerId="ADAL" clId="{0591DE83-D266-475D-8481-9613BF1B1C87}" dt="2024-05-30T10:14:29.097" v="1671" actId="1076"/>
          <ac:picMkLst>
            <pc:docMk/>
            <pc:sldMk cId="2920363097" sldId="2147469635"/>
            <ac:picMk id="1028" creationId="{E72E915F-EAE0-17BD-69E0-1A0DDE056F65}"/>
          </ac:picMkLst>
        </pc:picChg>
        <pc:picChg chg="add mod">
          <ac:chgData name="Evaldas Mencinskas" userId="3c4a537b-53c9-4dc0-b79b-6bd1bc9b79d9" providerId="ADAL" clId="{0591DE83-D266-475D-8481-9613BF1B1C87}" dt="2024-05-30T10:14:33.647" v="1672" actId="1076"/>
          <ac:picMkLst>
            <pc:docMk/>
            <pc:sldMk cId="2920363097" sldId="2147469635"/>
            <ac:picMk id="1030" creationId="{246D5965-41C2-25F0-9A41-29E2A78DD0C1}"/>
          </ac:picMkLst>
        </pc:picChg>
        <pc:picChg chg="add mod">
          <ac:chgData name="Evaldas Mencinskas" userId="3c4a537b-53c9-4dc0-b79b-6bd1bc9b79d9" providerId="ADAL" clId="{0591DE83-D266-475D-8481-9613BF1B1C87}" dt="2024-05-30T10:14:16.885" v="1666" actId="1076"/>
          <ac:picMkLst>
            <pc:docMk/>
            <pc:sldMk cId="2920363097" sldId="2147469635"/>
            <ac:picMk id="1032" creationId="{E9562609-6A5B-B665-FE68-845366EB1911}"/>
          </ac:picMkLst>
        </pc:picChg>
        <pc:picChg chg="add mod">
          <ac:chgData name="Evaldas Mencinskas" userId="3c4a537b-53c9-4dc0-b79b-6bd1bc9b79d9" providerId="ADAL" clId="{0591DE83-D266-475D-8481-9613BF1B1C87}" dt="2024-05-30T10:14:39.488" v="1673" actId="1076"/>
          <ac:picMkLst>
            <pc:docMk/>
            <pc:sldMk cId="2920363097" sldId="2147469635"/>
            <ac:picMk id="1034" creationId="{297CCC11-BE57-A829-C402-FB3E06D75762}"/>
          </ac:picMkLst>
        </pc:picChg>
        <pc:picChg chg="add mod">
          <ac:chgData name="Evaldas Mencinskas" userId="3c4a537b-53c9-4dc0-b79b-6bd1bc9b79d9" providerId="ADAL" clId="{0591DE83-D266-475D-8481-9613BF1B1C87}" dt="2024-05-30T10:14:21.839" v="1668" actId="1076"/>
          <ac:picMkLst>
            <pc:docMk/>
            <pc:sldMk cId="2920363097" sldId="2147469635"/>
            <ac:picMk id="1036" creationId="{F942E575-6863-53E4-B7B6-0DDB8F4190D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1AEB-BB9B-8E85-C705-A348AA9B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A74DD-1927-812D-49C1-808DE81A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FF88C-4453-C802-68FC-5D4C6F7F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CD21-EF15-928E-B785-79D0BF29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1E8D-7B89-531C-C775-84CF3D1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91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07C6-FA8A-5B8D-0271-08CEE253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C318-6499-EF04-157A-E0300ABC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3E25-52EF-4E1F-5865-FCD5DE98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6000-6F50-4310-759E-7FA63A82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D7E-76EF-9F4A-FEDE-CA3C32D8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495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BB74-5492-A688-62A1-5DFCAEBF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8568-13D8-0D55-76EF-540EB356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20D2-EACE-687E-CEC3-45CEA39C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43557-662E-D2A2-41A2-55D04BF2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B49-1442-A0CD-1881-A8590291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716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284A-0F8E-A481-9297-DC941BA5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A0AE-3230-0327-5CF4-5EB04FCDC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8C2F6-22A0-49CD-673C-C7B6028B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D7B26-9B0A-CEEB-0B44-5C6276D1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1A45B-C105-E95A-D81D-F2D26776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4FAED-7F8A-459B-FB15-B2C656C1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06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6252-54FE-8D35-2DAF-25F1D96A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BD5B-58D1-6FE4-9352-16B70FE8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CF96D-42EC-B5C8-E687-488A39841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9C821-5D69-6537-EDCC-44E4AF2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BEC08-1F9D-BFD2-9ABA-6566EB1F9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05D38-705B-FA03-20BC-5EE5D266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9C3EB-5DE7-B003-54B3-86F2DE3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5B974-66AB-702D-3CC6-27DBA04E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219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304C-B78C-39E9-BC96-F5F46534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EA4792-21CB-951A-5204-5D91F842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BC02-4251-7501-3E94-E9C1E3E5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5A057-734D-163B-7EEC-7FC9F0FD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146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480D2-B210-4FE7-DC85-6A3B69AD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73986-D1B7-E9D2-A45A-0C2954A3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617B9-2283-52FC-73CF-B4F9B75B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723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3663-0D79-64F6-6DFA-0F6EC770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0B25-9084-B91A-C611-C1495E11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1E652-EFCA-3F11-B58A-EC3CDA27F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91AA5-2A5D-BD21-4286-05A85A4F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C715F-28C1-577C-A42A-080F1C9E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B1E07-49EA-E2F4-D7E5-C0A1C1CC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520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08B2-0F6F-76DE-7835-68DD24D8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36AC3-6F54-2692-84B8-314A9A965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E8BE7-BBC9-1CA5-AF0B-8F443C92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9E6E5-E19D-9D7E-2D42-B6621E04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D248F-6175-F8A9-2AB0-EA47C697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6A434-246A-506C-23F6-3A96601D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41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863A-20D9-8CEC-CDF7-A117B440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8B607-B6DA-A75A-5E2A-B82BD3E4E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45386-C070-B5C1-D43B-E8D3421E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6DAB-7F00-5A2D-CAEC-BBADEA83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1B073-BB5F-D138-6115-A4743913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018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9C304-FEAB-01FA-DF2D-C15CBA49E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6571D-C146-CD08-1535-B17ABB13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9EC5-A4B2-BDC3-7F35-54781114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9799-07DB-4DEF-9423-6667F5EA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055FF-131C-4456-9DC3-AEDA3EDB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6068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438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9F05-3856-E7F8-F2D1-35502E14A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AD473-ACCD-36D6-B237-D36A5A1D2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C49FA-8C66-1153-22AC-B10CBBABC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0B21-9F8C-4D01-8D9A-C841602790D9}" type="datetimeFigureOut">
              <a:rPr lang="en-IE" smtClean="0"/>
              <a:t>30/05/2024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EBC1-68A1-98C8-B45B-C12C9F855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50FD-385D-F3D4-47FC-FEDA1B696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1752F-ABDC-4920-96EF-1735859A7C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326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46E61-3C29-43F8-E6B1-FA850ECE9129}"/>
              </a:ext>
            </a:extLst>
          </p:cNvPr>
          <p:cNvSpPr txBox="1"/>
          <p:nvPr/>
        </p:nvSpPr>
        <p:spPr>
          <a:xfrm>
            <a:off x="601770" y="1451895"/>
            <a:ext cx="5491163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Electronic Frontier Foundation is a </a:t>
            </a:r>
            <a:r>
              <a:rPr lang="en-GB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leading nonprofit defending digital privacy, free speech, and innovation. They approached Affirma to help with SharePoint rollout for the company and data migration from legacy tools to new SharePoint Environment.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008AD9"/>
                </a:solidFill>
                <a:latin typeface="+mj-lt"/>
                <a:cs typeface="Segoe UI"/>
              </a:rPr>
              <a:t>What We Did</a:t>
            </a:r>
            <a:endParaRPr lang="en-US" b="1" dirty="0">
              <a:solidFill>
                <a:srgbClr val="F75714"/>
              </a:solidFill>
              <a:latin typeface="+mj-lt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Affirma created new Sharepoint sites architecture; Home Site, Hub Sites, Navigation and Company Branded  SharePoint Templates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Provided Governance Guidance and Recommendations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Did assist with the Sharepoint  Rollout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Provided Staff and Admin Training Sessions, Documentation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Migrated content from Google Workspaces Shared Drives to Document Libraries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Client was using Media Wiki for knowledge base, Affirma developed custom migration process to migrate Wiki Pages to Sharepoint Pages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/>
              </a:rPr>
              <a:t>Network drive was used as Document storage and Archive. We migrated data to Document Libraries.</a:t>
            </a:r>
          </a:p>
          <a:p>
            <a:pPr marL="228600" indent="-228600">
              <a:lnSpc>
                <a:spcPct val="10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06179" cy="764390"/>
          </a:xfrm>
        </p:spPr>
        <p:txBody>
          <a:bodyPr>
            <a:normAutofit fontScale="90000"/>
          </a:bodyPr>
          <a:lstStyle/>
          <a:p>
            <a:r>
              <a:rPr lang="en-US" dirty="0"/>
              <a:t>EFF – Data Migration &amp; SharePoint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5"/>
            <a:ext cx="2743200" cy="155575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AutoShape 2" descr="Electronic Frontier Foundation">
            <a:extLst>
              <a:ext uri="{FF2B5EF4-FFF2-40B4-BE49-F238E27FC236}">
                <a16:creationId xmlns:a16="http://schemas.microsoft.com/office/drawing/2014/main" id="{6D7E4FC4-D235-EAB5-A631-843A6B4E84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797312"/>
            <a:ext cx="2784088" cy="278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028" name="Picture 4" descr="EFF Electronic Frontier Foundation Logo PNG vector in SVG, PDF, AI, CDR ...">
            <a:extLst>
              <a:ext uri="{FF2B5EF4-FFF2-40B4-BE49-F238E27FC236}">
                <a16:creationId xmlns:a16="http://schemas.microsoft.com/office/drawing/2014/main" id="{E72E915F-EAE0-17BD-69E0-1A0DDE056F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72" b="29592"/>
          <a:stretch/>
        </p:blipFill>
        <p:spPr bwMode="auto">
          <a:xfrm>
            <a:off x="6734244" y="1257392"/>
            <a:ext cx="4855986" cy="147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sharepoint logo">
            <a:extLst>
              <a:ext uri="{FF2B5EF4-FFF2-40B4-BE49-F238E27FC236}">
                <a16:creationId xmlns:a16="http://schemas.microsoft.com/office/drawing/2014/main" id="{246D5965-41C2-25F0-9A41-29E2A78D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637" y="2605190"/>
            <a:ext cx="2743199" cy="18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at Is Google Workspace And How Does It Impact Your G Suite Account ...">
            <a:extLst>
              <a:ext uri="{FF2B5EF4-FFF2-40B4-BE49-F238E27FC236}">
                <a16:creationId xmlns:a16="http://schemas.microsoft.com/office/drawing/2014/main" id="{E9562609-6A5B-B665-FE68-845366EB1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730" y="4925017"/>
            <a:ext cx="1628752" cy="81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ediawiki Logo PNG Vectors Free Download">
            <a:extLst>
              <a:ext uri="{FF2B5EF4-FFF2-40B4-BE49-F238E27FC236}">
                <a16:creationId xmlns:a16="http://schemas.microsoft.com/office/drawing/2014/main" id="{297CCC11-BE57-A829-C402-FB3E06D75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244" y="4707442"/>
            <a:ext cx="1048596" cy="117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etting Up Apache WebDAV Storage With LDAP Authentication - Sajjan's Blog">
            <a:extLst>
              <a:ext uri="{FF2B5EF4-FFF2-40B4-BE49-F238E27FC236}">
                <a16:creationId xmlns:a16="http://schemas.microsoft.com/office/drawing/2014/main" id="{F942E575-6863-53E4-B7B6-0DDB8F419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5603" y="4707442"/>
            <a:ext cx="1977284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36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</Solutions>
    <Industries xmlns="f0ee8362-fa7e-4bc9-ab88-7dcfb17cb19b">
      <Value>Non-Profit</Value>
      <Value>Legal</Value>
    </Industries>
    <Notes0 xmlns="f0ee8362-fa7e-4bc9-ab88-7dcfb17cb19b" xsi:nil="true"/>
    <Named_x0020_Account xmlns="f0ee8362-fa7e-4bc9-ab88-7dcfb17cb19b" xsi:nil="true"/>
    <PlatTech xmlns="f0ee8362-fa7e-4bc9-ab88-7dcfb17cb19b"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52DA35F8-98C4-477E-9B85-71E58CC22794}"/>
</file>

<file path=customXml/itemProps2.xml><?xml version="1.0" encoding="utf-8"?>
<ds:datastoreItem xmlns:ds="http://schemas.openxmlformats.org/officeDocument/2006/customXml" ds:itemID="{D96C1163-AA10-4CEA-8A49-98BB0A837F1D}"/>
</file>

<file path=customXml/itemProps3.xml><?xml version="1.0" encoding="utf-8"?>
<ds:datastoreItem xmlns:ds="http://schemas.openxmlformats.org/officeDocument/2006/customXml" ds:itemID="{9AF0E40C-CB7E-411C-93D5-FDFA863B8B82}"/>
</file>

<file path=customXml/itemProps4.xml><?xml version="1.0" encoding="utf-8"?>
<ds:datastoreItem xmlns:ds="http://schemas.openxmlformats.org/officeDocument/2006/customXml" ds:itemID="{22E5F021-45BE-493E-A189-392161E53B94}"/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EFF – Data Migration &amp; SharePoint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– XBOX Customer Support Dynamics 365</dc:title>
  <dc:creator>Evaldas Mencinskas</dc:creator>
  <cp:lastModifiedBy>Evaldas Mencinskas</cp:lastModifiedBy>
  <cp:revision>1</cp:revision>
  <dcterms:created xsi:type="dcterms:W3CDTF">2024-05-30T09:06:53Z</dcterms:created>
  <dcterms:modified xsi:type="dcterms:W3CDTF">2024-05-30T10:14:48Z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