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 id="300" r:id="Rc839f580436d453d"/>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c839f580436d453d" Type="http://schemas.openxmlformats.org/officeDocument/2006/relationships/slide" Target="/pp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69fce49febd1471d"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Seattle Art Museum Website</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&lt;p&gt;The Seattle Art Museum needed a way to revamp the way they managed content on their site and needed to replace the use of simple static HTML.&lt;/p&gt;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&lt;li&gt;We replaced the back end of their public website site with Microsoft SharePoint so they could easily manage their important content with a more consistent look and feel.&lt;/li&gt;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&lt;p&gt;SAM is very happy with the design improvements, ease of use, utilization of list-driven web parts to manage content which requires little to no formatting. Since making the shift to the new design, the website has a more consistent look and feel as well as enhanced functionality. Our client is saving many hours each day due to to their improved ability to manage content on their site.&lt;/p&gt;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nvPicPr>
          <p:cNvPr id="4" name="Picture 0"/>
          <p:cNvPicPr>
            <a:picLocks xmlns:a="http://schemas.openxmlformats.org/drawingml/2006/main" noChangeAspect="1"/>
          </p:cNvPicPr>
          <p:nvPr/>
        </p:nvPic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Value>UX/ UI Design</Value>
    </Solutions>
    <Industries xmlns="f0ee8362-fa7e-4bc9-ab88-7dcfb17cb19b">
      <Value>Entertainment</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4912FCF-54B4-41E7-9969-6D39D239DB5C}"/>
</file>

<file path=customXml/itemProps2.xml><?xml version="1.0" encoding="utf-8"?>
<ds:datastoreItem xmlns:ds="http://schemas.openxmlformats.org/officeDocument/2006/customXml" ds:itemID="{BEC8585B-1629-46D3-82AB-8FB565377D23}"/>
</file>

<file path=customXml/itemProps3.xml><?xml version="1.0" encoding="utf-8"?>
<ds:datastoreItem xmlns:ds="http://schemas.openxmlformats.org/officeDocument/2006/customXml" ds:itemID="{B5D7F487-1F09-4B48-A687-50D58E1EB812}"/>
</file>

<file path=customXml/itemProps4.xml><?xml version="1.0" encoding="utf-8"?>
<ds:datastoreItem xmlns:ds="http://schemas.openxmlformats.org/officeDocument/2006/customXml" ds:itemID="{2A0DB5C9-788A-463A-950E-A676DAE7827C}"/>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58;#Education|385ce81e-4183-41eb-b473-ecd18f79329c;#45;#Entertainment|164e48a0-3a66-4c7e-b4d6-c588e429c0bc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23900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