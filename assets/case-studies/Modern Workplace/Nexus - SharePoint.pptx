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83e4bad1e2674bb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83e4bad1e2674bb4" Type="http://schemas.openxmlformats.org/officeDocument/2006/relationships/slide" Target="/ppt/slides/slide2.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8eb9cfcc23884fb8"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Nexus Sharepoint Extranet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off-shored the development of their external learning portal, with the goal of creating a central location for employees to create opportunities that MCTS and CPLSs would be selected from. The project had large architectural issues and was going to take 3 months longer than its original deployment date.</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completed an architectural and business review of the project.
Based on the findings, Affirma reported results and recommendations to Microsoft.&lt;br&gt;&lt;br&gt;
We then deployed a team to resolve architectural issues to reach a phase I deployment.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Learning Nexus was launched on time. Affirma leveraged SharePoint and web technologies to streamline this process and maximize efficiency. Thousands of opportunities are now managed from one centralized location.</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xsi:nil="true"/>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7F2EE06-CFA3-40C4-968F-EA06CDD32413}"/>
</file>

<file path=customXml/itemProps2.xml><?xml version="1.0" encoding="utf-8"?>
<ds:datastoreItem xmlns:ds="http://schemas.openxmlformats.org/officeDocument/2006/customXml" ds:itemID="{271FF30B-A868-46E0-BA36-DCB78F32F74E}"/>
</file>

<file path=customXml/itemProps3.xml><?xml version="1.0" encoding="utf-8"?>
<ds:datastoreItem xmlns:ds="http://schemas.openxmlformats.org/officeDocument/2006/customXml" ds:itemID="{5FBBB68F-C731-48C8-A503-740CEE8EDFE3}"/>
</file>

<file path=customXml/itemProps4.xml><?xml version="1.0" encoding="utf-8"?>
<ds:datastoreItem xmlns:ds="http://schemas.openxmlformats.org/officeDocument/2006/customXml" ds:itemID="{BFD5B319-0E21-4494-875E-D27404CBB70C}"/>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22700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