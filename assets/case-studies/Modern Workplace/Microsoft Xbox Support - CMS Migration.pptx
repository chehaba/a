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10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9286-5434-4253-8CBC-E96CC08C93E9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33295-9F72-4A48-AFDD-E237D4CA2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27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12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7811AEA-2AE5-42BF-A8EF-FDD77DC7083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3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37D553-568D-400E-8105-C6A0369E6C0E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7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6D09536-1AF1-4DD3-92FB-A7B35D9A0501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8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0573D4D-542D-4CD6-B996-638DF11F0895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7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7FD86C-955C-4982-BEFE-5762EA9C7CB8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1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883DBFB-3FA5-4CBB-87A2-A0EE7286DB8A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7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CA77D2-0134-4FD7-B61F-E27B264424AF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DB169E5-2763-4AE0-9E07-919F601C8582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6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183348B-E3CE-495D-9E6F-5BC8B9B91EB6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8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68597C1-BFD1-456F-A7DD-6D653FABA579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9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E12F85F-7CF0-4A30-919B-4BDE9F2A4E82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8BCC246-8B30-49B4-8E14-743B9E4BCA2B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D58CA81-525C-431F-B6D8-76CF7D43B1E8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89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323E50D-8D40-490B-95D6-4F270CC054D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C42687E-5D48-4427-A1A4-E1DB902F671A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824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1AF6C09-4DCA-4DC4-A5FE-F84AE98380A7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6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72221B2-3AFA-4960-9DD6-6A9D9A6EDB99}" type="datetime1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6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F3C9BBB-41E8-42B2-8C21-C49692D1945F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9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1290162-C535-4307-80D4-03496EB6711A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1DD31B9-2631-4CC9-A76C-335AC7976A20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85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340056F-69E8-43D2-8850-3AE2DB19C458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4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0777366-3F31-4969-B82A-176E96A5EBDF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2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76389CA-A0A6-4936-AD8F-F74DDC7DA827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0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C5497B86-BE9F-4A6C-B3EC-9D1D50E4A245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9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6CBCE72-9F52-4131-A4F7-BFB4B5EFC44F}"/>
              </a:ext>
            </a:extLst>
          </p:cNvPr>
          <p:cNvSpPr/>
          <p:nvPr/>
        </p:nvSpPr>
        <p:spPr>
          <a:xfrm>
            <a:off x="381000" y="3429000"/>
            <a:ext cx="5361038" cy="2990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76845"/>
            <a:r>
              <a:rPr lang="en-US" sz="2333" b="1">
                <a:solidFill>
                  <a:srgbClr val="0096A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What We Did</a:t>
            </a: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Affirma was engaged to take the existing site design and migrate it into a new CMS platform in a very compressed project schedule.</a:t>
            </a:r>
          </a:p>
          <a:p>
            <a:pPr marL="238115" indent="-238115" defTabSz="976845">
              <a:buFont typeface="Arial" panose="020B0604020202020204" pitchFamily="34" charset="0"/>
              <a:buChar char="•"/>
            </a:pPr>
            <a:endParaRPr lang="en-US" sz="15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created the new master pages, templates, content types, web parts, and pages necessary for the new site, migrated all content and deployed the application. </a:t>
            </a:r>
          </a:p>
          <a:p>
            <a:pPr defTabSz="976845"/>
            <a:endParaRPr lang="en-US" sz="15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Support.Xbox.com is now live and localized into over 40 languages. Feedback from users has been extremely positive. The project was launched on-time and under budget.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B704DB-A255-4B7C-B398-7A9965BD1DE1}"/>
              </a:ext>
            </a:extLst>
          </p:cNvPr>
          <p:cNvSpPr txBox="1"/>
          <p:nvPr/>
        </p:nvSpPr>
        <p:spPr>
          <a:xfrm>
            <a:off x="381000" y="1218960"/>
            <a:ext cx="5588597" cy="22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45"/>
            <a:r>
              <a:rPr lang="en-US" sz="2333" b="1">
                <a:solidFill>
                  <a:srgbClr val="0096A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Business Need</a:t>
            </a:r>
            <a:endParaRPr lang="en-US" sz="2333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Support.Xbox.com provides a self-service support platform for customers who are having issues with their consoles, need to update billing information or want to manage their accounts. </a:t>
            </a:r>
          </a:p>
          <a:p>
            <a:pPr defTabSz="976845"/>
            <a:endParaRPr lang="en-US" sz="15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Microsoft needed to migrate their existing support site away from a custom CMS platform in an extremely condensed timeframe.</a:t>
            </a:r>
          </a:p>
          <a:p>
            <a:pPr marL="238115" indent="-238115" defTabSz="976845">
              <a:buFont typeface="Arial" panose="020B0604020202020204" pitchFamily="34" charset="0"/>
              <a:buChar char="•"/>
            </a:pPr>
            <a:endParaRPr lang="en-US" sz="1333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51FFD73-A787-4B84-B5FA-BB0A5C3C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- Support.Xbox.com Migration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CB5E71-DE37-40E0-88CA-5B15BA2E3232}"/>
              </a:ext>
            </a:extLst>
          </p:cNvPr>
          <p:cNvGrpSpPr>
            <a:grpSpLocks noChangeAspect="1"/>
          </p:cNvGrpSpPr>
          <p:nvPr/>
        </p:nvGrpSpPr>
        <p:grpSpPr>
          <a:xfrm>
            <a:off x="6222405" y="1854433"/>
            <a:ext cx="5709072" cy="3842416"/>
            <a:chOff x="382965" y="1990226"/>
            <a:chExt cx="7299380" cy="491275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DA3DE49-5B22-4DB1-832D-77594DB440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0"/>
            <a:stretch/>
          </p:blipFill>
          <p:spPr>
            <a:xfrm>
              <a:off x="382965" y="1990226"/>
              <a:ext cx="7299380" cy="491275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1ACEA90-DE04-4AF2-AB03-937CC5C59B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15494"/>
            <a:stretch/>
          </p:blipFill>
          <p:spPr>
            <a:xfrm>
              <a:off x="1250398" y="2240328"/>
              <a:ext cx="5649166" cy="3825767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DBF3B1A-3EC0-724F-B255-B9E83DF59F0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92340" y="1332974"/>
            <a:ext cx="1267121" cy="38834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8F516C6-9C14-F04B-B018-99416B6852C1}"/>
              </a:ext>
            </a:extLst>
          </p:cNvPr>
          <p:cNvGrpSpPr>
            <a:grpSpLocks noChangeAspect="1"/>
          </p:cNvGrpSpPr>
          <p:nvPr/>
        </p:nvGrpSpPr>
        <p:grpSpPr>
          <a:xfrm>
            <a:off x="9893607" y="-186473"/>
            <a:ext cx="2037870" cy="1347625"/>
            <a:chOff x="9827102" y="6014908"/>
            <a:chExt cx="2972716" cy="1965830"/>
          </a:xfrm>
        </p:grpSpPr>
        <p:pic>
          <p:nvPicPr>
            <p:cNvPr id="10" name="Picture 9" descr="http://www.psdeps.com/wp-content/uploads/New-Microsoft-2013-Logo-Vector.png">
              <a:extLst>
                <a:ext uri="{FF2B5EF4-FFF2-40B4-BE49-F238E27FC236}">
                  <a16:creationId xmlns:a16="http://schemas.microsoft.com/office/drawing/2014/main" id="{9894BCD4-366F-B140-B33C-779106D0B1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862"/>
            <a:stretch/>
          </p:blipFill>
          <p:spPr bwMode="auto">
            <a:xfrm>
              <a:off x="9827102" y="6014908"/>
              <a:ext cx="777002" cy="1965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http://www.psdeps.com/wp-content/uploads/New-Microsoft-2013-Logo-Vector.png">
              <a:extLst>
                <a:ext uri="{FF2B5EF4-FFF2-40B4-BE49-F238E27FC236}">
                  <a16:creationId xmlns:a16="http://schemas.microsoft.com/office/drawing/2014/main" id="{B4381F06-2CF7-AF4C-8A0A-6856B65145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38" t="36762" b="36851"/>
            <a:stretch/>
          </p:blipFill>
          <p:spPr bwMode="auto">
            <a:xfrm>
              <a:off x="10604103" y="6738462"/>
              <a:ext cx="2195715" cy="5187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2467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</BusinessUnit>
    <Solutions xmlns="f0ee8362-fa7e-4bc9-ab88-7dcfb17cb19b">
      <Value>Customer / Partner Portal</Value>
      <Value>Migrations</Value>
    </Solutions>
    <Industries xmlns="f0ee8362-fa7e-4bc9-ab88-7dcfb17cb19b">
      <Value>Technology</Value>
    </Industries>
    <Notes0 xmlns="f0ee8362-fa7e-4bc9-ab88-7dcfb17cb19b" xsi:nil="true"/>
    <Named_x0020_Account xmlns="f0ee8362-fa7e-4bc9-ab88-7dcfb17cb19b">Microsoft</Named_x0020_Account>
    <PlatTech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7CFCB7E4-B5C2-4BA2-BAD0-5EA53E6C8BF4}"/>
</file>

<file path=customXml/itemProps2.xml><?xml version="1.0" encoding="utf-8"?>
<ds:datastoreItem xmlns:ds="http://schemas.openxmlformats.org/officeDocument/2006/customXml" ds:itemID="{CD96E50F-D1EA-45E2-B02A-D4AFC02E6BFD}"/>
</file>

<file path=customXml/itemProps3.xml><?xml version="1.0" encoding="utf-8"?>
<ds:datastoreItem xmlns:ds="http://schemas.openxmlformats.org/officeDocument/2006/customXml" ds:itemID="{1E6AB7C9-2608-486E-9DBC-27FA5E6EEABE}"/>
</file>

<file path=customXml/itemProps4.xml><?xml version="1.0" encoding="utf-8"?>
<ds:datastoreItem xmlns:ds="http://schemas.openxmlformats.org/officeDocument/2006/customXml" ds:itemID="{09AADF33-F180-4ADB-87C5-B4546DCAA99C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Segoe UI Semilight</vt:lpstr>
      <vt:lpstr>Custom Design</vt:lpstr>
      <vt:lpstr>Microsoft - Support.Xbox.com Migration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Xbox Support - CMS Migration</dc:title>
  <dc:creator>Brendan Murphy</dc:creator>
  <cp:lastModifiedBy>Brendan Murphy</cp:lastModifiedBy>
  <cp:revision>2</cp:revision>
  <dcterms:created xsi:type="dcterms:W3CDTF">2024-03-22T17:35:31Z</dcterms:created>
  <dcterms:modified xsi:type="dcterms:W3CDTF">2024-03-22T17:39:13Z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