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321FA1-7552-7F77-49F0-B44CF490D593}" v="29" dt="2020-06-29T19:05:11.594"/>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4.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y Hendrick" userId="S::shendrick@affirma.com::69b81e1b-1f76-4910-8a0a-e1a3c79cc76d" providerId="AD" clId="Web-{22321FA1-7552-7F77-49F0-B44CF490D593}"/>
    <pc:docChg chg="modSld">
      <pc:chgData name="Shay Hendrick" userId="S::shendrick@affirma.com::69b81e1b-1f76-4910-8a0a-e1a3c79cc76d" providerId="AD" clId="Web-{22321FA1-7552-7F77-49F0-B44CF490D593}" dt="2020-06-29T19:05:09.313" v="25" actId="20577"/>
      <pc:docMkLst>
        <pc:docMk/>
      </pc:docMkLst>
      <pc:sldChg chg="modSp">
        <pc:chgData name="Shay Hendrick" userId="S::shendrick@affirma.com::69b81e1b-1f76-4910-8a0a-e1a3c79cc76d" providerId="AD" clId="Web-{22321FA1-7552-7F77-49F0-B44CF490D593}" dt="2020-06-29T19:05:08.563" v="23" actId="20577"/>
        <pc:sldMkLst>
          <pc:docMk/>
          <pc:sldMk cId="2582825011" sldId="300"/>
        </pc:sldMkLst>
        <pc:spChg chg="mod">
          <ac:chgData name="Shay Hendrick" userId="S::shendrick@affirma.com::69b81e1b-1f76-4910-8a0a-e1a3c79cc76d" providerId="AD" clId="Web-{22321FA1-7552-7F77-49F0-B44CF490D593}" dt="2020-06-29T19:04:54.484" v="4" actId="20577"/>
          <ac:spMkLst>
            <pc:docMk/>
            <pc:sldMk cId="2582825011" sldId="300"/>
            <ac:spMk id="31" creationId="{EC9A7433-5BCD-4EA6-924A-53FDBF0CAAA6}"/>
          </ac:spMkLst>
        </pc:spChg>
        <pc:spChg chg="mod">
          <ac:chgData name="Shay Hendrick" userId="S::shendrick@affirma.com::69b81e1b-1f76-4910-8a0a-e1a3c79cc76d" providerId="AD" clId="Web-{22321FA1-7552-7F77-49F0-B44CF490D593}" dt="2020-06-29T19:05:01.782" v="17" actId="20577"/>
          <ac:spMkLst>
            <pc:docMk/>
            <pc:sldMk cId="2582825011" sldId="300"/>
            <ac:spMk id="33" creationId="{A2CD0AFB-BBEB-434B-985F-3ACF7BE51454}"/>
          </ac:spMkLst>
        </pc:spChg>
        <pc:spChg chg="mod">
          <ac:chgData name="Shay Hendrick" userId="S::shendrick@affirma.com::69b81e1b-1f76-4910-8a0a-e1a3c79cc76d" providerId="AD" clId="Web-{22321FA1-7552-7F77-49F0-B44CF490D593}" dt="2020-06-29T19:05:08.563" v="23" actId="20577"/>
          <ac:spMkLst>
            <pc:docMk/>
            <pc:sldMk cId="2582825011" sldId="300"/>
            <ac:spMk id="35" creationId="{127A5A2A-6A75-46BB-A872-3D435F9C8C2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6/29/2020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6/29/2020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Tulalip Resort Casino SharePoint Site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1330364"/>
          </a:xfrm>
          <a:prstGeom prst="rect">
            <a:avLst/>
          </a:prstGeom>
          <a:noFill/>
        </p:spPr>
        <p:txBody>
          <a:bodyPr wrap="square" rtlCol="0" anchor="t">
            <a:spAutoFit/>
          </a:bodyPr>
          <a:lstStyle/>
          <a:p>
            <a:pPr>
              <a:lnSpc>
                <a:spcPct val="150000"/>
              </a:lnSpc>
            </a:pPr>
            <a:r>
              <a:rPr lang="en-US" sz="1100" b="0" i="0" kern="1200" dirty="0">
                <a:effectLst/>
                <a:latin typeface="Open Sans"/>
                <a:ea typeface="+mn-ea"/>
                <a:cs typeface="+mn-cs"/>
              </a:rPr>
              <a:t>Tulalip came to </a:t>
            </a:r>
            <a:r>
              <a:rPr lang="en-US" sz="1100" b="0" i="0" kern="1200" dirty="0" err="1">
                <a:effectLst/>
                <a:latin typeface="Open Sans"/>
                <a:ea typeface="+mn-ea"/>
                <a:cs typeface="+mn-cs"/>
              </a:rPr>
              <a:t>Affirma</a:t>
            </a:r>
            <a:r>
              <a:rPr lang="en-US" sz="1100" b="0" i="0" kern="1200" dirty="0">
                <a:effectLst/>
                <a:latin typeface="Open Sans"/>
                <a:ea typeface="+mn-ea"/>
                <a:cs typeface="+mn-cs"/>
              </a:rPr>
              <a:t> with an issue of not having a central location to store widespread information throughout the company. They had a previous vendor that they were using for SharePoint development but quickly found they were not getting the value they needed</a:t>
            </a:r>
            <a:r>
              <a:rPr lang="en-US" sz="1100" dirty="0">
                <a:latin typeface="Open Sans"/>
              </a:rPr>
              <a:t>.</a:t>
            </a:r>
            <a:r>
              <a:rPr lang="en-US" sz="1100" b="0" i="0" kern="1200" dirty="0">
                <a:effectLst/>
                <a:latin typeface="Open Sans"/>
                <a:ea typeface="+mn-ea"/>
                <a:cs typeface="+mn-cs"/>
              </a:rPr>
              <a:t>
</a:t>
            </a: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1838196"/>
          </a:xfrm>
          <a:prstGeom prst="rect">
            <a:avLst/>
          </a:prstGeom>
          <a:noFill/>
        </p:spPr>
        <p:txBody>
          <a:bodyPr wrap="square" rtlCol="0" anchor="t">
            <a:spAutoFit/>
          </a:bodyPr>
          <a:lstStyle/>
          <a:p>
            <a:pPr>
              <a:lnSpc>
                <a:spcPct val="150000"/>
              </a:lnSpc>
            </a:pPr>
            <a:r>
              <a:rPr lang="en-US" sz="1100" b="0" i="0" kern="1200" dirty="0" err="1">
                <a:effectLst/>
                <a:latin typeface="Open Sans"/>
                <a:ea typeface="+mn-ea"/>
                <a:cs typeface="+mn-cs"/>
              </a:rPr>
              <a:t>Affirma</a:t>
            </a:r>
            <a:r>
              <a:rPr lang="en-US" sz="1100" b="0" i="0" kern="1200" dirty="0">
                <a:effectLst/>
                <a:latin typeface="Open Sans"/>
                <a:ea typeface="+mn-ea"/>
                <a:cs typeface="+mn-cs"/>
              </a:rPr>
              <a:t> stepped in with a strong BA team to understand </a:t>
            </a:r>
            <a:r>
              <a:rPr lang="en-US" sz="1100" b="0" i="0" kern="1200" dirty="0" err="1">
                <a:effectLst/>
                <a:latin typeface="Open Sans"/>
                <a:ea typeface="+mn-ea"/>
                <a:cs typeface="+mn-cs"/>
              </a:rPr>
              <a:t>Tulalip&amp;rsquo;s</a:t>
            </a:r>
            <a:r>
              <a:rPr lang="en-US" sz="1100" b="0" i="0" kern="1200" dirty="0">
                <a:effectLst/>
                <a:latin typeface="Open Sans"/>
                <a:ea typeface="+mn-ea"/>
                <a:cs typeface="+mn-cs"/>
              </a:rPr>
              <a:t> core issues. We came up with a solution to create a SharePoint site that contained two distinct areas: one for managing Tulalip guests, and another for managing internal Tulalip employee content. In addition, creating a &amp;</a:t>
            </a:r>
            <a:r>
              <a:rPr lang="en-US" sz="1100" b="0" i="0" kern="1200" dirty="0" err="1">
                <a:effectLst/>
                <a:latin typeface="Open Sans"/>
                <a:ea typeface="+mn-ea"/>
                <a:cs typeface="+mn-cs"/>
              </a:rPr>
              <a:t>ldquo;Guest</a:t>
            </a:r>
            <a:r>
              <a:rPr lang="en-US" sz="1100" b="0" i="0" kern="1200" dirty="0">
                <a:effectLst/>
                <a:latin typeface="Open Sans"/>
                <a:ea typeface="+mn-ea"/>
                <a:cs typeface="+mn-cs"/>
              </a:rPr>
              <a:t> </a:t>
            </a:r>
            <a:r>
              <a:rPr lang="en-US" sz="1100" b="0" i="0" kern="1200" dirty="0" err="1">
                <a:effectLst/>
                <a:latin typeface="Open Sans"/>
                <a:ea typeface="+mn-ea"/>
                <a:cs typeface="+mn-cs"/>
              </a:rPr>
              <a:t>Management&amp;rdquo</a:t>
            </a:r>
            <a:r>
              <a:rPr lang="en-US" sz="1100" b="0" i="0" kern="1200" dirty="0">
                <a:effectLst/>
                <a:latin typeface="Open Sans"/>
                <a:ea typeface="+mn-ea"/>
                <a:cs typeface="+mn-cs"/>
              </a:rPr>
              <a:t>; section within their SharePoint site would strive to bring together all the different knowledge streams</a:t>
            </a:r>
            <a:r>
              <a:rPr lang="en-US" sz="1100" dirty="0">
                <a:latin typeface="Open Sans"/>
              </a:rPr>
              <a:t>.</a:t>
            </a:r>
            <a:r>
              <a:rPr lang="en-US" sz="1100" b="0" i="0" kern="1200" dirty="0">
                <a:effectLst/>
                <a:latin typeface="Open Sans"/>
                <a:ea typeface="+mn-ea"/>
                <a:cs typeface="+mn-cs"/>
              </a:rPr>
              <a:t>
</a:t>
            </a: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1076449"/>
          </a:xfrm>
          <a:prstGeom prst="rect">
            <a:avLst/>
          </a:prstGeom>
          <a:noFill/>
        </p:spPr>
        <p:txBody>
          <a:bodyPr wrap="square" rtlCol="0" anchor="t">
            <a:spAutoFit/>
          </a:bodyPr>
          <a:lstStyle/>
          <a:p>
            <a:pPr>
              <a:lnSpc>
                <a:spcPct val="150000"/>
              </a:lnSpc>
            </a:pPr>
            <a:r>
              <a:rPr lang="en-US" sz="1100" dirty="0" err="1">
                <a:latin typeface="Open Sans"/>
              </a:rPr>
              <a:t>Affirma's</a:t>
            </a:r>
            <a:r>
              <a:rPr lang="en-US" sz="1100" b="0" i="0" kern="1200" dirty="0">
                <a:effectLst/>
                <a:latin typeface="Open Sans"/>
                <a:ea typeface="+mn-ea"/>
                <a:cs typeface="+mn-cs"/>
              </a:rPr>
              <a:t> approach helped to centralize all the different information that Tulalip employees use for giving their guests the best service since there are so many different departments that handle guests and contain specific information</a:t>
            </a:r>
            <a:r>
              <a:rPr lang="en-US" sz="1100" dirty="0">
                <a:latin typeface="Open Sans"/>
              </a:rPr>
              <a:t>.</a:t>
            </a:r>
            <a:r>
              <a:rPr lang="en-US" sz="1100" b="0" i="0" kern="1200" dirty="0">
                <a:effectLst/>
                <a:latin typeface="Open Sans"/>
                <a:ea typeface="+mn-ea"/>
                <a:cs typeface="+mn-cs"/>
              </a:rPr>
              <a:t>
</a:t>
            </a: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Intranet / Extranet</Value>
    </Solutions>
    <Industries xmlns="f0ee8362-fa7e-4bc9-ab88-7dcfb17cb19b">
      <Value>Entertainment</Value>
    </Industries>
    <Notes0 xmlns="f0ee8362-fa7e-4bc9-ab88-7dcfb17cb19b" xsi:nil="true"/>
    <Named_x0020_Account xmlns="f0ee8362-fa7e-4bc9-ab88-7dcfb17cb19b" xsi:nil="true"/>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1DF4433A-BB40-4DE4-983A-FADD20E3D15F}">
  <ds:schemaRefs>
    <ds:schemaRef ds:uri="http://schemas.microsoft.com/office/2006/metadata/properties"/>
    <ds:schemaRef ds:uri="http://schemas.microsoft.com/office/infopath/2007/PartnerControls"/>
    <ds:schemaRef ds:uri="54243e05-8da7-404c-85e0-0480aaa26276"/>
  </ds:schemaRefs>
</ds:datastoreItem>
</file>

<file path=customXml/itemProps2.xml><?xml version="1.0" encoding="utf-8"?>
<ds:datastoreItem xmlns:ds="http://schemas.openxmlformats.org/officeDocument/2006/customXml" ds:itemID="{3E115576-D5DC-4D7C-AA66-0B75A4D0ADDD}">
  <ds:schemaRefs>
    <ds:schemaRef ds:uri="http://schemas.microsoft.com/sharepoint/v3/contenttype/forms"/>
  </ds:schemaRefs>
</ds:datastoreItem>
</file>

<file path=customXml/itemProps3.xml><?xml version="1.0" encoding="utf-8"?>
<ds:datastoreItem xmlns:ds="http://schemas.openxmlformats.org/officeDocument/2006/customXml" ds:itemID="{426AAE26-1D19-4C52-A394-0A34A03E1FDF}"/>
</file>

<file path=customXml/itemProps4.xml><?xml version="1.0" encoding="utf-8"?>
<ds:datastoreItem xmlns:ds="http://schemas.openxmlformats.org/officeDocument/2006/customXml" ds:itemID="{8DF81E6C-321B-42B4-B3C8-C2D109F87554}"/>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Tulalip Resort Casino SharePoint Site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579</cp:revision>
  <dcterms:created xsi:type="dcterms:W3CDTF">2017-10-09T12:47:23Z</dcterms:created>
  <dcterms:modified xsi:type="dcterms:W3CDTF">2020-06-29T19:05:34Z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45;#Entertainment|164e48a0-3a66-4c7e-b4d6-c588e429c0bc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25300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