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4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70E3-4BF5-47E6-7875-500461FB5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2BFBB-B1FC-3B86-D71B-E6626C5AC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1115-AF67-AEC8-1583-0895B016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5CC97-195D-F38E-B138-863FAA5F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3EF8C-4E29-EED8-682A-1FE8359E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0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38B6-EE07-0E8B-0817-3134C325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3D644-AD19-BDB3-D49D-47D5543E7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23658-16AA-B45A-F4AE-B3A97A64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933C2-C657-FD3F-4DC8-7317DA90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34D6E-3318-62D6-BEDB-F0BBD108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E7C4-0270-18CD-05C5-A6FC7B11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6113A-C1FA-745D-C210-9844F991B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DB1F6-E9B4-BAEF-CCF5-400250C34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8A4AE-9CD3-8AC3-75E4-133991E0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F7EE9-F313-41CA-44E6-E8388A47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788D-794C-1124-D711-3B526528D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DA7B3-948D-1C9E-AD6A-0A54705C9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7256E-FF7A-5FEB-8F7D-CB2008685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8AF55-ABE2-15F5-D8FA-F38E728D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11F82-B388-1168-B353-6975BC73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20FEC-057D-16F4-D8C6-C1BBCC70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2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DC09-7999-FEF3-FAEC-31A2DAE41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22642-268F-363A-6992-3452CC37A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EF5E4-1F05-0A2A-C049-C85331DEB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64A421-AED1-1841-2728-BCA5DA583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9F66E-F9E6-DBA5-C0AE-6680C0CED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B6301-DEB5-DB84-7265-62304954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A521B-AA45-B279-C62F-E66D209E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466F4-E170-A241-BF3C-1241DAC3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4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4224-312D-3151-6F0C-C6E18E3E2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5F4FD-875A-50FC-99A2-FADD9127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6672A-7537-D2E1-C3A1-578F7C5AD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97E71-30EA-4B7C-5A3F-3750EBCD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5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A586B-F9BF-E644-4B13-96CB1788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BD12D-998A-6EE4-A43F-1497F0E1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44A9A-BD10-8A95-22B1-8125A2D6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52EA-8F5B-D920-8154-42B679FE4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A5815-9FF5-A7F9-FFB6-035E93C73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183A2-A382-E3AC-CA3E-4664B1610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552E6-3F8D-FD7B-2056-367C59FA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C7024-86A0-8DC5-01F2-B8C5593B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3515D-5C19-EA54-3157-EEAA6341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1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3058-34F7-14C9-72E0-4B0F47205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F7C53-4FC5-5217-51A8-A041AB9AC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952F2-EF64-2117-EC5F-2B5B8EF4E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5703E-BFE3-1042-F0BC-24978EB18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D2936-7436-6973-FB12-9F012C63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6D2E6-B21A-A4C9-BA54-D3BD987ED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1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716-03F9-41E0-5996-542041EA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4C6BB-07F0-948D-7A8F-757782914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E2EBE-C9E8-DD4C-49E0-A758AAB2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A80A3-2991-FAFA-36F2-68419F3B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5F2A2-744B-3C00-C7FA-01DD5C5C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7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8359F-EBDF-B0C7-1A09-B7F0941DA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85AF1-9544-DD3F-F555-15E754719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C21BC-62CA-AA62-05C4-B7898B92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69443-A674-B6BE-548F-3BDAA5A6F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9BDF4-6622-833C-7E32-F88872F3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00836" y="0"/>
            <a:ext cx="549116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530816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53085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218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69C76-D74A-66B8-D9BC-20C760C3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AEDC9-4EE9-B3FF-C41A-3235DD913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1141B-C285-1431-21A6-024F9F223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FC5E4-D093-6CDE-2302-2FBD5CABA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27DD1-CE2F-C629-D805-F98B3BD4C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4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Right 13">
            <a:extLst>
              <a:ext uri="{FF2B5EF4-FFF2-40B4-BE49-F238E27FC236}">
                <a16:creationId xmlns:a16="http://schemas.microsoft.com/office/drawing/2014/main" id="{5CAA0C18-E1C8-4606-B30F-78899C6DA303}"/>
              </a:ext>
            </a:extLst>
          </p:cNvPr>
          <p:cNvSpPr/>
          <p:nvPr/>
        </p:nvSpPr>
        <p:spPr>
          <a:xfrm rot="3529624">
            <a:off x="1987309" y="4672523"/>
            <a:ext cx="608721" cy="232015"/>
          </a:xfrm>
          <a:prstGeom prst="rightArrow">
            <a:avLst>
              <a:gd name="adj1" fmla="val 50000"/>
              <a:gd name="adj2" fmla="val 95497"/>
            </a:avLst>
          </a:prstGeom>
          <a:solidFill>
            <a:srgbClr val="094AB2"/>
          </a:solidFill>
          <a:ln>
            <a:solidFill>
              <a:srgbClr val="0949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308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3739A4B-2579-4914-B766-9D075A91EDD6}"/>
              </a:ext>
            </a:extLst>
          </p:cNvPr>
          <p:cNvSpPr/>
          <p:nvPr/>
        </p:nvSpPr>
        <p:spPr>
          <a:xfrm rot="7890788">
            <a:off x="3803841" y="4703021"/>
            <a:ext cx="670336" cy="250035"/>
          </a:xfrm>
          <a:prstGeom prst="rightArrow">
            <a:avLst>
              <a:gd name="adj1" fmla="val 50000"/>
              <a:gd name="adj2" fmla="val 95497"/>
            </a:avLst>
          </a:prstGeom>
          <a:solidFill>
            <a:srgbClr val="094AB2"/>
          </a:solidFill>
          <a:ln>
            <a:solidFill>
              <a:srgbClr val="0949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308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E7EBD-F492-4F94-BBA3-330F5E5C6950}"/>
              </a:ext>
            </a:extLst>
          </p:cNvPr>
          <p:cNvSpPr/>
          <p:nvPr/>
        </p:nvSpPr>
        <p:spPr>
          <a:xfrm>
            <a:off x="553279" y="1525609"/>
            <a:ext cx="6293172" cy="17312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1970">
              <a:lnSpc>
                <a:spcPct val="150000"/>
              </a:lnSpc>
              <a:spcBef>
                <a:spcPts val="833"/>
              </a:spcBef>
            </a:pPr>
            <a:r>
              <a:rPr lang="en-US" sz="1667" b="1"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Engagement Overview</a:t>
            </a:r>
          </a:p>
          <a:p>
            <a:pPr marL="285739" lvl="0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33">
                <a:latin typeface="Arial Nova Light" panose="020B0304020202020204" pitchFamily="34" charset="0"/>
                <a:cs typeface="Aharoni" panose="02010803020104030203" pitchFamily="2" charset="-79"/>
              </a:rPr>
              <a:t>100TB </a:t>
            </a:r>
            <a:r>
              <a:rPr lang="en-US" sz="1333" err="1">
                <a:latin typeface="Arial Nova Light" panose="020B0304020202020204" pitchFamily="34" charset="0"/>
                <a:cs typeface="Aharoni" panose="02010803020104030203" pitchFamily="2" charset="-79"/>
              </a:rPr>
              <a:t>Zoho</a:t>
            </a:r>
            <a:r>
              <a:rPr lang="en-US" sz="1333">
                <a:latin typeface="Arial Nova Light" panose="020B0304020202020204" pitchFamily="34" charset="0"/>
                <a:cs typeface="Aharoni" panose="02010803020104030203" pitchFamily="2" charset="-79"/>
              </a:rPr>
              <a:t> to OneDrive Migration</a:t>
            </a:r>
          </a:p>
          <a:p>
            <a:pPr marL="285739" lvl="0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33">
                <a:latin typeface="Arial Nova Light" panose="020B0304020202020204" pitchFamily="34" charset="0"/>
                <a:cs typeface="Aharoni" panose="02010803020104030203" pitchFamily="2" charset="-79"/>
              </a:rPr>
              <a:t>Created custom IP to accelerate migration speeds</a:t>
            </a:r>
          </a:p>
          <a:p>
            <a:pPr marL="285739" lvl="0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33">
                <a:latin typeface="Arial Nova Light" panose="020B0304020202020204" pitchFamily="34" charset="0"/>
                <a:cs typeface="Aharoni" panose="02010803020104030203" pitchFamily="2" charset="-79"/>
              </a:rPr>
              <a:t>Consulted around change management and rollout efforts</a:t>
            </a:r>
          </a:p>
          <a:p>
            <a:pPr marL="285739" lvl="0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33">
                <a:latin typeface="Arial Nova Light" panose="020B0304020202020204" pitchFamily="34" charset="0"/>
                <a:cs typeface="Aharoni" panose="02010803020104030203" pitchFamily="2" charset="-79"/>
              </a:rPr>
              <a:t>POC for 700+TB Dropbox to OneDrive migration</a:t>
            </a: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8689E7DB-2821-434C-9F09-D711823532D0}"/>
              </a:ext>
            </a:extLst>
          </p:cNvPr>
          <p:cNvSpPr txBox="1">
            <a:spLocks/>
          </p:cNvSpPr>
          <p:nvPr/>
        </p:nvSpPr>
        <p:spPr>
          <a:xfrm>
            <a:off x="11529081" y="6542596"/>
            <a:ext cx="2743200" cy="15480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6F86DB-78DF-EB43-A6BE-40415A3A0052}" type="slidenum">
              <a:rPr lang="en-US" sz="667" smtClean="0"/>
              <a:pPr/>
              <a:t>1</a:t>
            </a:fld>
            <a:endParaRPr lang="en-US" sz="1602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30C56-02F8-345A-3C71-673D65C71C37}"/>
              </a:ext>
            </a:extLst>
          </p:cNvPr>
          <p:cNvSpPr txBox="1"/>
          <p:nvPr/>
        </p:nvSpPr>
        <p:spPr>
          <a:xfrm>
            <a:off x="265658" y="807497"/>
            <a:ext cx="6097555" cy="4513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33">
                <a:solidFill>
                  <a:srgbClr val="1B3F77"/>
                </a:solidFill>
                <a:latin typeface="Arial Nova Cond Light" panose="020B0306020202020204" pitchFamily="34" charset="0"/>
                <a:cs typeface="Aharoni" panose="02010803020104030203" pitchFamily="2" charset="-79"/>
              </a:rPr>
              <a:t>OneDrive Migration</a:t>
            </a:r>
            <a:endParaRPr lang="en-US" sz="2333"/>
          </a:p>
        </p:txBody>
      </p:sp>
      <p:pic>
        <p:nvPicPr>
          <p:cNvPr id="1028" name="Picture 4" descr="How Social Media Can Add to Your Well-Being (Not…">
            <a:extLst>
              <a:ext uri="{FF2B5EF4-FFF2-40B4-BE49-F238E27FC236}">
                <a16:creationId xmlns:a16="http://schemas.microsoft.com/office/drawing/2014/main" id="{0B338A47-48C0-E4B1-2B53-09682A6B9A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5" r="20040"/>
          <a:stretch/>
        </p:blipFill>
        <p:spPr bwMode="auto">
          <a:xfrm>
            <a:off x="6675299" y="0"/>
            <a:ext cx="556683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BFD4F8E5-F48E-D1B5-9B79-8C149B602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658" y="224839"/>
            <a:ext cx="8661033" cy="76439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33" b="1" spc="-183">
                <a:solidFill>
                  <a:srgbClr val="1B3F77"/>
                </a:solidFill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LARGE SOCIAL MEDIA COMPANY</a:t>
            </a:r>
          </a:p>
        </p:txBody>
      </p:sp>
      <p:pic>
        <p:nvPicPr>
          <p:cNvPr id="1032" name="Picture 8" descr="Onedrive Logo vector by WindyThePlaneh on DeviantArt">
            <a:extLst>
              <a:ext uri="{FF2B5EF4-FFF2-40B4-BE49-F238E27FC236}">
                <a16:creationId xmlns:a16="http://schemas.microsoft.com/office/drawing/2014/main" id="{BE120705-4CE0-E1F4-4CAE-EDEFC4E5D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93" y="5402797"/>
            <a:ext cx="1038472" cy="77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26627CE-75AF-3F1B-4791-AC2259BED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09" y="3800661"/>
            <a:ext cx="1244963" cy="42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ownload Dropbox Logo in SVG Vector or PNG File Format - Logo.wine">
            <a:extLst>
              <a:ext uri="{FF2B5EF4-FFF2-40B4-BE49-F238E27FC236}">
                <a16:creationId xmlns:a16="http://schemas.microsoft.com/office/drawing/2014/main" id="{636900C0-AA8B-0B7A-C736-6E9C9E3F2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83" y="3430608"/>
            <a:ext cx="2089005" cy="139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79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Migrations</Value>
    </Solutions>
    <Industries xmlns="f0ee8362-fa7e-4bc9-ab88-7dcfb17cb19b">
      <Value>Technology</Value>
    </Industries>
    <Notes0 xmlns="f0ee8362-fa7e-4bc9-ab88-7dcfb17cb19b" xsi:nil="true"/>
    <Named_x0020_Account xmlns="f0ee8362-fa7e-4bc9-ab88-7dcfb17cb19b">Meta</Named_x0020_Account>
    <PlatTech xmlns="f0ee8362-fa7e-4bc9-ab88-7dcfb17cb19b">
      <Value>Zoho</Value>
      <Value>OneDrive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1D2E0912-6A70-4FDF-B400-88F3B662A726}"/>
</file>

<file path=customXml/itemProps2.xml><?xml version="1.0" encoding="utf-8"?>
<ds:datastoreItem xmlns:ds="http://schemas.openxmlformats.org/officeDocument/2006/customXml" ds:itemID="{BE45E7E2-7C0F-429A-9AAD-201E646E9978}"/>
</file>

<file path=customXml/itemProps3.xml><?xml version="1.0" encoding="utf-8"?>
<ds:datastoreItem xmlns:ds="http://schemas.openxmlformats.org/officeDocument/2006/customXml" ds:itemID="{D62B9E02-50F4-47E5-9BCF-53827D3699B3}"/>
</file>

<file path=customXml/itemProps4.xml><?xml version="1.0" encoding="utf-8"?>
<ds:datastoreItem xmlns:ds="http://schemas.openxmlformats.org/officeDocument/2006/customXml" ds:itemID="{5AF3BB1E-6C91-477A-A613-96D05D86BE9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Aharoni</vt:lpstr>
      <vt:lpstr>Arial</vt:lpstr>
      <vt:lpstr>Arial Nova Cond Light</vt:lpstr>
      <vt:lpstr>Arial Nova Light</vt:lpstr>
      <vt:lpstr>Calibri</vt:lpstr>
      <vt:lpstr>Calibri Light</vt:lpstr>
      <vt:lpstr>Office Theme</vt:lpstr>
      <vt:lpstr>LARGE SOCIAL MEDIA COMPANY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OneDrive Migration</dc:title>
  <dc:creator>Brendan Murphy</dc:creator>
  <cp:lastModifiedBy>Brendan Murphy</cp:lastModifiedBy>
  <cp:revision>1</cp:revision>
  <dcterms:created xsi:type="dcterms:W3CDTF">2024-03-22T17:06:52Z</dcterms:created>
  <dcterms:modified xsi:type="dcterms:W3CDTF">2024-03-22T17:07:18Z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