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5"/>
  </p:sldMasterIdLst>
  <p:sldIdLst>
    <p:sldId id="214748133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BF37C78-E519-D2E2-0F28-74B6986BB055}" name="Lauren Short" initials="LS" userId="S::lshort@affirma.com::6eb0672d-8c2e-4352-8fe6-36faf60f84f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A20958-6209-4779-A3C0-22F975AE5E3D}" v="12" dt="2026-01-14T01:00:25.6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156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0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Murphy" userId="e9f923b6-6d89-4d4e-a3b7-d9304b9d44ba" providerId="ADAL" clId="{0A53A762-B531-4BAF-AEEB-EDB07CAAC5ED}"/>
    <pc:docChg chg="custSel addSld delSld modSld delMainMaster">
      <pc:chgData name="Brendan Murphy" userId="e9f923b6-6d89-4d4e-a3b7-d9304b9d44ba" providerId="ADAL" clId="{0A53A762-B531-4BAF-AEEB-EDB07CAAC5ED}" dt="2026-01-14T01:00:52.909" v="161" actId="1036"/>
      <pc:docMkLst>
        <pc:docMk/>
      </pc:docMkLst>
      <pc:sldChg chg="del">
        <pc:chgData name="Brendan Murphy" userId="e9f923b6-6d89-4d4e-a3b7-d9304b9d44ba" providerId="ADAL" clId="{0A53A762-B531-4BAF-AEEB-EDB07CAAC5ED}" dt="2026-01-14T00:55:57.234" v="1" actId="47"/>
        <pc:sldMkLst>
          <pc:docMk/>
          <pc:sldMk cId="109857222" sldId="256"/>
        </pc:sldMkLst>
      </pc:sldChg>
      <pc:sldChg chg="addSp delSp modSp add mod">
        <pc:chgData name="Brendan Murphy" userId="e9f923b6-6d89-4d4e-a3b7-d9304b9d44ba" providerId="ADAL" clId="{0A53A762-B531-4BAF-AEEB-EDB07CAAC5ED}" dt="2026-01-14T01:00:52.909" v="161" actId="1036"/>
        <pc:sldMkLst>
          <pc:docMk/>
          <pc:sldMk cId="3335460861" sldId="2147481335"/>
        </pc:sldMkLst>
        <pc:spChg chg="add">
          <ac:chgData name="Brendan Murphy" userId="e9f923b6-6d89-4d4e-a3b7-d9304b9d44ba" providerId="ADAL" clId="{0A53A762-B531-4BAF-AEEB-EDB07CAAC5ED}" dt="2026-01-14T00:58:16.994" v="46"/>
          <ac:spMkLst>
            <pc:docMk/>
            <pc:sldMk cId="3335460861" sldId="2147481335"/>
            <ac:spMk id="3" creationId="{E7B5F14E-2813-51AA-65D5-5CAF81219277}"/>
          </ac:spMkLst>
        </pc:spChg>
        <pc:spChg chg="mod">
          <ac:chgData name="Brendan Murphy" userId="e9f923b6-6d89-4d4e-a3b7-d9304b9d44ba" providerId="ADAL" clId="{0A53A762-B531-4BAF-AEEB-EDB07CAAC5ED}" dt="2026-01-14T00:59:08.826" v="116" actId="255"/>
          <ac:spMkLst>
            <pc:docMk/>
            <pc:sldMk cId="3335460861" sldId="2147481335"/>
            <ac:spMk id="4" creationId="{7850796C-8968-E58E-1832-7ECA313CE2BE}"/>
          </ac:spMkLst>
        </pc:spChg>
        <pc:spChg chg="add">
          <ac:chgData name="Brendan Murphy" userId="e9f923b6-6d89-4d4e-a3b7-d9304b9d44ba" providerId="ADAL" clId="{0A53A762-B531-4BAF-AEEB-EDB07CAAC5ED}" dt="2026-01-14T00:58:39.138" v="53"/>
          <ac:spMkLst>
            <pc:docMk/>
            <pc:sldMk cId="3335460861" sldId="2147481335"/>
            <ac:spMk id="5" creationId="{6424B3E2-F1F5-BB01-EA55-EB224E538259}"/>
          </ac:spMkLst>
        </pc:spChg>
        <pc:spChg chg="mod">
          <ac:chgData name="Brendan Murphy" userId="e9f923b6-6d89-4d4e-a3b7-d9304b9d44ba" providerId="ADAL" clId="{0A53A762-B531-4BAF-AEEB-EDB07CAAC5ED}" dt="2026-01-14T01:00:49.241" v="150" actId="1036"/>
          <ac:spMkLst>
            <pc:docMk/>
            <pc:sldMk cId="3335460861" sldId="2147481335"/>
            <ac:spMk id="6" creationId="{CE5FBDB2-403C-C0DB-3691-271594D13D52}"/>
          </ac:spMkLst>
        </pc:spChg>
        <pc:spChg chg="mod">
          <ac:chgData name="Brendan Murphy" userId="e9f923b6-6d89-4d4e-a3b7-d9304b9d44ba" providerId="ADAL" clId="{0A53A762-B531-4BAF-AEEB-EDB07CAAC5ED}" dt="2026-01-14T01:00:52.909" v="161" actId="1036"/>
          <ac:spMkLst>
            <pc:docMk/>
            <pc:sldMk cId="3335460861" sldId="2147481335"/>
            <ac:spMk id="7" creationId="{C21B3D42-48F2-A8B7-5612-C6FBC0E80A63}"/>
          </ac:spMkLst>
        </pc:spChg>
        <pc:spChg chg="mod">
          <ac:chgData name="Brendan Murphy" userId="e9f923b6-6d89-4d4e-a3b7-d9304b9d44ba" providerId="ADAL" clId="{0A53A762-B531-4BAF-AEEB-EDB07CAAC5ED}" dt="2026-01-14T00:59:00.785" v="106" actId="1035"/>
          <ac:spMkLst>
            <pc:docMk/>
            <pc:sldMk cId="3335460861" sldId="2147481335"/>
            <ac:spMk id="9" creationId="{E73AE91B-FC7F-C7C0-22CB-5B35005E3B0D}"/>
          </ac:spMkLst>
        </pc:spChg>
        <pc:spChg chg="del">
          <ac:chgData name="Brendan Murphy" userId="e9f923b6-6d89-4d4e-a3b7-d9304b9d44ba" providerId="ADAL" clId="{0A53A762-B531-4BAF-AEEB-EDB07CAAC5ED}" dt="2026-01-14T00:59:54.538" v="123" actId="478"/>
          <ac:spMkLst>
            <pc:docMk/>
            <pc:sldMk cId="3335460861" sldId="2147481335"/>
            <ac:spMk id="10" creationId="{F4D748F9-F00D-5670-A127-0826CB9597D4}"/>
          </ac:spMkLst>
        </pc:spChg>
        <pc:spChg chg="mod">
          <ac:chgData name="Brendan Murphy" userId="e9f923b6-6d89-4d4e-a3b7-d9304b9d44ba" providerId="ADAL" clId="{0A53A762-B531-4BAF-AEEB-EDB07CAAC5ED}" dt="2026-01-14T01:00:49.241" v="150" actId="1036"/>
          <ac:spMkLst>
            <pc:docMk/>
            <pc:sldMk cId="3335460861" sldId="2147481335"/>
            <ac:spMk id="11" creationId="{0BD8F06B-9B4F-02CA-2D46-1D1FFB474162}"/>
          </ac:spMkLst>
        </pc:spChg>
        <pc:spChg chg="mod">
          <ac:chgData name="Brendan Murphy" userId="e9f923b6-6d89-4d4e-a3b7-d9304b9d44ba" providerId="ADAL" clId="{0A53A762-B531-4BAF-AEEB-EDB07CAAC5ED}" dt="2026-01-14T01:00:52.909" v="161" actId="1036"/>
          <ac:spMkLst>
            <pc:docMk/>
            <pc:sldMk cId="3335460861" sldId="2147481335"/>
            <ac:spMk id="12" creationId="{E3A9B9CA-5863-4E44-2AB0-B875728A25C7}"/>
          </ac:spMkLst>
        </pc:spChg>
        <pc:spChg chg="mod">
          <ac:chgData name="Brendan Murphy" userId="e9f923b6-6d89-4d4e-a3b7-d9304b9d44ba" providerId="ADAL" clId="{0A53A762-B531-4BAF-AEEB-EDB07CAAC5ED}" dt="2026-01-14T01:00:45.800" v="142" actId="255"/>
          <ac:spMkLst>
            <pc:docMk/>
            <pc:sldMk cId="3335460861" sldId="2147481335"/>
            <ac:spMk id="13" creationId="{4C22A113-6CEF-DFFA-7CCA-F82FD1EBC7B8}"/>
          </ac:spMkLst>
        </pc:spChg>
        <pc:picChg chg="del">
          <ac:chgData name="Brendan Murphy" userId="e9f923b6-6d89-4d4e-a3b7-d9304b9d44ba" providerId="ADAL" clId="{0A53A762-B531-4BAF-AEEB-EDB07CAAC5ED}" dt="2026-01-14T00:59:53.532" v="122" actId="478"/>
          <ac:picMkLst>
            <pc:docMk/>
            <pc:sldMk cId="3335460861" sldId="2147481335"/>
            <ac:picMk id="8" creationId="{ED91C846-F2E1-A0D4-9650-A675AC56A352}"/>
          </ac:picMkLst>
        </pc:picChg>
        <pc:picChg chg="add mod">
          <ac:chgData name="Brendan Murphy" userId="e9f923b6-6d89-4d4e-a3b7-d9304b9d44ba" providerId="ADAL" clId="{0A53A762-B531-4BAF-AEEB-EDB07CAAC5ED}" dt="2026-01-14T01:00:33.853" v="139" actId="1036"/>
          <ac:picMkLst>
            <pc:docMk/>
            <pc:sldMk cId="3335460861" sldId="2147481335"/>
            <ac:picMk id="15" creationId="{500BF3D5-C327-5D0D-C26B-1B4C86EE4FE4}"/>
          </ac:picMkLst>
        </pc:picChg>
        <pc:picChg chg="add mod">
          <ac:chgData name="Brendan Murphy" userId="e9f923b6-6d89-4d4e-a3b7-d9304b9d44ba" providerId="ADAL" clId="{0A53A762-B531-4BAF-AEEB-EDB07CAAC5ED}" dt="2026-01-14T01:00:30.021" v="132" actId="1076"/>
          <ac:picMkLst>
            <pc:docMk/>
            <pc:sldMk cId="3335460861" sldId="2147481335"/>
            <ac:picMk id="17" creationId="{CD0705F9-594A-36E7-51F5-7A75E6311A2E}"/>
          </ac:picMkLst>
        </pc:picChg>
        <pc:picChg chg="del">
          <ac:chgData name="Brendan Murphy" userId="e9f923b6-6d89-4d4e-a3b7-d9304b9d44ba" providerId="ADAL" clId="{0A53A762-B531-4BAF-AEEB-EDB07CAAC5ED}" dt="2026-01-14T00:59:52.941" v="121" actId="478"/>
          <ac:picMkLst>
            <pc:docMk/>
            <pc:sldMk cId="3335460861" sldId="2147481335"/>
            <ac:picMk id="1026" creationId="{FD71C73A-0F0B-CD7D-40E5-C5C096AE80C3}"/>
          </ac:picMkLst>
        </pc:picChg>
      </pc:sldChg>
      <pc:sldMasterChg chg="del delSldLayout">
        <pc:chgData name="Brendan Murphy" userId="e9f923b6-6d89-4d4e-a3b7-d9304b9d44ba" providerId="ADAL" clId="{0A53A762-B531-4BAF-AEEB-EDB07CAAC5ED}" dt="2026-01-14T00:55:57.234" v="1" actId="47"/>
        <pc:sldMasterMkLst>
          <pc:docMk/>
          <pc:sldMasterMk cId="2460954070" sldId="2147483660"/>
        </pc:sldMasterMkLst>
        <pc:sldLayoutChg chg="del">
          <pc:chgData name="Brendan Murphy" userId="e9f923b6-6d89-4d4e-a3b7-d9304b9d44ba" providerId="ADAL" clId="{0A53A762-B531-4BAF-AEEB-EDB07CAAC5ED}" dt="2026-01-14T00:55:57.234" v="1" actId="47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Brendan Murphy" userId="e9f923b6-6d89-4d4e-a3b7-d9304b9d44ba" providerId="ADAL" clId="{0A53A762-B531-4BAF-AEEB-EDB07CAAC5ED}" dt="2026-01-14T00:55:57.234" v="1" actId="47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Brendan Murphy" userId="e9f923b6-6d89-4d4e-a3b7-d9304b9d44ba" providerId="ADAL" clId="{0A53A762-B531-4BAF-AEEB-EDB07CAAC5ED}" dt="2026-01-14T00:55:57.234" v="1" actId="47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Brendan Murphy" userId="e9f923b6-6d89-4d4e-a3b7-d9304b9d44ba" providerId="ADAL" clId="{0A53A762-B531-4BAF-AEEB-EDB07CAAC5ED}" dt="2026-01-14T00:55:57.234" v="1" actId="47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Brendan Murphy" userId="e9f923b6-6d89-4d4e-a3b7-d9304b9d44ba" providerId="ADAL" clId="{0A53A762-B531-4BAF-AEEB-EDB07CAAC5ED}" dt="2026-01-14T00:55:57.234" v="1" actId="47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Brendan Murphy" userId="e9f923b6-6d89-4d4e-a3b7-d9304b9d44ba" providerId="ADAL" clId="{0A53A762-B531-4BAF-AEEB-EDB07CAAC5ED}" dt="2026-01-14T00:55:57.234" v="1" actId="47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Brendan Murphy" userId="e9f923b6-6d89-4d4e-a3b7-d9304b9d44ba" providerId="ADAL" clId="{0A53A762-B531-4BAF-AEEB-EDB07CAAC5ED}" dt="2026-01-14T00:55:57.234" v="1" actId="47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Brendan Murphy" userId="e9f923b6-6d89-4d4e-a3b7-d9304b9d44ba" providerId="ADAL" clId="{0A53A762-B531-4BAF-AEEB-EDB07CAAC5ED}" dt="2026-01-14T00:55:57.234" v="1" actId="47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Brendan Murphy" userId="e9f923b6-6d89-4d4e-a3b7-d9304b9d44ba" providerId="ADAL" clId="{0A53A762-B531-4BAF-AEEB-EDB07CAAC5ED}" dt="2026-01-14T00:55:57.234" v="1" actId="47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Brendan Murphy" userId="e9f923b6-6d89-4d4e-a3b7-d9304b9d44ba" providerId="ADAL" clId="{0A53A762-B531-4BAF-AEEB-EDB07CAAC5ED}" dt="2026-01-14T00:55:57.234" v="1" actId="47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Brendan Murphy" userId="e9f923b6-6d89-4d4e-a3b7-d9304b9d44ba" providerId="ADAL" clId="{0A53A762-B531-4BAF-AEEB-EDB07CAAC5ED}" dt="2026-01-14T00:55:57.234" v="1" actId="47"/>
          <pc:sldLayoutMkLst>
            <pc:docMk/>
            <pc:sldMasterMk cId="2460954070" sldId="2147483660"/>
            <pc:sldLayoutMk cId="3479445657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2" indent="0" algn="ctr">
              <a:buNone/>
              <a:defRPr sz="2000"/>
            </a:lvl2pPr>
            <a:lvl3pPr marL="914363" indent="0" algn="ctr">
              <a:buNone/>
              <a:defRPr sz="1800"/>
            </a:lvl3pPr>
            <a:lvl4pPr marL="1371545" indent="0" algn="ctr">
              <a:buNone/>
              <a:defRPr sz="1600"/>
            </a:lvl4pPr>
            <a:lvl5pPr marL="1828727" indent="0" algn="ctr">
              <a:buNone/>
              <a:defRPr sz="1600"/>
            </a:lvl5pPr>
            <a:lvl6pPr marL="2285909" indent="0" algn="ctr">
              <a:buNone/>
              <a:defRPr sz="1600"/>
            </a:lvl6pPr>
            <a:lvl7pPr marL="2743090" indent="0" algn="ctr">
              <a:buNone/>
              <a:defRPr sz="1600"/>
            </a:lvl7pPr>
            <a:lvl8pPr marL="3200272" indent="0" algn="ctr">
              <a:buNone/>
              <a:defRPr sz="1600"/>
            </a:lvl8pPr>
            <a:lvl9pPr marL="365745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285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13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2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63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45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2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09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27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4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512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400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053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81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2" indent="0">
              <a:buNone/>
              <a:defRPr sz="1400"/>
            </a:lvl2pPr>
            <a:lvl3pPr marL="914363" indent="0">
              <a:buNone/>
              <a:defRPr sz="1200"/>
            </a:lvl3pPr>
            <a:lvl4pPr marL="1371545" indent="0">
              <a:buNone/>
              <a:defRPr sz="1000"/>
            </a:lvl4pPr>
            <a:lvl5pPr marL="1828727" indent="0">
              <a:buNone/>
              <a:defRPr sz="1000"/>
            </a:lvl5pPr>
            <a:lvl6pPr marL="2285909" indent="0">
              <a:buNone/>
              <a:defRPr sz="1000"/>
            </a:lvl6pPr>
            <a:lvl7pPr marL="2743090" indent="0">
              <a:buNone/>
              <a:defRPr sz="1000"/>
            </a:lvl7pPr>
            <a:lvl8pPr marL="3200272" indent="0">
              <a:buNone/>
              <a:defRPr sz="1000"/>
            </a:lvl8pPr>
            <a:lvl9pPr marL="365745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69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3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0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2" indent="0">
              <a:buNone/>
              <a:defRPr sz="1400"/>
            </a:lvl2pPr>
            <a:lvl3pPr marL="914363" indent="0">
              <a:buNone/>
              <a:defRPr sz="1200"/>
            </a:lvl3pPr>
            <a:lvl4pPr marL="1371545" indent="0">
              <a:buNone/>
              <a:defRPr sz="1000"/>
            </a:lvl4pPr>
            <a:lvl5pPr marL="1828727" indent="0">
              <a:buNone/>
              <a:defRPr sz="1000"/>
            </a:lvl5pPr>
            <a:lvl6pPr marL="2285909" indent="0">
              <a:buNone/>
              <a:defRPr sz="1000"/>
            </a:lvl6pPr>
            <a:lvl7pPr marL="2743090" indent="0">
              <a:buNone/>
              <a:defRPr sz="1000"/>
            </a:lvl7pPr>
            <a:lvl8pPr marL="3200272" indent="0">
              <a:buNone/>
              <a:defRPr sz="1000"/>
            </a:lvl8pPr>
            <a:lvl9pPr marL="365745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343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97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241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5" y="388389"/>
            <a:ext cx="5065999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8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9"/>
            <a:ext cx="767123" cy="26423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06603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6846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26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1" indent="-228591" algn="l" defTabSz="91436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73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54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36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18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B4ADE-B7E7-396B-282C-34ED7EA7D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50796C-8968-E58E-1832-7ECA313CE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252" y="347743"/>
            <a:ext cx="11448890" cy="764390"/>
          </a:xfrm>
        </p:spPr>
        <p:txBody>
          <a:bodyPr>
            <a:noAutofit/>
          </a:bodyPr>
          <a:lstStyle/>
          <a:p>
            <a:pPr defTabSz="896497"/>
            <a:r>
              <a:rPr lang="en-US" sz="3600" dirty="0">
                <a:solidFill>
                  <a:srgbClr val="002060"/>
                </a:solidFill>
                <a:latin typeface="Poppins SemiBold"/>
                <a:cs typeface="Poppins SemiBold"/>
              </a:rPr>
              <a:t>Valve Software – SharePoint Online Migration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EE5E36-0391-9EE7-9A61-89D452B20D9D}"/>
              </a:ext>
            </a:extLst>
          </p:cNvPr>
          <p:cNvSpPr/>
          <p:nvPr/>
        </p:nvSpPr>
        <p:spPr>
          <a:xfrm>
            <a:off x="10749645" y="6356805"/>
            <a:ext cx="798286" cy="269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6767">
              <a:defRPr/>
            </a:pPr>
            <a:endParaRPr lang="en-US" sz="1923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5FBDB2-403C-C0DB-3691-271594D13D52}"/>
              </a:ext>
            </a:extLst>
          </p:cNvPr>
          <p:cNvSpPr txBox="1"/>
          <p:nvPr/>
        </p:nvSpPr>
        <p:spPr>
          <a:xfrm>
            <a:off x="468092" y="1172363"/>
            <a:ext cx="4381658" cy="2832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955" tIns="25977" rIns="51955" bIns="2597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976845" fontAlgn="base">
              <a:defRPr/>
            </a:pPr>
            <a:r>
              <a:rPr lang="en-US" sz="1500" b="1">
                <a:solidFill>
                  <a:srgbClr val="008AD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Business Need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1B3D42-48F2-A8B7-5612-C6FBC0E80A63}"/>
              </a:ext>
            </a:extLst>
          </p:cNvPr>
          <p:cNvSpPr txBox="1"/>
          <p:nvPr/>
        </p:nvSpPr>
        <p:spPr>
          <a:xfrm>
            <a:off x="448077" y="2661932"/>
            <a:ext cx="4392796" cy="2832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955" tIns="25977" rIns="51955" bIns="2597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976845" fontAlgn="base">
              <a:defRPr/>
            </a:pPr>
            <a:r>
              <a:rPr lang="en-US" sz="1500" b="1">
                <a:solidFill>
                  <a:srgbClr val="008AD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What We Did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3AE91B-FC7F-C7C0-22CB-5B35005E3B0D}"/>
              </a:ext>
            </a:extLst>
          </p:cNvPr>
          <p:cNvSpPr txBox="1"/>
          <p:nvPr/>
        </p:nvSpPr>
        <p:spPr>
          <a:xfrm>
            <a:off x="468092" y="4815258"/>
            <a:ext cx="4381659" cy="2832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955" tIns="25977" rIns="51955" bIns="2597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976845" fontAlgn="base">
              <a:defRPr/>
            </a:pPr>
            <a:r>
              <a:rPr lang="en-US" sz="1500" b="1">
                <a:solidFill>
                  <a:srgbClr val="008AD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Results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D8F06B-9B4F-02CA-2D46-1D1FFB474162}"/>
              </a:ext>
            </a:extLst>
          </p:cNvPr>
          <p:cNvSpPr txBox="1"/>
          <p:nvPr/>
        </p:nvSpPr>
        <p:spPr>
          <a:xfrm>
            <a:off x="448077" y="1446546"/>
            <a:ext cx="651106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76845"/>
            <a:r>
              <a:rPr lang="en-US" sz="11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Valve Software needed to modernize its document management and content search capabilities by migrating content from a legacy single-system repository into SharePoint Online. The existing environment limited discoverability, governance, and scalability, making it difficult for teams to efficiently locate and manage content. Valve engaged </a:t>
            </a:r>
            <a:r>
              <a:rPr lang="en-US" sz="1100" dirty="0" err="1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Affirma</a:t>
            </a:r>
            <a:r>
              <a:rPr lang="en-US" sz="11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to design and implement a secure, well-governed SharePoint Online solution with improved search, metadata, and content organization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A9B9CA-5863-4E44-2AB0-B875728A25C7}"/>
              </a:ext>
            </a:extLst>
          </p:cNvPr>
          <p:cNvSpPr txBox="1"/>
          <p:nvPr/>
        </p:nvSpPr>
        <p:spPr>
          <a:xfrm>
            <a:off x="468092" y="3000942"/>
            <a:ext cx="6594899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2869" indent="-142869" defTabSz="976845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Conducted discovery workshops to understand business requirements, content structure, permissions, and accessibility needs</a:t>
            </a:r>
          </a:p>
          <a:p>
            <a:pPr marL="142869" indent="-142869" defTabSz="976845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Designed a SharePoint Online information architecture including metadata, taxonomy, content types, and governance standards</a:t>
            </a:r>
          </a:p>
          <a:p>
            <a:pPr marL="142869" indent="-142869" defTabSz="976845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Planned and executed a structured content migration, including assessment, mapping, pilot migration, and quality validation</a:t>
            </a:r>
          </a:p>
          <a:p>
            <a:pPr marL="142869" indent="-142869" defTabSz="976845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Implemented SharePoint Online search refiners and configurations to improve relevance and findability</a:t>
            </a:r>
          </a:p>
          <a:p>
            <a:pPr marL="142869" indent="-142869" defTabSz="976845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Provided documentation, admin training, and post-deployment support to ensure long-term adoption and maintainability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22A113-6CEF-DFFA-7CCA-F82FD1EBC7B8}"/>
              </a:ext>
            </a:extLst>
          </p:cNvPr>
          <p:cNvSpPr txBox="1"/>
          <p:nvPr/>
        </p:nvSpPr>
        <p:spPr>
          <a:xfrm>
            <a:off x="448077" y="5098551"/>
            <a:ext cx="651106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6890" indent="-116890" defTabSz="976845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Centralized content in SharePoint Online with a scalable and governed document management foundation</a:t>
            </a:r>
          </a:p>
          <a:p>
            <a:pPr marL="116890" indent="-116890" defTabSz="976845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Improved search accuracy and usability through structured metadata and refiners</a:t>
            </a:r>
          </a:p>
          <a:p>
            <a:pPr marL="116890" indent="-116890" defTabSz="976845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Reduced risk during migration through pilot testing, validation, and controlled rollout</a:t>
            </a:r>
          </a:p>
          <a:p>
            <a:pPr marL="116890" indent="-116890" defTabSz="976845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Enabled Valve teams with clearer content organization, improved access control, and sustainable operational ownership</a:t>
            </a:r>
          </a:p>
        </p:txBody>
      </p:sp>
      <p:pic>
        <p:nvPicPr>
          <p:cNvPr id="15" name="Picture 14" descr="A red and black sign with black letters&#10;&#10;AI-generated content may be incorrect.">
            <a:extLst>
              <a:ext uri="{FF2B5EF4-FFF2-40B4-BE49-F238E27FC236}">
                <a16:creationId xmlns:a16="http://schemas.microsoft.com/office/drawing/2014/main" id="{500BF3D5-C327-5D0D-C26B-1B4C86EE4F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4735" y="1469614"/>
            <a:ext cx="4998407" cy="1394087"/>
          </a:xfrm>
          <a:prstGeom prst="rect">
            <a:avLst/>
          </a:prstGeom>
        </p:spPr>
      </p:pic>
      <p:pic>
        <p:nvPicPr>
          <p:cNvPr id="17" name="Picture 16" descr="A blue logo with text&#10;&#10;AI-generated content may be incorrect.">
            <a:extLst>
              <a:ext uri="{FF2B5EF4-FFF2-40B4-BE49-F238E27FC236}">
                <a16:creationId xmlns:a16="http://schemas.microsoft.com/office/drawing/2014/main" id="{CD0705F9-594A-36E7-51F5-7A75E6311A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5721" y="3409959"/>
            <a:ext cx="4498202" cy="253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460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provedByClient xmlns="f0ee8362-fa7e-4bc9-ab88-7dcfb17cb19b">false</ApprovedByClient>
    <Notes0 xmlns="f0ee8362-fa7e-4bc9-ab88-7dcfb17cb19b" xsi:nil="true"/>
    <Named_x0020_Account xmlns="f0ee8362-fa7e-4bc9-ab88-7dcfb17cb19b" xsi:nil="true"/>
    <Industries xmlns="f0ee8362-fa7e-4bc9-ab88-7dcfb17cb19b">
      <Value>Entertainment</Value>
    </Industries>
    <PlatTech xmlns="f0ee8362-fa7e-4bc9-ab88-7dcfb17cb19b">
      <Value>SharePoint</Value>
    </PlatTech>
    <ProjectCompletionDate xmlns="f0ee8362-fa7e-4bc9-ab88-7dcfb17cb19b" xsi:nil="true"/>
    <BusinessUnit xmlns="f0ee8362-fa7e-4bc9-ab88-7dcfb17cb19b">
      <Value>Modern Workplace</Value>
    </BusinessUnit>
    <Solutions xmlns="f0ee8362-fa7e-4bc9-ab88-7dcfb17cb19b">
      <Value>Migrations</Value>
      <Value>Intranet / Extranet</Value>
    </Solution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595148-603B-4217-9693-3E1D90AE2639}">
  <ds:schemaRefs>
    <ds:schemaRef ds:uri="f0ee8362-fa7e-4bc9-ab88-7dcfb17cb19b"/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D694AC20-1245-438C-B2F1-9BC79A97B0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8FB0123-7C7D-4D78-955B-FC95759EF19A}">
  <ds:schemaRefs>
    <ds:schemaRef ds:uri="http://schemas.microsoft.com/office/2006/metadata/customXsn"/>
  </ds:schemaRefs>
</ds:datastoreItem>
</file>

<file path=customXml/itemProps4.xml><?xml version="1.0" encoding="utf-8"?>
<ds:datastoreItem xmlns:ds="http://schemas.openxmlformats.org/officeDocument/2006/customXml" ds:itemID="{38E825A2-F211-4212-B70D-DE3A90D29C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ee8362-fa7e-4bc9-ab88-7dcfb17cb1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213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Poppins</vt:lpstr>
      <vt:lpstr>Poppins SemiBold</vt:lpstr>
      <vt:lpstr>1_office theme</vt:lpstr>
      <vt:lpstr>Valve Software – SharePoint Online Migration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Brendan Murphy</cp:lastModifiedBy>
  <cp:revision>1</cp:revision>
  <dcterms:created xsi:type="dcterms:W3CDTF">2026-01-14T00:55:33Z</dcterms:created>
  <dcterms:modified xsi:type="dcterms:W3CDTF">2026-01-14T01:00:55Z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