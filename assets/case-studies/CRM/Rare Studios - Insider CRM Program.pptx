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0761388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4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A255-2EF2-D9D9-96CD-B01B8015E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4467F-DB00-B302-B50E-438A73BC3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2FA68-D7F6-B173-7D5A-FFE599850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3B18-F680-4C46-877F-980EB420C1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25987-523F-A1B5-C8C6-8E80926F6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3F772-7C90-294C-BD92-4655775BC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C6BF-958F-4042-8CF3-4056FAB0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62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2BCD-E99D-8C76-414F-773F9BCD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EBB27-6328-73F4-20B9-2D7F4E0FD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54AAE-77A6-3C5B-81CF-5EB830177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3B18-F680-4C46-877F-980EB420C1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D27FB-1ED5-8567-9E46-267399C0C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B3195-3A1E-9970-80AA-53D311B9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C6BF-958F-4042-8CF3-4056FAB0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83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18C4A-0827-6D5D-983E-9B69757E5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4BF4D-42A2-1C81-4BA7-2E4F8EA41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1B129-869F-0A9F-F8F4-6F306CA8F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3B18-F680-4C46-877F-980EB420C1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96021-9F5C-F66C-E328-2E390C41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C1162-1157-93E1-883F-96510D7B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C6BF-958F-4042-8CF3-4056FAB0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7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C301A-B6F9-5923-AC84-2475CB4AC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4347B-0D49-B122-48DB-D258338BD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51FD3-F7F5-73EB-51BF-CDF9BC54B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3077A-CF02-65EC-8762-F82F669CF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3B18-F680-4C46-877F-980EB420C1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F40D7-0996-9355-1E43-501ADC8D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4790C-3089-3BC5-74F0-C2E85AEFC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C6BF-958F-4042-8CF3-4056FAB0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6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C5B03-50DE-CB66-D78E-EA24308FF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14A78-CBE7-03CA-4D00-B92B174E7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CA9AA-B9CA-68AC-086F-07B773BE6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83CFEB-AFDE-E9D2-4F3B-65DCB3EF5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3C5CC-1273-C46C-D989-4D632526B1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17A4E-B275-5A62-183F-1D485DE0F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3B18-F680-4C46-877F-980EB420C1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400609-078C-189B-8517-A740D8913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59F70-0C15-D1A5-492E-03028195A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C6BF-958F-4042-8CF3-4056FAB0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4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AB533-1C7E-B216-8D5D-E868CB9C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6A7C55-D29A-AC19-174E-1A5FE298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3B18-F680-4C46-877F-980EB420C1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4AB89-A5D8-25A0-EB22-CC5F5FF03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8914CC-3383-5375-5F52-34061DDE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C6BF-958F-4042-8CF3-4056FAB0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35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6D1AD-AC80-3A11-A101-2365AF738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3B18-F680-4C46-877F-980EB420C1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E351D4-8F60-0234-4AF8-2B52B17A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FFA3C-DD66-760F-EDE2-3B18E44F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C6BF-958F-4042-8CF3-4056FAB0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507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7997-4F10-7195-0A18-4E5D1D162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BB63-9625-4F28-E164-9D4A819CE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628A4-9C39-7D6E-BBBD-62015FB17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C193B-FB27-48B0-C061-F47DE94C0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3B18-F680-4C46-877F-980EB420C1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B993C-3329-6ABB-D4F0-C6645579D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78F18-53EE-E76E-2F51-46116059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C6BF-958F-4042-8CF3-4056FAB0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96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A22F-1416-8F56-7A95-1025549E2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8EAF9-4E6D-B2CF-19B3-F68DBADF0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D53B2-9AB1-4A71-2854-D12F71DFF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B135A-2852-9E09-36A9-87416B5D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3B18-F680-4C46-877F-980EB420C1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2EC2C-2EA2-2A39-26EF-12D42684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FF4CB-408B-7BE2-9B52-470DCC46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C6BF-958F-4042-8CF3-4056FAB0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3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5E87-F340-1659-F054-049E47E1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41313-0EF2-A627-6C26-68D2FF6BD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ACC4C-8D3E-5C4F-3718-593FF546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3B18-F680-4C46-877F-980EB420C1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57EC9-C505-DA10-F1AB-FB781439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B8C38-C8AF-8712-0537-DC20FAE2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C6BF-958F-4042-8CF3-4056FAB0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0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4C01D1-6291-5FE3-5147-B08C9147A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E12D75-7293-F257-A464-9534D71D5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E951F-0578-C157-6502-76B4FFC9E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3B18-F680-4C46-877F-980EB420C1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BD3FB-5BEA-3428-8EE8-57DFC4DD9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B476E-2D0D-8902-9EF0-94565E73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8C6BF-958F-4042-8CF3-4056FAB0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54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26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937D7-A052-9F3D-E659-4B40BA5B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B0EA3-0904-70A0-14BB-8CCB43214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28609-FAC8-9D74-C603-6139184EE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63B18-F680-4C46-877F-980EB420C1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22E45-800C-52A2-2A08-5A7A015A0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3E550-C572-5E18-97D6-4423A5B8B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98C6BF-958F-4042-8CF3-4056FAB0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25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B3144ACE-C5B0-4FA7-A024-AE7DFDB6FAE5}"/>
              </a:ext>
            </a:extLst>
          </p:cNvPr>
          <p:cNvSpPr txBox="1"/>
          <p:nvPr/>
        </p:nvSpPr>
        <p:spPr>
          <a:xfrm>
            <a:off x="532414" y="470467"/>
            <a:ext cx="10465554" cy="5539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333" b="0" i="0">
                <a:solidFill>
                  <a:srgbClr val="063A7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300" dirty="0">
                <a:latin typeface="Arial"/>
                <a:cs typeface="Arial"/>
              </a:rPr>
              <a:t>Rare Studios – Insider Dynamics Program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58CE73-3D7A-43ED-B50A-87DB10B12F9B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/>
              <a:t>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05DECD-739D-403C-9079-4FEE8FBABBB5}"/>
              </a:ext>
            </a:extLst>
          </p:cNvPr>
          <p:cNvSpPr txBox="1"/>
          <p:nvPr/>
        </p:nvSpPr>
        <p:spPr>
          <a:xfrm>
            <a:off x="607912" y="1210998"/>
            <a:ext cx="7504242" cy="24907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/>
            <a:r>
              <a:rPr lang="en-US" sz="2300" dirty="0">
                <a:solidFill>
                  <a:srgbClr val="00B0F0"/>
                </a:solidFill>
                <a:latin typeface="Arial"/>
                <a:cs typeface="Arial"/>
              </a:rPr>
              <a:t>Business Need</a:t>
            </a:r>
          </a:p>
          <a:p>
            <a:pPr>
              <a:lnSpc>
                <a:spcPct val="120000"/>
              </a:lnSpc>
            </a:pPr>
            <a:r>
              <a:rPr lang="en-US" sz="1400" dirty="0" err="1">
                <a:solidFill>
                  <a:srgbClr val="2B2B2B"/>
                </a:solidFill>
                <a:latin typeface="Arial"/>
                <a:ea typeface="MS Mincho"/>
                <a:cs typeface="Arial"/>
              </a:rPr>
              <a:t>Affirma</a:t>
            </a:r>
            <a:r>
              <a:rPr lang="en-US" sz="1400" dirty="0">
                <a:solidFill>
                  <a:srgbClr val="2B2B2B"/>
                </a:solidFill>
                <a:latin typeface="Arial"/>
                <a:ea typeface="MS Mincho"/>
                <a:cs typeface="Arial"/>
              </a:rPr>
              <a:t> supports and maintains Rare’s Dynamics instance for their highly popular game, Sea of Thieves. A primary use case Dynamics for Rare is to run their insider community for their most passionate gamers.</a:t>
            </a:r>
          </a:p>
          <a:p>
            <a:pPr>
              <a:lnSpc>
                <a:spcPct val="120000"/>
              </a:lnSpc>
            </a:pPr>
            <a:endParaRPr lang="en-US" sz="1400" dirty="0">
              <a:solidFill>
                <a:srgbClr val="2B2B2B"/>
              </a:solidFill>
              <a:latin typeface="Arial"/>
              <a:ea typeface="MS Mincho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B2B2B"/>
                </a:solidFill>
                <a:latin typeface="Arial"/>
                <a:ea typeface="MS Mincho"/>
                <a:cs typeface="Arial"/>
              </a:rPr>
              <a:t>Rare had the following needs to expand their Dynamics solution.</a:t>
            </a:r>
            <a:endParaRPr lang="en-US" dirty="0"/>
          </a:p>
          <a:p>
            <a:pPr marL="285115" indent="-28511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2B2B"/>
                </a:solidFill>
                <a:latin typeface="Arial"/>
                <a:ea typeface="MS Mincho"/>
                <a:cs typeface="Arial"/>
              </a:rPr>
              <a:t>Improved data warehouse solution that could consume data from multiple sources and pipelines</a:t>
            </a:r>
          </a:p>
          <a:p>
            <a:pPr marL="285115" indent="-28511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2B2B"/>
                </a:solidFill>
                <a:latin typeface="Arial"/>
                <a:ea typeface="MS Mincho"/>
                <a:cs typeface="Arial"/>
              </a:rPr>
              <a:t>Process partner data in a time effective way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F23A1F-5A90-45A8-98FE-D1A240478E14}"/>
              </a:ext>
            </a:extLst>
          </p:cNvPr>
          <p:cNvSpPr txBox="1"/>
          <p:nvPr/>
        </p:nvSpPr>
        <p:spPr>
          <a:xfrm>
            <a:off x="607912" y="4018600"/>
            <a:ext cx="7588132" cy="18177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300" dirty="0">
                <a:solidFill>
                  <a:srgbClr val="00B0F0"/>
                </a:solidFill>
                <a:latin typeface="Arial"/>
                <a:cs typeface="Arial"/>
              </a:rPr>
              <a:t>What We Did</a:t>
            </a:r>
          </a:p>
          <a:p>
            <a:pPr marL="285115" indent="-28511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2B2B"/>
                </a:solidFill>
                <a:latin typeface="Arial"/>
                <a:ea typeface="+mn-lt"/>
                <a:cs typeface="+mn-lt"/>
              </a:rPr>
              <a:t>Designed, executed, and delivered two complex Azure Data Factory solutions for Rare's data warehouse requirement. </a:t>
            </a:r>
          </a:p>
          <a:p>
            <a:pPr marL="285115" indent="-28511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2B2B"/>
                </a:solidFill>
                <a:latin typeface="Arial"/>
                <a:ea typeface="MS Mincho"/>
                <a:cs typeface="Arial"/>
              </a:rPr>
              <a:t>Update Dynamics objects, workflows, and permissions to allow data integration with the new data warehouse.</a:t>
            </a:r>
          </a:p>
          <a:p>
            <a:pPr marL="285115" indent="-285115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4" descr="See the source image">
            <a:extLst>
              <a:ext uri="{FF2B5EF4-FFF2-40B4-BE49-F238E27FC236}">
                <a16:creationId xmlns:a16="http://schemas.microsoft.com/office/drawing/2014/main" id="{532B557B-8944-484B-BD9D-DF07AE01E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269" y="1533006"/>
            <a:ext cx="3437829" cy="202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 result for Rare Logo">
            <a:extLst>
              <a:ext uri="{FF2B5EF4-FFF2-40B4-BE49-F238E27FC236}">
                <a16:creationId xmlns:a16="http://schemas.microsoft.com/office/drawing/2014/main" id="{6E5DFAF8-FEA8-4CC1-B65B-88FA844E4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7959" y="3883333"/>
            <a:ext cx="1452563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635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Customer Relationship Management</Value>
    </BusinessUnit>
    <Solutions xmlns="f0ee8362-fa7e-4bc9-ab88-7dcfb17cb19b" xsi:nil="true"/>
    <Industries xmlns="f0ee8362-fa7e-4bc9-ab88-7dcfb17cb19b">
      <Value>Technology</Value>
    </Industries>
    <Notes0 xmlns="f0ee8362-fa7e-4bc9-ab88-7dcfb17cb19b" xsi:nil="true"/>
    <Named_x0020_Account xmlns="f0ee8362-fa7e-4bc9-ab88-7dcfb17cb19b">Microsoft</Named_x0020_Account>
    <PlatTech xmlns="f0ee8362-fa7e-4bc9-ab88-7dcfb17cb19b">
      <Value>Dynamics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211B7D5F-CBD5-4F9C-9E06-505AAB0739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FFE09D-6463-460B-BD1F-23F0396116C6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3.xml><?xml version="1.0" encoding="utf-8"?>
<ds:datastoreItem xmlns:ds="http://schemas.openxmlformats.org/officeDocument/2006/customXml" ds:itemID="{E0A04B69-463A-4357-BD94-94F127E2FA91}"/>
</file>

<file path=customXml/itemProps4.xml><?xml version="1.0" encoding="utf-8"?>
<ds:datastoreItem xmlns:ds="http://schemas.openxmlformats.org/officeDocument/2006/customXml" ds:itemID="{BB712B21-5E7D-4F6F-92A4-2EF8B42CA16A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Brendan Murphy</dc:creator>
  <cp:lastModifiedBy>Brendan Murphy</cp:lastModifiedBy>
  <cp:revision>42</cp:revision>
  <dcterms:created xsi:type="dcterms:W3CDTF">2024-05-28T15:52:01Z</dcterms:created>
  <dcterms:modified xsi:type="dcterms:W3CDTF">2025-10-21T20:32:25Z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