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7"/>
  </p:notesMasterIdLst>
  <p:sldIdLst>
    <p:sldId id="3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B65F0-D3FA-16FF-FF1F-BEC0C0D71650}" v="66" dt="2024-05-28T16:56:23.704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08"/>
  </p:normalViewPr>
  <p:slideViewPr>
    <p:cSldViewPr snapToGrid="0" snapToObjects="1">
      <p:cViewPr varScale="1">
        <p:scale>
          <a:sx n="56" d="100"/>
          <a:sy n="56" d="100"/>
        </p:scale>
        <p:origin x="918" y="7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512B65F0-D3FA-16FF-FF1F-BEC0C0D71650}"/>
    <pc:docChg chg="modSld">
      <pc:chgData name="Brendan Murphy" userId="S::bmurphy@affirma.com::e9f923b6-6d89-4d4e-a3b7-d9304b9d44ba" providerId="AD" clId="Web-{512B65F0-D3FA-16FF-FF1F-BEC0C0D71650}" dt="2024-05-28T16:56:21.032" v="37" actId="20577"/>
      <pc:docMkLst>
        <pc:docMk/>
      </pc:docMkLst>
      <pc:sldChg chg="addSp delSp modSp">
        <pc:chgData name="Brendan Murphy" userId="S::bmurphy@affirma.com::e9f923b6-6d89-4d4e-a3b7-d9304b9d44ba" providerId="AD" clId="Web-{512B65F0-D3FA-16FF-FF1F-BEC0C0D71650}" dt="2024-05-28T16:56:21.032" v="37" actId="20577"/>
        <pc:sldMkLst>
          <pc:docMk/>
          <pc:sldMk cId="2582825011" sldId="300"/>
        </pc:sldMkLst>
        <pc:spChg chg="mod">
          <ac:chgData name="Brendan Murphy" userId="S::bmurphy@affirma.com::e9f923b6-6d89-4d4e-a3b7-d9304b9d44ba" providerId="AD" clId="Web-{512B65F0-D3FA-16FF-FF1F-BEC0C0D71650}" dt="2024-05-28T16:55:39.545" v="5" actId="20577"/>
          <ac:spMkLst>
            <pc:docMk/>
            <pc:sldMk cId="2582825011" sldId="300"/>
            <ac:spMk id="31" creationId="{EC9A7433-5BCD-4EA6-924A-53FDBF0CAAA6}"/>
          </ac:spMkLst>
        </pc:spChg>
        <pc:spChg chg="add del mod">
          <ac:chgData name="Brendan Murphy" userId="S::bmurphy@affirma.com::e9f923b6-6d89-4d4e-a3b7-d9304b9d44ba" providerId="AD" clId="Web-{512B65F0-D3FA-16FF-FF1F-BEC0C0D71650}" dt="2024-05-28T16:56:21.032" v="37" actId="20577"/>
          <ac:spMkLst>
            <pc:docMk/>
            <pc:sldMk cId="2582825011" sldId="300"/>
            <ac:spMk id="33" creationId="{A2CD0AFB-BBEB-434B-985F-3ACF7BE51454}"/>
          </ac:spMkLst>
        </pc:spChg>
        <pc:spChg chg="del">
          <ac:chgData name="Brendan Murphy" userId="S::bmurphy@affirma.com::e9f923b6-6d89-4d4e-a3b7-d9304b9d44ba" providerId="AD" clId="Web-{512B65F0-D3FA-16FF-FF1F-BEC0C0D71650}" dt="2024-05-28T16:55:42.936" v="7"/>
          <ac:spMkLst>
            <pc:docMk/>
            <pc:sldMk cId="2582825011" sldId="300"/>
            <ac:spMk id="35" creationId="{127A5A2A-6A75-46BB-A872-3D435F9C8C26}"/>
          </ac:spMkLst>
        </pc:spChg>
        <pc:spChg chg="mod">
          <ac:chgData name="Brendan Murphy" userId="S::bmurphy@affirma.com::e9f923b6-6d89-4d4e-a3b7-d9304b9d44ba" providerId="AD" clId="Web-{512B65F0-D3FA-16FF-FF1F-BEC0C0D71650}" dt="2024-05-28T16:55:41.077" v="6" actId="1076"/>
          <ac:spMkLst>
            <pc:docMk/>
            <pc:sldMk cId="2582825011" sldId="300"/>
            <ac:spMk id="36" creationId="{4651924A-7907-4360-9ED8-B533D803C21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t>5/28/2024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AWP CRM Dashboards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13348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One of the </a:t>
            </a:r>
            <a:r>
              <a:rPr lang="en-US" sz="1100" dirty="0">
                <a:latin typeface="Open Sans"/>
              </a:rPr>
              <a:t>country's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leading food service brokerages, Advantage Waypoint (AWP), was looking to gain a competitive advantage by empowering team members to quickly consume information about, and collaborate together on, business opportunities, thereby improving overall productivity and efficiency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18435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Designed and developed an internal CRM tool which dynamically displayed information from disparate systems</a:t>
            </a:r>
            <a:endParaRPr lang="en-US" dirty="0">
              <a:latin typeface="Calibri" panose="020F0502020204030204"/>
              <a:cs typeface="Calibri" panose="020F0502020204030204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100" b="0" i="0" kern="1200">
                <a:effectLst/>
                <a:latin typeface="Open Sans"/>
                <a:ea typeface="+mn-ea"/>
                <a:cs typeface="+mn-cs"/>
              </a:rPr>
              <a:t>Role based views designed to accommodate business needs</a:t>
            </a:r>
            <a:endParaRPr lang="en-US">
              <a:latin typeface="Calibri" panose="020F0502020204030204"/>
              <a:cs typeface="Calibri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100" dirty="0">
                <a:latin typeface="Open Sans"/>
              </a:rPr>
              <a:t>Relevant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AWP users are able to change the status of opportunities to close, thereby realizing revenue faster and improving sales efficiency
</a:t>
            </a:r>
            <a:endParaRPr lang="en-US"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784826" y="588143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4" name="Picture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616" y="3578094"/>
            <a:ext cx="42545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  <Value>Customer Relationship Management</Value>
    </BusinessUnit>
    <Solutions xmlns="f0ee8362-fa7e-4bc9-ab88-7dcfb17cb19b">
      <Value>Customer / Partner Portal</Value>
    </Solutions>
    <Industries xmlns="f0ee8362-fa7e-4bc9-ab88-7dcfb17cb19b">
      <Value>Food</Value>
    </Industries>
    <Notes0 xmlns="f0ee8362-fa7e-4bc9-ab88-7dcfb17cb19b" xsi:nil="true"/>
    <Named_x0020_Account xmlns="f0ee8362-fa7e-4bc9-ab88-7dcfb17cb19b" xsi:nil="true"/>
    <PlatTech xmlns="f0ee8362-fa7e-4bc9-ab88-7dcfb17cb19b">
      <Value>Dynamics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F0EEC3-F464-4787-80D8-159DA7A01B09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28D143C4-C336-494E-BD58-A4BED8090496}">
  <ds:schemaRefs>
    <ds:schemaRef ds:uri="http://schemas.microsoft.com/office/2006/metadata/properties"/>
    <ds:schemaRef ds:uri="http://schemas.microsoft.com/office/infopath/2007/PartnerControls"/>
    <ds:schemaRef ds:uri="f205c2cf-faee-43e7-95df-8aa62e5feae0"/>
  </ds:schemaRefs>
</ds:datastoreItem>
</file>

<file path=customXml/itemProps3.xml><?xml version="1.0" encoding="utf-8"?>
<ds:datastoreItem xmlns:ds="http://schemas.openxmlformats.org/officeDocument/2006/customXml" ds:itemID="{BB3836E6-6740-4243-A748-8CF0EA37E220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E3CDC87-117B-47F9-AF60-63EF8C023963}"/>
</file>

<file path=docProps/app.xml><?xml version="1.0" encoding="utf-8"?>
<Properties xmlns="http://schemas.openxmlformats.org/officeDocument/2006/extended-properties" xmlns:vt="http://schemas.openxmlformats.org/officeDocument/2006/docPropsVTypes">
  <TotalTime>4898</TotalTime>
  <Words>68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AWP CRM Dashboards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Don Hyun</cp:lastModifiedBy>
  <cp:revision>592</cp:revision>
  <dcterms:created xsi:type="dcterms:W3CDTF">2017-10-09T12:47:23Z</dcterms:created>
  <dcterms:modified xsi:type="dcterms:W3CDTF">2024-05-28T16:56:25Z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Industry">
    <vt:lpwstr>38;#Food|46041b94-1b79-4ecc-9dec-124819e4695a</vt:lpwstr>
  </property>
  <property fmtid="{D5CDD505-2E9C-101B-9397-08002B2CF9AE}" pid="5" name="Service_x0020_Offering">
    <vt:lpwstr/>
  </property>
  <property fmtid="{D5CDD505-2E9C-101B-9397-08002B2CF9AE}" pid="6" name="Business_x0020_Unit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Category">
    <vt:lpwstr>6;#Case Study|8faa0ad1-25f0-4f56-8e38-f60e20c455d6</vt:lpwstr>
  </property>
  <property fmtid="{D5CDD505-2E9C-101B-9397-08002B2CF9AE}" pid="10" name="Order">
    <vt:r8>17100</vt:r8>
  </property>
  <property fmtid="{D5CDD505-2E9C-101B-9397-08002B2CF9AE}" pid="11" name="SO">
    <vt:lpwstr>10;#;#43;#</vt:lpwstr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