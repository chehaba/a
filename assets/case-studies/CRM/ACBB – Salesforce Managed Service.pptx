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14746963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5CCBFD-6BC9-CDA1-6C94-4BEA39B48258}" v="23" dt="2024-06-03T13:04:38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250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2B5CCBFD-6BC9-CDA1-6C94-4BEA39B48258}"/>
    <pc:docChg chg="modSld">
      <pc:chgData name="Brendan Murphy" userId="S::bmurphy@affirma.com::e9f923b6-6d89-4d4e-a3b7-d9304b9d44ba" providerId="AD" clId="Web-{2B5CCBFD-6BC9-CDA1-6C94-4BEA39B48258}" dt="2024-06-03T13:04:38.480" v="10" actId="20577"/>
      <pc:docMkLst>
        <pc:docMk/>
      </pc:docMkLst>
      <pc:sldChg chg="modSp">
        <pc:chgData name="Brendan Murphy" userId="S::bmurphy@affirma.com::e9f923b6-6d89-4d4e-a3b7-d9304b9d44ba" providerId="AD" clId="Web-{2B5CCBFD-6BC9-CDA1-6C94-4BEA39B48258}" dt="2024-06-03T13:04:38.480" v="10" actId="20577"/>
        <pc:sldMkLst>
          <pc:docMk/>
          <pc:sldMk cId="2920363097" sldId="2147469635"/>
        </pc:sldMkLst>
        <pc:spChg chg="mod">
          <ac:chgData name="Brendan Murphy" userId="S::bmurphy@affirma.com::e9f923b6-6d89-4d4e-a3b7-d9304b9d44ba" providerId="AD" clId="Web-{2B5CCBFD-6BC9-CDA1-6C94-4BEA39B48258}" dt="2024-06-03T13:04:38.480" v="10" actId="20577"/>
          <ac:spMkLst>
            <pc:docMk/>
            <pc:sldMk cId="2920363097" sldId="2147469635"/>
            <ac:spMk id="2" creationId="{0E446E61-3C29-43F8-E6B1-FA850ECE9129}"/>
          </ac:spMkLst>
        </pc:spChg>
      </pc:sldChg>
    </pc:docChg>
  </pc:docChgLst>
  <pc:docChgLst>
    <pc:chgData name="Evaldas Mencinskas" userId="3c4a537b-53c9-4dc0-b79b-6bd1bc9b79d9" providerId="ADAL" clId="{F58CBE56-567E-4DEA-93C6-69C5168AC5E5}"/>
    <pc:docChg chg="custSel modSld">
      <pc:chgData name="Evaldas Mencinskas" userId="3c4a537b-53c9-4dc0-b79b-6bd1bc9b79d9" providerId="ADAL" clId="{F58CBE56-567E-4DEA-93C6-69C5168AC5E5}" dt="2024-05-31T15:14:30.436" v="1256" actId="20577"/>
      <pc:docMkLst>
        <pc:docMk/>
      </pc:docMkLst>
      <pc:sldChg chg="addSp delSp modSp mod">
        <pc:chgData name="Evaldas Mencinskas" userId="3c4a537b-53c9-4dc0-b79b-6bd1bc9b79d9" providerId="ADAL" clId="{F58CBE56-567E-4DEA-93C6-69C5168AC5E5}" dt="2024-05-31T15:14:30.436" v="1256" actId="20577"/>
        <pc:sldMkLst>
          <pc:docMk/>
          <pc:sldMk cId="2920363097" sldId="2147469635"/>
        </pc:sldMkLst>
        <pc:spChg chg="mod">
          <ac:chgData name="Evaldas Mencinskas" userId="3c4a537b-53c9-4dc0-b79b-6bd1bc9b79d9" providerId="ADAL" clId="{F58CBE56-567E-4DEA-93C6-69C5168AC5E5}" dt="2024-05-31T15:14:30.436" v="1256" actId="20577"/>
          <ac:spMkLst>
            <pc:docMk/>
            <pc:sldMk cId="2920363097" sldId="2147469635"/>
            <ac:spMk id="2" creationId="{0E446E61-3C29-43F8-E6B1-FA850ECE9129}"/>
          </ac:spMkLst>
        </pc:spChg>
        <pc:spChg chg="mod">
          <ac:chgData name="Evaldas Mencinskas" userId="3c4a537b-53c9-4dc0-b79b-6bd1bc9b79d9" providerId="ADAL" clId="{F58CBE56-567E-4DEA-93C6-69C5168AC5E5}" dt="2024-05-31T14:27:55.081" v="48" actId="1076"/>
          <ac:spMkLst>
            <pc:docMk/>
            <pc:sldMk cId="2920363097" sldId="2147469635"/>
            <ac:spMk id="4" creationId="{BDC4B9FF-8695-D444-A5CC-2CB3135EEEAD}"/>
          </ac:spMkLst>
        </pc:spChg>
        <pc:spChg chg="add del">
          <ac:chgData name="Evaldas Mencinskas" userId="3c4a537b-53c9-4dc0-b79b-6bd1bc9b79d9" providerId="ADAL" clId="{F58CBE56-567E-4DEA-93C6-69C5168AC5E5}" dt="2024-05-31T14:25:50.302" v="1" actId="478"/>
          <ac:spMkLst>
            <pc:docMk/>
            <pc:sldMk cId="2920363097" sldId="2147469635"/>
            <ac:spMk id="5" creationId="{CEF5A52E-60F7-DFD9-861C-7A326D4F2D5D}"/>
          </ac:spMkLst>
        </pc:spChg>
        <pc:picChg chg="add mod">
          <ac:chgData name="Evaldas Mencinskas" userId="3c4a537b-53c9-4dc0-b79b-6bd1bc9b79d9" providerId="ADAL" clId="{F58CBE56-567E-4DEA-93C6-69C5168AC5E5}" dt="2024-05-31T14:28:05.156" v="51" actId="1076"/>
          <ac:picMkLst>
            <pc:docMk/>
            <pc:sldMk cId="2920363097" sldId="2147469635"/>
            <ac:picMk id="7" creationId="{63104006-C8FF-5B27-1217-3BAE68016150}"/>
          </ac:picMkLst>
        </pc:picChg>
        <pc:picChg chg="del">
          <ac:chgData name="Evaldas Mencinskas" userId="3c4a537b-53c9-4dc0-b79b-6bd1bc9b79d9" providerId="ADAL" clId="{F58CBE56-567E-4DEA-93C6-69C5168AC5E5}" dt="2024-05-31T14:25:50.302" v="1" actId="478"/>
          <ac:picMkLst>
            <pc:docMk/>
            <pc:sldMk cId="2920363097" sldId="2147469635"/>
            <ac:picMk id="1026" creationId="{39714581-3FD9-E07A-F797-FA316AF0B00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1AEB-BB9B-8E85-C705-A348AA9BD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A74DD-1927-812D-49C1-808DE81AC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FF88C-4453-C802-68FC-5D4C6F7F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7CD21-EF15-928E-B785-79D0BF293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91E8D-7B89-531C-C775-84CF3D1C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9910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807C6-FA8A-5B8D-0271-08CEE2536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7C318-6499-EF04-157A-E0300ABCD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D3E25-52EF-4E1F-5865-FCD5DE98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86000-6F50-4310-759E-7FA63A827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D7E-76EF-9F4A-FEDE-CA3C32D86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7495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BB74-5492-A688-62A1-5DFCAEBFD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58568-13D8-0D55-76EF-540EB356E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120D2-EACE-687E-CEC3-45CEA39CF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43557-662E-D2A2-41A2-55D04BF2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73B49-1442-A0CD-1881-A8590291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716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284A-0F8E-A481-9297-DC941BA5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3A0AE-3230-0327-5CF4-5EB04FCDC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8C2F6-22A0-49CD-673C-C7B6028BC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CD7B26-9B0A-CEEB-0B44-5C6276D1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1A45B-C105-E95A-D81D-F2D267760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4FAED-7F8A-459B-FB15-B2C656C1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60064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6252-54FE-8D35-2DAF-25F1D96A8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6BD5B-58D1-6FE4-9352-16B70FE86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CF96D-42EC-B5C8-E687-488A39841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9C821-5D69-6537-EDCC-44E4AF28C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BEC08-1F9D-BFD2-9ABA-6566EB1F9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05D38-705B-FA03-20BC-5EE5D266F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99C3EB-5DE7-B003-54B3-86F2DE36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95B974-66AB-702D-3CC6-27DBA04E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9219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304C-B78C-39E9-BC96-F5F465346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A4792-21CB-951A-5204-5D91F842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EBC02-4251-7501-3E94-E9C1E3E5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5A057-734D-163B-7EEC-7FC9F0FD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5146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480D2-B210-4FE7-DC85-6A3B69ADC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573986-D1B7-E9D2-A45A-0C2954A3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617B9-2283-52FC-73CF-B4F9B75B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57234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3663-0D79-64F6-6DFA-0F6EC770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40B25-9084-B91A-C611-C1495E11C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1E652-EFCA-3F11-B58A-EC3CDA27F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91AA5-2A5D-BD21-4286-05A85A4F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C715F-28C1-577C-A42A-080F1C9E9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B1E07-49EA-E2F4-D7E5-C0A1C1CC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5204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08B2-0F6F-76DE-7835-68DD24D8B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936AC3-6F54-2692-84B8-314A9A965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E8BE7-BBC9-1CA5-AF0B-8F443C92B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9E6E5-E19D-9D7E-2D42-B6621E04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D248F-6175-F8A9-2AB0-EA47C6978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6A434-246A-506C-23F6-3A96601D4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6411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E863A-20D9-8CEC-CDF7-A117B440D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8B607-B6DA-A75A-5E2A-B82BD3E4E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45386-C070-B5C1-D43B-E8D3421E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46DAB-7F00-5A2D-CAEC-BBADEA83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1B073-BB5F-D138-6115-A4743913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018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49C304-FEAB-01FA-DF2D-C15CBA49E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6571D-C146-CD08-1535-B17ABB132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29EC5-A4B2-BDC3-7F35-54781114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C9799-07DB-4DEF-9423-6667F5EAD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055FF-131C-4456-9DC3-AEDA3EDB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606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4380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329F05-3856-E7F8-F2D1-35502E14A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AD473-ACCD-36D6-B237-D36A5A1D2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C49FA-8C66-1153-22AC-B10CBBABC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DEBC1-68A1-98C8-B45B-C12C9F855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E50FD-385D-F3D4-47FC-FEDA1B696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326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446E61-3C29-43F8-E6B1-FA850ECE9129}"/>
              </a:ext>
            </a:extLst>
          </p:cNvPr>
          <p:cNvSpPr txBox="1"/>
          <p:nvPr/>
        </p:nvSpPr>
        <p:spPr>
          <a:xfrm>
            <a:off x="601770" y="1451895"/>
            <a:ext cx="5491163" cy="43814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08AD9"/>
                </a:solidFill>
                <a:latin typeface="+mj-lt"/>
                <a:cs typeface="Segoe UI"/>
              </a:rPr>
              <a:t>Business Need</a:t>
            </a:r>
          </a:p>
          <a:p>
            <a:pPr>
              <a:lnSpc>
                <a:spcPct val="120000"/>
              </a:lnSpc>
            </a:pPr>
            <a:r>
              <a:rPr lang="en-GB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ACBB has outsourced Salesforce Support and Development  to Affirma. We have Dedicated Project Manager, Development Lead and Salesforce developers for the client.</a:t>
            </a:r>
          </a:p>
          <a:p>
            <a:pPr>
              <a:lnSpc>
                <a:spcPct val="120000"/>
              </a:lnSpc>
            </a:pP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Segoe UI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008AD9"/>
                </a:solidFill>
                <a:latin typeface="+mj-lt"/>
                <a:cs typeface="Segoe UI"/>
              </a:rPr>
              <a:t>What We Provide</a:t>
            </a:r>
            <a:endParaRPr lang="en-US" b="1" dirty="0">
              <a:solidFill>
                <a:srgbClr val="F75714"/>
              </a:solidFill>
              <a:latin typeface="+mj-lt"/>
              <a:ea typeface="MS Mincho" panose="02020609040205080304" pitchFamily="49" charset="-128"/>
              <a:cs typeface="Segoe UI" panose="020B0502040204020203" pitchFamily="34" charset="0"/>
            </a:endParaRP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Weekly client calls, Status emails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Backlog ranked in Azure DevOps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Fully managed salesforce development work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Work examples:</a:t>
            </a:r>
          </a:p>
          <a:p>
            <a:pPr marL="685800" lvl="1" indent="-2286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  Created new Product Onboarding Workflows</a:t>
            </a:r>
          </a:p>
          <a:p>
            <a:pPr marL="685800" lvl="1" indent="-2286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  Custom Stages</a:t>
            </a:r>
          </a:p>
          <a:p>
            <a:pPr marL="685800" lvl="1" indent="-2286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  Automated Task Creation</a:t>
            </a:r>
          </a:p>
          <a:p>
            <a:pPr marL="685800" lvl="1" indent="-2286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  Auto recovery, reminders, Custom notifications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Case management, Taxonomy, Case routing, Entitlements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Custom workflow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Updates to forms, Products, custom Scripting 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UAT Testing, PROD Deployments</a:t>
            </a:r>
          </a:p>
          <a:p>
            <a:pPr>
              <a:lnSpc>
                <a:spcPct val="107000"/>
              </a:lnSpc>
            </a:pP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Segoe U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3" y="388389"/>
            <a:ext cx="11006179" cy="764390"/>
          </a:xfrm>
        </p:spPr>
        <p:txBody>
          <a:bodyPr>
            <a:normAutofit/>
          </a:bodyPr>
          <a:lstStyle/>
          <a:p>
            <a:r>
              <a:rPr lang="en-US" dirty="0"/>
              <a:t>ACBB – Salesforce Managed Service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8A8EE-A41B-104E-87E1-EB98061134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54775"/>
            <a:ext cx="2743200" cy="155575"/>
          </a:xfrm>
        </p:spPr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AutoShape 2" descr="Electronic Frontier Foundation">
            <a:extLst>
              <a:ext uri="{FF2B5EF4-FFF2-40B4-BE49-F238E27FC236}">
                <a16:creationId xmlns:a16="http://schemas.microsoft.com/office/drawing/2014/main" id="{6D7E4FC4-D235-EAB5-A631-843A6B4E84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797312"/>
            <a:ext cx="2784088" cy="278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pic>
        <p:nvPicPr>
          <p:cNvPr id="1040" name="Picture 16" descr="Salesforce: A Moment Of Honesty (NYSE:CRM) | Seeking Alpha">
            <a:extLst>
              <a:ext uri="{FF2B5EF4-FFF2-40B4-BE49-F238E27FC236}">
                <a16:creationId xmlns:a16="http://schemas.microsoft.com/office/drawing/2014/main" id="{1217D0BB-3039-BC67-0432-1D71C516F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203" y="3990323"/>
            <a:ext cx="1573193" cy="1101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104006-C8FF-5B27-1217-3BAE68016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962" y="1343884"/>
            <a:ext cx="3066741" cy="219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36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Customer Relationship Management</Value>
    </BusinessUnit>
    <Solutions xmlns="f0ee8362-fa7e-4bc9-ab88-7dcfb17cb19b" xsi:nil="true"/>
    <Industries xmlns="f0ee8362-fa7e-4bc9-ab88-7dcfb17cb19b">
      <Value>Financial Services</Value>
    </Industries>
    <Notes0 xmlns="f0ee8362-fa7e-4bc9-ab88-7dcfb17cb19b" xsi:nil="true"/>
    <Named_x0020_Account xmlns="f0ee8362-fa7e-4bc9-ab88-7dcfb17cb19b" xsi:nil="true"/>
    <PlatTech xmlns="f0ee8362-fa7e-4bc9-ab88-7dcfb17cb19b">
      <Value>Salesforce</Value>
    </PlatTech>
    <ApprovedByClient xmlns="f0ee8362-fa7e-4bc9-ab88-7dcfb17cb19b">false</ApprovedByClient>
    <ProjectCompletionDate xmlns="f0ee8362-fa7e-4bc9-ab88-7dcfb17cb19b" xsi:nil="true"/>
  </documentManagement>
</p:properties>
</file>

<file path=customXml/itemProps1.xml><?xml version="1.0" encoding="utf-8"?>
<ds:datastoreItem xmlns:ds="http://schemas.openxmlformats.org/officeDocument/2006/customXml" ds:itemID="{0B96DF89-3E03-4085-925F-3D44FFE8AF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EA86A9-7EC8-4255-A11E-76CB123FA415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858E3E8E-A81E-4420-B982-B7E579F0F411}"/>
</file>

<file path=customXml/itemProps4.xml><?xml version="1.0" encoding="utf-8"?>
<ds:datastoreItem xmlns:ds="http://schemas.openxmlformats.org/officeDocument/2006/customXml" ds:itemID="{DA587132-DB2A-426F-80A5-17EFAD7EC875}">
  <ds:schemaRefs>
    <ds:schemaRef ds:uri="http://schemas.microsoft.com/office/2006/metadata/properties"/>
    <ds:schemaRef ds:uri="http://schemas.microsoft.com/office/infopath/2007/PartnerControls"/>
    <ds:schemaRef ds:uri="f205c2cf-faee-43e7-95df-8aa62e5feae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96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ACBB – Salesforce Managed Service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– XBOX Customer Support Dynamics 365</dc:title>
  <dc:creator>Evaldas Mencinskas</dc:creator>
  <cp:lastModifiedBy>Evaldas Mencinskas</cp:lastModifiedBy>
  <cp:revision>22</cp:revision>
  <dcterms:created xsi:type="dcterms:W3CDTF">2024-05-30T09:06:53Z</dcterms:created>
  <dcterms:modified xsi:type="dcterms:W3CDTF">2024-06-03T13:04:39Z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