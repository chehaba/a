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147469635"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3DF3D3A-8441-4AD2-B5DE-432D8ACA6735}" v="12" dt="2024-05-31T09:21:02.28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6" d="100"/>
          <a:sy n="86" d="100"/>
        </p:scale>
        <p:origin x="2508"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presProps" Target="presProps.xml"/><Relationship Id="rId7" Type="http://schemas.microsoft.com/office/2016/11/relationships/changesInfo" Target="changesInfos/changesInfo1.xml"/><Relationship Id="rId12" Type="http://schemas.openxmlformats.org/officeDocument/2006/relationships/customXml" Target="../customXml/item4.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11" Type="http://schemas.openxmlformats.org/officeDocument/2006/relationships/customXml" Target="../customXml/item3.xml"/><Relationship Id="rId5" Type="http://schemas.openxmlformats.org/officeDocument/2006/relationships/theme" Target="theme/theme1.xml"/><Relationship Id="rId10" Type="http://schemas.openxmlformats.org/officeDocument/2006/relationships/customXml" Target="../customXml/item2.xml"/><Relationship Id="rId4" Type="http://schemas.openxmlformats.org/officeDocument/2006/relationships/viewProps" Target="viewProps.xml"/><Relationship Id="rId9" Type="http://schemas.openxmlformats.org/officeDocument/2006/relationships/customXml" Target="../customXml/item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valdas Mencinskas" userId="3c4a537b-53c9-4dc0-b79b-6bd1bc9b79d9" providerId="ADAL" clId="{E3DF3D3A-8441-4AD2-B5DE-432D8ACA6735}"/>
    <pc:docChg chg="custSel modSld">
      <pc:chgData name="Evaldas Mencinskas" userId="3c4a537b-53c9-4dc0-b79b-6bd1bc9b79d9" providerId="ADAL" clId="{E3DF3D3A-8441-4AD2-B5DE-432D8ACA6735}" dt="2024-05-31T13:30:06.653" v="1360" actId="20577"/>
      <pc:docMkLst>
        <pc:docMk/>
      </pc:docMkLst>
      <pc:sldChg chg="addSp delSp modSp mod">
        <pc:chgData name="Evaldas Mencinskas" userId="3c4a537b-53c9-4dc0-b79b-6bd1bc9b79d9" providerId="ADAL" clId="{E3DF3D3A-8441-4AD2-B5DE-432D8ACA6735}" dt="2024-05-31T13:30:06.653" v="1360" actId="20577"/>
        <pc:sldMkLst>
          <pc:docMk/>
          <pc:sldMk cId="2920363097" sldId="2147469635"/>
        </pc:sldMkLst>
        <pc:spChg chg="mod">
          <ac:chgData name="Evaldas Mencinskas" userId="3c4a537b-53c9-4dc0-b79b-6bd1bc9b79d9" providerId="ADAL" clId="{E3DF3D3A-8441-4AD2-B5DE-432D8ACA6735}" dt="2024-05-31T13:30:06.653" v="1360" actId="20577"/>
          <ac:spMkLst>
            <pc:docMk/>
            <pc:sldMk cId="2920363097" sldId="2147469635"/>
            <ac:spMk id="2" creationId="{0E446E61-3C29-43F8-E6B1-FA850ECE9129}"/>
          </ac:spMkLst>
        </pc:spChg>
        <pc:spChg chg="mod">
          <ac:chgData name="Evaldas Mencinskas" userId="3c4a537b-53c9-4dc0-b79b-6bd1bc9b79d9" providerId="ADAL" clId="{E3DF3D3A-8441-4AD2-B5DE-432D8ACA6735}" dt="2024-05-31T09:21:16.052" v="34" actId="20577"/>
          <ac:spMkLst>
            <pc:docMk/>
            <pc:sldMk cId="2920363097" sldId="2147469635"/>
            <ac:spMk id="4" creationId="{BDC4B9FF-8695-D444-A5CC-2CB3135EEEAD}"/>
          </ac:spMkLst>
        </pc:spChg>
        <pc:picChg chg="add mod">
          <ac:chgData name="Evaldas Mencinskas" userId="3c4a537b-53c9-4dc0-b79b-6bd1bc9b79d9" providerId="ADAL" clId="{E3DF3D3A-8441-4AD2-B5DE-432D8ACA6735}" dt="2024-05-31T09:21:02.289" v="11" actId="14100"/>
          <ac:picMkLst>
            <pc:docMk/>
            <pc:sldMk cId="2920363097" sldId="2147469635"/>
            <ac:picMk id="1026" creationId="{39714581-3FD9-E07A-F797-FA316AF0B002}"/>
          </ac:picMkLst>
        </pc:picChg>
        <pc:picChg chg="del">
          <ac:chgData name="Evaldas Mencinskas" userId="3c4a537b-53c9-4dc0-b79b-6bd1bc9b79d9" providerId="ADAL" clId="{E3DF3D3A-8441-4AD2-B5DE-432D8ACA6735}" dt="2024-05-31T09:20:12.017" v="1" actId="478"/>
          <ac:picMkLst>
            <pc:docMk/>
            <pc:sldMk cId="2920363097" sldId="2147469635"/>
            <ac:picMk id="1030" creationId="{246D5965-41C2-25F0-9A41-29E2A78DD0C1}"/>
          </ac:picMkLst>
        </pc:picChg>
        <pc:picChg chg="del">
          <ac:chgData name="Evaldas Mencinskas" userId="3c4a537b-53c9-4dc0-b79b-6bd1bc9b79d9" providerId="ADAL" clId="{E3DF3D3A-8441-4AD2-B5DE-432D8ACA6735}" dt="2024-05-31T09:20:09.604" v="0" actId="478"/>
          <ac:picMkLst>
            <pc:docMk/>
            <pc:sldMk cId="2920363097" sldId="2147469635"/>
            <ac:picMk id="1038" creationId="{9299AFCC-63E5-C76C-02AE-F44029C1134C}"/>
          </ac:picMkLst>
        </pc:picChg>
        <pc:picChg chg="mod">
          <ac:chgData name="Evaldas Mencinskas" userId="3c4a537b-53c9-4dc0-b79b-6bd1bc9b79d9" providerId="ADAL" clId="{E3DF3D3A-8441-4AD2-B5DE-432D8ACA6735}" dt="2024-05-31T09:20:59.140" v="9" actId="1076"/>
          <ac:picMkLst>
            <pc:docMk/>
            <pc:sldMk cId="2920363097" sldId="2147469635"/>
            <ac:picMk id="1040" creationId="{1217D0BB-3039-BC67-0432-1D71C516F136}"/>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F1AEB-BB9B-8E85-C705-A348AA9BDC4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E"/>
          </a:p>
        </p:txBody>
      </p:sp>
      <p:sp>
        <p:nvSpPr>
          <p:cNvPr id="3" name="Subtitle 2">
            <a:extLst>
              <a:ext uri="{FF2B5EF4-FFF2-40B4-BE49-F238E27FC236}">
                <a16:creationId xmlns:a16="http://schemas.microsoft.com/office/drawing/2014/main" id="{894A74DD-1927-812D-49C1-808DE81AC7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E"/>
          </a:p>
        </p:txBody>
      </p:sp>
      <p:sp>
        <p:nvSpPr>
          <p:cNvPr id="4" name="Date Placeholder 3">
            <a:extLst>
              <a:ext uri="{FF2B5EF4-FFF2-40B4-BE49-F238E27FC236}">
                <a16:creationId xmlns:a16="http://schemas.microsoft.com/office/drawing/2014/main" id="{C3EFF88C-4453-C802-68FC-5D4C6F7F4E87}"/>
              </a:ext>
            </a:extLst>
          </p:cNvPr>
          <p:cNvSpPr>
            <a:spLocks noGrp="1"/>
          </p:cNvSpPr>
          <p:nvPr>
            <p:ph type="dt" sz="half" idx="10"/>
          </p:nvPr>
        </p:nvSpPr>
        <p:spPr/>
        <p:txBody>
          <a:bodyPr/>
          <a:lstStyle/>
          <a:p>
            <a:fld id="{9D5D0B21-9F8C-4D01-8D9A-C841602790D9}" type="datetimeFigureOut">
              <a:rPr lang="en-IE" smtClean="0"/>
              <a:t>31/05/2024</a:t>
            </a:fld>
            <a:endParaRPr lang="en-IE"/>
          </a:p>
        </p:txBody>
      </p:sp>
      <p:sp>
        <p:nvSpPr>
          <p:cNvPr id="5" name="Footer Placeholder 4">
            <a:extLst>
              <a:ext uri="{FF2B5EF4-FFF2-40B4-BE49-F238E27FC236}">
                <a16:creationId xmlns:a16="http://schemas.microsoft.com/office/drawing/2014/main" id="{2D07CD21-EF15-928E-B785-79D0BF2938B7}"/>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B4791E8D-7B89-531C-C775-84CF3D1C279E}"/>
              </a:ext>
            </a:extLst>
          </p:cNvPr>
          <p:cNvSpPr>
            <a:spLocks noGrp="1"/>
          </p:cNvSpPr>
          <p:nvPr>
            <p:ph type="sldNum" sz="quarter" idx="12"/>
          </p:nvPr>
        </p:nvSpPr>
        <p:spPr/>
        <p:txBody>
          <a:bodyPr/>
          <a:lstStyle/>
          <a:p>
            <a:fld id="{2511752F-ABDC-4920-96EF-1735859A7CF5}" type="slidenum">
              <a:rPr lang="en-IE" smtClean="0"/>
              <a:t>‹#›</a:t>
            </a:fld>
            <a:endParaRPr lang="en-IE"/>
          </a:p>
        </p:txBody>
      </p:sp>
    </p:spTree>
    <p:extLst>
      <p:ext uri="{BB962C8B-B14F-4D97-AF65-F5344CB8AC3E}">
        <p14:creationId xmlns:p14="http://schemas.microsoft.com/office/powerpoint/2010/main" val="12991085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807C6-FA8A-5B8D-0271-08CEE2536ECA}"/>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65F7C318-6499-EF04-157A-E0300ABCD09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589D3E25-52EF-4E1F-5865-FCD5DE98CEFA}"/>
              </a:ext>
            </a:extLst>
          </p:cNvPr>
          <p:cNvSpPr>
            <a:spLocks noGrp="1"/>
          </p:cNvSpPr>
          <p:nvPr>
            <p:ph type="dt" sz="half" idx="10"/>
          </p:nvPr>
        </p:nvSpPr>
        <p:spPr/>
        <p:txBody>
          <a:bodyPr/>
          <a:lstStyle/>
          <a:p>
            <a:fld id="{9D5D0B21-9F8C-4D01-8D9A-C841602790D9}" type="datetimeFigureOut">
              <a:rPr lang="en-IE" smtClean="0"/>
              <a:t>31/05/2024</a:t>
            </a:fld>
            <a:endParaRPr lang="en-IE"/>
          </a:p>
        </p:txBody>
      </p:sp>
      <p:sp>
        <p:nvSpPr>
          <p:cNvPr id="5" name="Footer Placeholder 4">
            <a:extLst>
              <a:ext uri="{FF2B5EF4-FFF2-40B4-BE49-F238E27FC236}">
                <a16:creationId xmlns:a16="http://schemas.microsoft.com/office/drawing/2014/main" id="{21386000-6F50-4310-759E-7FA63A82724E}"/>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00EB0D7E-76EF-9F4A-FEDE-CA3C32D86608}"/>
              </a:ext>
            </a:extLst>
          </p:cNvPr>
          <p:cNvSpPr>
            <a:spLocks noGrp="1"/>
          </p:cNvSpPr>
          <p:nvPr>
            <p:ph type="sldNum" sz="quarter" idx="12"/>
          </p:nvPr>
        </p:nvSpPr>
        <p:spPr/>
        <p:txBody>
          <a:bodyPr/>
          <a:lstStyle/>
          <a:p>
            <a:fld id="{2511752F-ABDC-4920-96EF-1735859A7CF5}" type="slidenum">
              <a:rPr lang="en-IE" smtClean="0"/>
              <a:t>‹#›</a:t>
            </a:fld>
            <a:endParaRPr lang="en-IE"/>
          </a:p>
        </p:txBody>
      </p:sp>
    </p:spTree>
    <p:extLst>
      <p:ext uri="{BB962C8B-B14F-4D97-AF65-F5344CB8AC3E}">
        <p14:creationId xmlns:p14="http://schemas.microsoft.com/office/powerpoint/2010/main" val="40749546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4BB74-5492-A688-62A1-5DFCAEBFDD7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E"/>
          </a:p>
        </p:txBody>
      </p:sp>
      <p:sp>
        <p:nvSpPr>
          <p:cNvPr id="3" name="Text Placeholder 2">
            <a:extLst>
              <a:ext uri="{FF2B5EF4-FFF2-40B4-BE49-F238E27FC236}">
                <a16:creationId xmlns:a16="http://schemas.microsoft.com/office/drawing/2014/main" id="{4FD58568-13D8-0D55-76EF-540EB356EBC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77120D2-EACE-687E-CEC3-45CEA39CF042}"/>
              </a:ext>
            </a:extLst>
          </p:cNvPr>
          <p:cNvSpPr>
            <a:spLocks noGrp="1"/>
          </p:cNvSpPr>
          <p:nvPr>
            <p:ph type="dt" sz="half" idx="10"/>
          </p:nvPr>
        </p:nvSpPr>
        <p:spPr/>
        <p:txBody>
          <a:bodyPr/>
          <a:lstStyle/>
          <a:p>
            <a:fld id="{9D5D0B21-9F8C-4D01-8D9A-C841602790D9}" type="datetimeFigureOut">
              <a:rPr lang="en-IE" smtClean="0"/>
              <a:t>31/05/2024</a:t>
            </a:fld>
            <a:endParaRPr lang="en-IE"/>
          </a:p>
        </p:txBody>
      </p:sp>
      <p:sp>
        <p:nvSpPr>
          <p:cNvPr id="5" name="Footer Placeholder 4">
            <a:extLst>
              <a:ext uri="{FF2B5EF4-FFF2-40B4-BE49-F238E27FC236}">
                <a16:creationId xmlns:a16="http://schemas.microsoft.com/office/drawing/2014/main" id="{0EE43557-662E-D2A2-41A2-55D04BF2D763}"/>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6CC73B49-1442-A0CD-1881-A8590291F67B}"/>
              </a:ext>
            </a:extLst>
          </p:cNvPr>
          <p:cNvSpPr>
            <a:spLocks noGrp="1"/>
          </p:cNvSpPr>
          <p:nvPr>
            <p:ph type="sldNum" sz="quarter" idx="12"/>
          </p:nvPr>
        </p:nvSpPr>
        <p:spPr/>
        <p:txBody>
          <a:bodyPr/>
          <a:lstStyle/>
          <a:p>
            <a:fld id="{2511752F-ABDC-4920-96EF-1735859A7CF5}" type="slidenum">
              <a:rPr lang="en-IE" smtClean="0"/>
              <a:t>‹#›</a:t>
            </a:fld>
            <a:endParaRPr lang="en-IE"/>
          </a:p>
        </p:txBody>
      </p:sp>
    </p:spTree>
    <p:extLst>
      <p:ext uri="{BB962C8B-B14F-4D97-AF65-F5344CB8AC3E}">
        <p14:creationId xmlns:p14="http://schemas.microsoft.com/office/powerpoint/2010/main" val="30771637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1284A-0F8E-A481-9297-DC941BA55E96}"/>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2AB3A0AE-3230-0327-5CF4-5EB04FCDC31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Content Placeholder 3">
            <a:extLst>
              <a:ext uri="{FF2B5EF4-FFF2-40B4-BE49-F238E27FC236}">
                <a16:creationId xmlns:a16="http://schemas.microsoft.com/office/drawing/2014/main" id="{6538C2F6-22A0-49CD-673C-C7B6028BCB0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Date Placeholder 4">
            <a:extLst>
              <a:ext uri="{FF2B5EF4-FFF2-40B4-BE49-F238E27FC236}">
                <a16:creationId xmlns:a16="http://schemas.microsoft.com/office/drawing/2014/main" id="{52CD7B26-9B0A-CEEB-0B44-5C6276D123C3}"/>
              </a:ext>
            </a:extLst>
          </p:cNvPr>
          <p:cNvSpPr>
            <a:spLocks noGrp="1"/>
          </p:cNvSpPr>
          <p:nvPr>
            <p:ph type="dt" sz="half" idx="10"/>
          </p:nvPr>
        </p:nvSpPr>
        <p:spPr/>
        <p:txBody>
          <a:bodyPr/>
          <a:lstStyle/>
          <a:p>
            <a:fld id="{9D5D0B21-9F8C-4D01-8D9A-C841602790D9}" type="datetimeFigureOut">
              <a:rPr lang="en-IE" smtClean="0"/>
              <a:t>31/05/2024</a:t>
            </a:fld>
            <a:endParaRPr lang="en-IE"/>
          </a:p>
        </p:txBody>
      </p:sp>
      <p:sp>
        <p:nvSpPr>
          <p:cNvPr id="6" name="Footer Placeholder 5">
            <a:extLst>
              <a:ext uri="{FF2B5EF4-FFF2-40B4-BE49-F238E27FC236}">
                <a16:creationId xmlns:a16="http://schemas.microsoft.com/office/drawing/2014/main" id="{E871A45B-C105-E95A-D81D-F2D267760AFF}"/>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73C4FAED-7F8A-459B-FB15-B2C656C1FD1F}"/>
              </a:ext>
            </a:extLst>
          </p:cNvPr>
          <p:cNvSpPr>
            <a:spLocks noGrp="1"/>
          </p:cNvSpPr>
          <p:nvPr>
            <p:ph type="sldNum" sz="quarter" idx="12"/>
          </p:nvPr>
        </p:nvSpPr>
        <p:spPr/>
        <p:txBody>
          <a:bodyPr/>
          <a:lstStyle/>
          <a:p>
            <a:fld id="{2511752F-ABDC-4920-96EF-1735859A7CF5}" type="slidenum">
              <a:rPr lang="en-IE" smtClean="0"/>
              <a:t>‹#›</a:t>
            </a:fld>
            <a:endParaRPr lang="en-IE"/>
          </a:p>
        </p:txBody>
      </p:sp>
    </p:spTree>
    <p:extLst>
      <p:ext uri="{BB962C8B-B14F-4D97-AF65-F5344CB8AC3E}">
        <p14:creationId xmlns:p14="http://schemas.microsoft.com/office/powerpoint/2010/main" val="39600644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66252-54FE-8D35-2DAF-25F1D96A88A5}"/>
              </a:ext>
            </a:extLst>
          </p:cNvPr>
          <p:cNvSpPr>
            <a:spLocks noGrp="1"/>
          </p:cNvSpPr>
          <p:nvPr>
            <p:ph type="title"/>
          </p:nvPr>
        </p:nvSpPr>
        <p:spPr>
          <a:xfrm>
            <a:off x="839788" y="365125"/>
            <a:ext cx="10515600" cy="1325563"/>
          </a:xfrm>
        </p:spPr>
        <p:txBody>
          <a:bodyPr/>
          <a:lstStyle/>
          <a:p>
            <a:r>
              <a:rPr lang="en-US"/>
              <a:t>Click to edit Master title style</a:t>
            </a:r>
            <a:endParaRPr lang="en-IE"/>
          </a:p>
        </p:txBody>
      </p:sp>
      <p:sp>
        <p:nvSpPr>
          <p:cNvPr id="3" name="Text Placeholder 2">
            <a:extLst>
              <a:ext uri="{FF2B5EF4-FFF2-40B4-BE49-F238E27FC236}">
                <a16:creationId xmlns:a16="http://schemas.microsoft.com/office/drawing/2014/main" id="{5826BD5B-58D1-6FE4-9352-16B70FE86B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7FCF96D-42EC-B5C8-E687-488A3984105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Text Placeholder 4">
            <a:extLst>
              <a:ext uri="{FF2B5EF4-FFF2-40B4-BE49-F238E27FC236}">
                <a16:creationId xmlns:a16="http://schemas.microsoft.com/office/drawing/2014/main" id="{3159C821-5D69-6537-EDCC-44E4AF28C67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9BEC08-1F9D-BFD2-9ABA-6566EB1F955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7" name="Date Placeholder 6">
            <a:extLst>
              <a:ext uri="{FF2B5EF4-FFF2-40B4-BE49-F238E27FC236}">
                <a16:creationId xmlns:a16="http://schemas.microsoft.com/office/drawing/2014/main" id="{13105D38-705B-FA03-20BC-5EE5D266F019}"/>
              </a:ext>
            </a:extLst>
          </p:cNvPr>
          <p:cNvSpPr>
            <a:spLocks noGrp="1"/>
          </p:cNvSpPr>
          <p:nvPr>
            <p:ph type="dt" sz="half" idx="10"/>
          </p:nvPr>
        </p:nvSpPr>
        <p:spPr/>
        <p:txBody>
          <a:bodyPr/>
          <a:lstStyle/>
          <a:p>
            <a:fld id="{9D5D0B21-9F8C-4D01-8D9A-C841602790D9}" type="datetimeFigureOut">
              <a:rPr lang="en-IE" smtClean="0"/>
              <a:t>31/05/2024</a:t>
            </a:fld>
            <a:endParaRPr lang="en-IE"/>
          </a:p>
        </p:txBody>
      </p:sp>
      <p:sp>
        <p:nvSpPr>
          <p:cNvPr id="8" name="Footer Placeholder 7">
            <a:extLst>
              <a:ext uri="{FF2B5EF4-FFF2-40B4-BE49-F238E27FC236}">
                <a16:creationId xmlns:a16="http://schemas.microsoft.com/office/drawing/2014/main" id="{8899C3EB-5DE7-B003-54B3-86F2DE3609C6}"/>
              </a:ext>
            </a:extLst>
          </p:cNvPr>
          <p:cNvSpPr>
            <a:spLocks noGrp="1"/>
          </p:cNvSpPr>
          <p:nvPr>
            <p:ph type="ftr" sz="quarter" idx="11"/>
          </p:nvPr>
        </p:nvSpPr>
        <p:spPr/>
        <p:txBody>
          <a:bodyPr/>
          <a:lstStyle/>
          <a:p>
            <a:endParaRPr lang="en-IE"/>
          </a:p>
        </p:txBody>
      </p:sp>
      <p:sp>
        <p:nvSpPr>
          <p:cNvPr id="9" name="Slide Number Placeholder 8">
            <a:extLst>
              <a:ext uri="{FF2B5EF4-FFF2-40B4-BE49-F238E27FC236}">
                <a16:creationId xmlns:a16="http://schemas.microsoft.com/office/drawing/2014/main" id="{A995B974-66AB-702D-3CC6-27DBA04E23F1}"/>
              </a:ext>
            </a:extLst>
          </p:cNvPr>
          <p:cNvSpPr>
            <a:spLocks noGrp="1"/>
          </p:cNvSpPr>
          <p:nvPr>
            <p:ph type="sldNum" sz="quarter" idx="12"/>
          </p:nvPr>
        </p:nvSpPr>
        <p:spPr/>
        <p:txBody>
          <a:bodyPr/>
          <a:lstStyle/>
          <a:p>
            <a:fld id="{2511752F-ABDC-4920-96EF-1735859A7CF5}" type="slidenum">
              <a:rPr lang="en-IE" smtClean="0"/>
              <a:t>‹#›</a:t>
            </a:fld>
            <a:endParaRPr lang="en-IE"/>
          </a:p>
        </p:txBody>
      </p:sp>
    </p:spTree>
    <p:extLst>
      <p:ext uri="{BB962C8B-B14F-4D97-AF65-F5344CB8AC3E}">
        <p14:creationId xmlns:p14="http://schemas.microsoft.com/office/powerpoint/2010/main" val="32921986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2304C-B78C-39E9-BC96-F5F46534653F}"/>
              </a:ext>
            </a:extLst>
          </p:cNvPr>
          <p:cNvSpPr>
            <a:spLocks noGrp="1"/>
          </p:cNvSpPr>
          <p:nvPr>
            <p:ph type="title"/>
          </p:nvPr>
        </p:nvSpPr>
        <p:spPr/>
        <p:txBody>
          <a:bodyPr/>
          <a:lstStyle/>
          <a:p>
            <a:r>
              <a:rPr lang="en-US"/>
              <a:t>Click to edit Master title style</a:t>
            </a:r>
            <a:endParaRPr lang="en-IE"/>
          </a:p>
        </p:txBody>
      </p:sp>
      <p:sp>
        <p:nvSpPr>
          <p:cNvPr id="3" name="Date Placeholder 2">
            <a:extLst>
              <a:ext uri="{FF2B5EF4-FFF2-40B4-BE49-F238E27FC236}">
                <a16:creationId xmlns:a16="http://schemas.microsoft.com/office/drawing/2014/main" id="{38EA4792-21CB-951A-5204-5D91F8426C57}"/>
              </a:ext>
            </a:extLst>
          </p:cNvPr>
          <p:cNvSpPr>
            <a:spLocks noGrp="1"/>
          </p:cNvSpPr>
          <p:nvPr>
            <p:ph type="dt" sz="half" idx="10"/>
          </p:nvPr>
        </p:nvSpPr>
        <p:spPr/>
        <p:txBody>
          <a:bodyPr/>
          <a:lstStyle/>
          <a:p>
            <a:fld id="{9D5D0B21-9F8C-4D01-8D9A-C841602790D9}" type="datetimeFigureOut">
              <a:rPr lang="en-IE" smtClean="0"/>
              <a:t>31/05/2024</a:t>
            </a:fld>
            <a:endParaRPr lang="en-IE"/>
          </a:p>
        </p:txBody>
      </p:sp>
      <p:sp>
        <p:nvSpPr>
          <p:cNvPr id="4" name="Footer Placeholder 3">
            <a:extLst>
              <a:ext uri="{FF2B5EF4-FFF2-40B4-BE49-F238E27FC236}">
                <a16:creationId xmlns:a16="http://schemas.microsoft.com/office/drawing/2014/main" id="{0C5EBC02-4251-7501-3E94-E9C1E3E5984B}"/>
              </a:ext>
            </a:extLst>
          </p:cNvPr>
          <p:cNvSpPr>
            <a:spLocks noGrp="1"/>
          </p:cNvSpPr>
          <p:nvPr>
            <p:ph type="ftr" sz="quarter" idx="11"/>
          </p:nvPr>
        </p:nvSpPr>
        <p:spPr/>
        <p:txBody>
          <a:bodyPr/>
          <a:lstStyle/>
          <a:p>
            <a:endParaRPr lang="en-IE"/>
          </a:p>
        </p:txBody>
      </p:sp>
      <p:sp>
        <p:nvSpPr>
          <p:cNvPr id="5" name="Slide Number Placeholder 4">
            <a:extLst>
              <a:ext uri="{FF2B5EF4-FFF2-40B4-BE49-F238E27FC236}">
                <a16:creationId xmlns:a16="http://schemas.microsoft.com/office/drawing/2014/main" id="{A805A057-734D-163B-7EEC-7FC9F0FDB4C7}"/>
              </a:ext>
            </a:extLst>
          </p:cNvPr>
          <p:cNvSpPr>
            <a:spLocks noGrp="1"/>
          </p:cNvSpPr>
          <p:nvPr>
            <p:ph type="sldNum" sz="quarter" idx="12"/>
          </p:nvPr>
        </p:nvSpPr>
        <p:spPr/>
        <p:txBody>
          <a:bodyPr/>
          <a:lstStyle/>
          <a:p>
            <a:fld id="{2511752F-ABDC-4920-96EF-1735859A7CF5}" type="slidenum">
              <a:rPr lang="en-IE" smtClean="0"/>
              <a:t>‹#›</a:t>
            </a:fld>
            <a:endParaRPr lang="en-IE"/>
          </a:p>
        </p:txBody>
      </p:sp>
    </p:spTree>
    <p:extLst>
      <p:ext uri="{BB962C8B-B14F-4D97-AF65-F5344CB8AC3E}">
        <p14:creationId xmlns:p14="http://schemas.microsoft.com/office/powerpoint/2010/main" val="14514668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F3480D2-B210-4FE7-DC85-6A3B69ADC947}"/>
              </a:ext>
            </a:extLst>
          </p:cNvPr>
          <p:cNvSpPr>
            <a:spLocks noGrp="1"/>
          </p:cNvSpPr>
          <p:nvPr>
            <p:ph type="dt" sz="half" idx="10"/>
          </p:nvPr>
        </p:nvSpPr>
        <p:spPr/>
        <p:txBody>
          <a:bodyPr/>
          <a:lstStyle/>
          <a:p>
            <a:fld id="{9D5D0B21-9F8C-4D01-8D9A-C841602790D9}" type="datetimeFigureOut">
              <a:rPr lang="en-IE" smtClean="0"/>
              <a:t>31/05/2024</a:t>
            </a:fld>
            <a:endParaRPr lang="en-IE"/>
          </a:p>
        </p:txBody>
      </p:sp>
      <p:sp>
        <p:nvSpPr>
          <p:cNvPr id="3" name="Footer Placeholder 2">
            <a:extLst>
              <a:ext uri="{FF2B5EF4-FFF2-40B4-BE49-F238E27FC236}">
                <a16:creationId xmlns:a16="http://schemas.microsoft.com/office/drawing/2014/main" id="{5B573986-D1B7-E9D2-A45A-0C2954A3F280}"/>
              </a:ext>
            </a:extLst>
          </p:cNvPr>
          <p:cNvSpPr>
            <a:spLocks noGrp="1"/>
          </p:cNvSpPr>
          <p:nvPr>
            <p:ph type="ftr" sz="quarter" idx="11"/>
          </p:nvPr>
        </p:nvSpPr>
        <p:spPr/>
        <p:txBody>
          <a:bodyPr/>
          <a:lstStyle/>
          <a:p>
            <a:endParaRPr lang="en-IE"/>
          </a:p>
        </p:txBody>
      </p:sp>
      <p:sp>
        <p:nvSpPr>
          <p:cNvPr id="4" name="Slide Number Placeholder 3">
            <a:extLst>
              <a:ext uri="{FF2B5EF4-FFF2-40B4-BE49-F238E27FC236}">
                <a16:creationId xmlns:a16="http://schemas.microsoft.com/office/drawing/2014/main" id="{805617B9-2283-52FC-73CF-B4F9B75B59F5}"/>
              </a:ext>
            </a:extLst>
          </p:cNvPr>
          <p:cNvSpPr>
            <a:spLocks noGrp="1"/>
          </p:cNvSpPr>
          <p:nvPr>
            <p:ph type="sldNum" sz="quarter" idx="12"/>
          </p:nvPr>
        </p:nvSpPr>
        <p:spPr/>
        <p:txBody>
          <a:bodyPr/>
          <a:lstStyle/>
          <a:p>
            <a:fld id="{2511752F-ABDC-4920-96EF-1735859A7CF5}" type="slidenum">
              <a:rPr lang="en-IE" smtClean="0"/>
              <a:t>‹#›</a:t>
            </a:fld>
            <a:endParaRPr lang="en-IE"/>
          </a:p>
        </p:txBody>
      </p:sp>
    </p:spTree>
    <p:extLst>
      <p:ext uri="{BB962C8B-B14F-4D97-AF65-F5344CB8AC3E}">
        <p14:creationId xmlns:p14="http://schemas.microsoft.com/office/powerpoint/2010/main" val="34572348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B3663-0D79-64F6-6DFA-0F6EC77075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Content Placeholder 2">
            <a:extLst>
              <a:ext uri="{FF2B5EF4-FFF2-40B4-BE49-F238E27FC236}">
                <a16:creationId xmlns:a16="http://schemas.microsoft.com/office/drawing/2014/main" id="{76E40B25-9084-B91A-C611-C1495E11C07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Text Placeholder 3">
            <a:extLst>
              <a:ext uri="{FF2B5EF4-FFF2-40B4-BE49-F238E27FC236}">
                <a16:creationId xmlns:a16="http://schemas.microsoft.com/office/drawing/2014/main" id="{A331E652-EFCA-3F11-B58A-EC3CDA27F5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C91AA5-2A5D-BD21-4286-05A85A4F12E0}"/>
              </a:ext>
            </a:extLst>
          </p:cNvPr>
          <p:cNvSpPr>
            <a:spLocks noGrp="1"/>
          </p:cNvSpPr>
          <p:nvPr>
            <p:ph type="dt" sz="half" idx="10"/>
          </p:nvPr>
        </p:nvSpPr>
        <p:spPr/>
        <p:txBody>
          <a:bodyPr/>
          <a:lstStyle/>
          <a:p>
            <a:fld id="{9D5D0B21-9F8C-4D01-8D9A-C841602790D9}" type="datetimeFigureOut">
              <a:rPr lang="en-IE" smtClean="0"/>
              <a:t>31/05/2024</a:t>
            </a:fld>
            <a:endParaRPr lang="en-IE"/>
          </a:p>
        </p:txBody>
      </p:sp>
      <p:sp>
        <p:nvSpPr>
          <p:cNvPr id="6" name="Footer Placeholder 5">
            <a:extLst>
              <a:ext uri="{FF2B5EF4-FFF2-40B4-BE49-F238E27FC236}">
                <a16:creationId xmlns:a16="http://schemas.microsoft.com/office/drawing/2014/main" id="{CD6C715F-28C1-577C-A42A-080F1C9E925E}"/>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FF1B1E07-49EA-E2F4-D7E5-C0A1C1CC2051}"/>
              </a:ext>
            </a:extLst>
          </p:cNvPr>
          <p:cNvSpPr>
            <a:spLocks noGrp="1"/>
          </p:cNvSpPr>
          <p:nvPr>
            <p:ph type="sldNum" sz="quarter" idx="12"/>
          </p:nvPr>
        </p:nvSpPr>
        <p:spPr/>
        <p:txBody>
          <a:bodyPr/>
          <a:lstStyle/>
          <a:p>
            <a:fld id="{2511752F-ABDC-4920-96EF-1735859A7CF5}" type="slidenum">
              <a:rPr lang="en-IE" smtClean="0"/>
              <a:t>‹#›</a:t>
            </a:fld>
            <a:endParaRPr lang="en-IE"/>
          </a:p>
        </p:txBody>
      </p:sp>
    </p:spTree>
    <p:extLst>
      <p:ext uri="{BB962C8B-B14F-4D97-AF65-F5344CB8AC3E}">
        <p14:creationId xmlns:p14="http://schemas.microsoft.com/office/powerpoint/2010/main" val="9252049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B08B2-0F6F-76DE-7835-68DD24D8B35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Picture Placeholder 2">
            <a:extLst>
              <a:ext uri="{FF2B5EF4-FFF2-40B4-BE49-F238E27FC236}">
                <a16:creationId xmlns:a16="http://schemas.microsoft.com/office/drawing/2014/main" id="{2D936AC3-6F54-2692-84B8-314A9A965E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E"/>
          </a:p>
        </p:txBody>
      </p:sp>
      <p:sp>
        <p:nvSpPr>
          <p:cNvPr id="4" name="Text Placeholder 3">
            <a:extLst>
              <a:ext uri="{FF2B5EF4-FFF2-40B4-BE49-F238E27FC236}">
                <a16:creationId xmlns:a16="http://schemas.microsoft.com/office/drawing/2014/main" id="{521E8BE7-BBC9-1CA5-AF0B-8F443C92B4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B9E6E5-E19D-9D7E-2D42-B6621E04F382}"/>
              </a:ext>
            </a:extLst>
          </p:cNvPr>
          <p:cNvSpPr>
            <a:spLocks noGrp="1"/>
          </p:cNvSpPr>
          <p:nvPr>
            <p:ph type="dt" sz="half" idx="10"/>
          </p:nvPr>
        </p:nvSpPr>
        <p:spPr/>
        <p:txBody>
          <a:bodyPr/>
          <a:lstStyle/>
          <a:p>
            <a:fld id="{9D5D0B21-9F8C-4D01-8D9A-C841602790D9}" type="datetimeFigureOut">
              <a:rPr lang="en-IE" smtClean="0"/>
              <a:t>31/05/2024</a:t>
            </a:fld>
            <a:endParaRPr lang="en-IE"/>
          </a:p>
        </p:txBody>
      </p:sp>
      <p:sp>
        <p:nvSpPr>
          <p:cNvPr id="6" name="Footer Placeholder 5">
            <a:extLst>
              <a:ext uri="{FF2B5EF4-FFF2-40B4-BE49-F238E27FC236}">
                <a16:creationId xmlns:a16="http://schemas.microsoft.com/office/drawing/2014/main" id="{68AD248F-6175-F8A9-2AB0-EA47C69783B8}"/>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A2E6A434-246A-506C-23F6-3A96601D4C1E}"/>
              </a:ext>
            </a:extLst>
          </p:cNvPr>
          <p:cNvSpPr>
            <a:spLocks noGrp="1"/>
          </p:cNvSpPr>
          <p:nvPr>
            <p:ph type="sldNum" sz="quarter" idx="12"/>
          </p:nvPr>
        </p:nvSpPr>
        <p:spPr/>
        <p:txBody>
          <a:bodyPr/>
          <a:lstStyle/>
          <a:p>
            <a:fld id="{2511752F-ABDC-4920-96EF-1735859A7CF5}" type="slidenum">
              <a:rPr lang="en-IE" smtClean="0"/>
              <a:t>‹#›</a:t>
            </a:fld>
            <a:endParaRPr lang="en-IE"/>
          </a:p>
        </p:txBody>
      </p:sp>
    </p:spTree>
    <p:extLst>
      <p:ext uri="{BB962C8B-B14F-4D97-AF65-F5344CB8AC3E}">
        <p14:creationId xmlns:p14="http://schemas.microsoft.com/office/powerpoint/2010/main" val="20964119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E863A-20D9-8CEC-CDF7-A117B440D2E2}"/>
              </a:ext>
            </a:extLst>
          </p:cNvPr>
          <p:cNvSpPr>
            <a:spLocks noGrp="1"/>
          </p:cNvSpPr>
          <p:nvPr>
            <p:ph type="title"/>
          </p:nvPr>
        </p:nvSpPr>
        <p:spPr/>
        <p:txBody>
          <a:bodyPr/>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37A8B607-B6DA-A75A-5E2A-B82BD3E4E5C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7AE45386-C070-B5C1-D43B-E8D3421E55FA}"/>
              </a:ext>
            </a:extLst>
          </p:cNvPr>
          <p:cNvSpPr>
            <a:spLocks noGrp="1"/>
          </p:cNvSpPr>
          <p:nvPr>
            <p:ph type="dt" sz="half" idx="10"/>
          </p:nvPr>
        </p:nvSpPr>
        <p:spPr/>
        <p:txBody>
          <a:bodyPr/>
          <a:lstStyle/>
          <a:p>
            <a:fld id="{9D5D0B21-9F8C-4D01-8D9A-C841602790D9}" type="datetimeFigureOut">
              <a:rPr lang="en-IE" smtClean="0"/>
              <a:t>31/05/2024</a:t>
            </a:fld>
            <a:endParaRPr lang="en-IE"/>
          </a:p>
        </p:txBody>
      </p:sp>
      <p:sp>
        <p:nvSpPr>
          <p:cNvPr id="5" name="Footer Placeholder 4">
            <a:extLst>
              <a:ext uri="{FF2B5EF4-FFF2-40B4-BE49-F238E27FC236}">
                <a16:creationId xmlns:a16="http://schemas.microsoft.com/office/drawing/2014/main" id="{9AD46DAB-7F00-5A2D-CAEC-BBADEA837408}"/>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2EB1B073-BB5F-D138-6115-A4743913A83D}"/>
              </a:ext>
            </a:extLst>
          </p:cNvPr>
          <p:cNvSpPr>
            <a:spLocks noGrp="1"/>
          </p:cNvSpPr>
          <p:nvPr>
            <p:ph type="sldNum" sz="quarter" idx="12"/>
          </p:nvPr>
        </p:nvSpPr>
        <p:spPr/>
        <p:txBody>
          <a:bodyPr/>
          <a:lstStyle/>
          <a:p>
            <a:fld id="{2511752F-ABDC-4920-96EF-1735859A7CF5}" type="slidenum">
              <a:rPr lang="en-IE" smtClean="0"/>
              <a:t>‹#›</a:t>
            </a:fld>
            <a:endParaRPr lang="en-IE"/>
          </a:p>
        </p:txBody>
      </p:sp>
    </p:spTree>
    <p:extLst>
      <p:ext uri="{BB962C8B-B14F-4D97-AF65-F5344CB8AC3E}">
        <p14:creationId xmlns:p14="http://schemas.microsoft.com/office/powerpoint/2010/main" val="3101819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349C304-FEAB-01FA-DF2D-C15CBA49EDB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F356571D-C146-CD08-1535-B17ABB13233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A5F29EC5-A4B2-BDC3-7F35-54781114B74E}"/>
              </a:ext>
            </a:extLst>
          </p:cNvPr>
          <p:cNvSpPr>
            <a:spLocks noGrp="1"/>
          </p:cNvSpPr>
          <p:nvPr>
            <p:ph type="dt" sz="half" idx="10"/>
          </p:nvPr>
        </p:nvSpPr>
        <p:spPr/>
        <p:txBody>
          <a:bodyPr/>
          <a:lstStyle/>
          <a:p>
            <a:fld id="{9D5D0B21-9F8C-4D01-8D9A-C841602790D9}" type="datetimeFigureOut">
              <a:rPr lang="en-IE" smtClean="0"/>
              <a:t>31/05/2024</a:t>
            </a:fld>
            <a:endParaRPr lang="en-IE"/>
          </a:p>
        </p:txBody>
      </p:sp>
      <p:sp>
        <p:nvSpPr>
          <p:cNvPr id="5" name="Footer Placeholder 4">
            <a:extLst>
              <a:ext uri="{FF2B5EF4-FFF2-40B4-BE49-F238E27FC236}">
                <a16:creationId xmlns:a16="http://schemas.microsoft.com/office/drawing/2014/main" id="{D50C9799-07DB-4DEF-9423-6667F5EADCEA}"/>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AC2055FF-131C-4456-9DC3-AEDA3EDBDA1A}"/>
              </a:ext>
            </a:extLst>
          </p:cNvPr>
          <p:cNvSpPr>
            <a:spLocks noGrp="1"/>
          </p:cNvSpPr>
          <p:nvPr>
            <p:ph type="sldNum" sz="quarter" idx="12"/>
          </p:nvPr>
        </p:nvSpPr>
        <p:spPr/>
        <p:txBody>
          <a:bodyPr/>
          <a:lstStyle/>
          <a:p>
            <a:fld id="{2511752F-ABDC-4920-96EF-1735859A7CF5}" type="slidenum">
              <a:rPr lang="en-IE" smtClean="0"/>
              <a:t>‹#›</a:t>
            </a:fld>
            <a:endParaRPr lang="en-IE"/>
          </a:p>
        </p:txBody>
      </p:sp>
    </p:spTree>
    <p:extLst>
      <p:ext uri="{BB962C8B-B14F-4D97-AF65-F5344CB8AC3E}">
        <p14:creationId xmlns:p14="http://schemas.microsoft.com/office/powerpoint/2010/main" val="17860683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Case Study Single Slide - Data Results">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0E93CEEC-4F06-5349-BB63-F02B2B211B29}"/>
              </a:ext>
            </a:extLst>
          </p:cNvPr>
          <p:cNvSpPr>
            <a:spLocks noGrp="1"/>
          </p:cNvSpPr>
          <p:nvPr>
            <p:ph type="ctrTitle" hasCustomPrompt="1"/>
          </p:nvPr>
        </p:nvSpPr>
        <p:spPr>
          <a:xfrm>
            <a:off x="603284" y="388389"/>
            <a:ext cx="5065999" cy="764390"/>
          </a:xfrm>
        </p:spPr>
        <p:txBody>
          <a:bodyPr anchor="b">
            <a:normAutofit/>
          </a:bodyPr>
          <a:lstStyle>
            <a:lvl1pPr algn="l">
              <a:defRPr sz="4000" b="0" i="0">
                <a:solidFill>
                  <a:srgbClr val="008AD9"/>
                </a:solidFill>
                <a:latin typeface="Arial" panose="020B0604020202020204" pitchFamily="34" charset="0"/>
                <a:cs typeface="Arial" panose="020B0604020202020204" pitchFamily="34" charset="0"/>
              </a:defRPr>
            </a:lvl1pPr>
          </a:lstStyle>
          <a:p>
            <a:r>
              <a:rPr lang="en-US"/>
              <a:t>Company Name</a:t>
            </a:r>
          </a:p>
        </p:txBody>
      </p:sp>
      <p:sp>
        <p:nvSpPr>
          <p:cNvPr id="10" name="Rectangle 9">
            <a:extLst>
              <a:ext uri="{FF2B5EF4-FFF2-40B4-BE49-F238E27FC236}">
                <a16:creationId xmlns:a16="http://schemas.microsoft.com/office/drawing/2014/main" id="{7CD2D898-C1E4-1C4E-B41C-23A7E59AE640}"/>
              </a:ext>
            </a:extLst>
          </p:cNvPr>
          <p:cNvSpPr/>
          <p:nvPr userDrawn="1"/>
        </p:nvSpPr>
        <p:spPr>
          <a:xfrm flipV="1">
            <a:off x="0" y="365239"/>
            <a:ext cx="243068" cy="764390"/>
          </a:xfrm>
          <a:prstGeom prst="rect">
            <a:avLst/>
          </a:prstGeom>
          <a:solidFill>
            <a:srgbClr val="FF8E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pic>
        <p:nvPicPr>
          <p:cNvPr id="23" name="Picture 22">
            <a:extLst>
              <a:ext uri="{FF2B5EF4-FFF2-40B4-BE49-F238E27FC236}">
                <a16:creationId xmlns:a16="http://schemas.microsoft.com/office/drawing/2014/main" id="{0438C21C-6688-CD47-9B39-2BD825F592A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603284" y="6440198"/>
            <a:ext cx="767123" cy="264231"/>
          </a:xfrm>
          <a:prstGeom prst="rect">
            <a:avLst/>
          </a:prstGeom>
        </p:spPr>
      </p:pic>
      <p:sp>
        <p:nvSpPr>
          <p:cNvPr id="4" name="Text Placeholder 3">
            <a:extLst>
              <a:ext uri="{FF2B5EF4-FFF2-40B4-BE49-F238E27FC236}">
                <a16:creationId xmlns:a16="http://schemas.microsoft.com/office/drawing/2014/main" id="{E5DB3430-93CA-9540-9380-D85F161C9580}"/>
              </a:ext>
            </a:extLst>
          </p:cNvPr>
          <p:cNvSpPr>
            <a:spLocks noGrp="1"/>
          </p:cNvSpPr>
          <p:nvPr>
            <p:ph type="body" sz="quarter" idx="20"/>
          </p:nvPr>
        </p:nvSpPr>
        <p:spPr>
          <a:xfrm>
            <a:off x="603250" y="1450136"/>
            <a:ext cx="5066030" cy="4795100"/>
          </a:xfrm>
        </p:spPr>
        <p:txBody>
          <a:bodyPr/>
          <a:lstStyle>
            <a:lvl1pPr marL="0" indent="0">
              <a:lnSpc>
                <a:spcPct val="150000"/>
              </a:lnSpc>
              <a:buNone/>
              <a:defRPr sz="1600">
                <a:solidFill>
                  <a:schemeClr val="tx1">
                    <a:lumMod val="75000"/>
                    <a:lumOff val="25000"/>
                  </a:schemeClr>
                </a:solidFill>
              </a:defRPr>
            </a:lvl1pPr>
            <a:lvl2pPr>
              <a:lnSpc>
                <a:spcPct val="150000"/>
              </a:lnSpc>
              <a:defRPr sz="1400">
                <a:solidFill>
                  <a:schemeClr val="tx1">
                    <a:lumMod val="75000"/>
                    <a:lumOff val="25000"/>
                  </a:schemeClr>
                </a:solidFill>
              </a:defRPr>
            </a:lvl2pPr>
            <a:lvl3pPr>
              <a:lnSpc>
                <a:spcPct val="150000"/>
              </a:lnSpc>
              <a:defRPr sz="1400">
                <a:solidFill>
                  <a:schemeClr val="tx1">
                    <a:lumMod val="75000"/>
                    <a:lumOff val="25000"/>
                  </a:schemeClr>
                </a:solidFill>
              </a:defRPr>
            </a:lvl3pPr>
            <a:lvl4pPr>
              <a:lnSpc>
                <a:spcPct val="150000"/>
              </a:lnSpc>
              <a:defRPr sz="1400">
                <a:solidFill>
                  <a:schemeClr val="tx1">
                    <a:lumMod val="75000"/>
                    <a:lumOff val="25000"/>
                  </a:schemeClr>
                </a:solidFill>
              </a:defRPr>
            </a:lvl4pPr>
            <a:lvl5pPr>
              <a:lnSpc>
                <a:spcPct val="150000"/>
              </a:lnSpc>
              <a:defRPr sz="14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743802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9329F05-3856-E7F8-F2D1-35502E14A6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E"/>
          </a:p>
        </p:txBody>
      </p:sp>
      <p:sp>
        <p:nvSpPr>
          <p:cNvPr id="3" name="Text Placeholder 2">
            <a:extLst>
              <a:ext uri="{FF2B5EF4-FFF2-40B4-BE49-F238E27FC236}">
                <a16:creationId xmlns:a16="http://schemas.microsoft.com/office/drawing/2014/main" id="{CDCAD473-ACCD-36D6-B237-D36A5A1D2C8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0B4C49FA-8C66-1153-22AC-B10CBBABCB2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D5D0B21-9F8C-4D01-8D9A-C841602790D9}" type="datetimeFigureOut">
              <a:rPr lang="en-IE" smtClean="0"/>
              <a:t>31/05/2024</a:t>
            </a:fld>
            <a:endParaRPr lang="en-IE"/>
          </a:p>
        </p:txBody>
      </p:sp>
      <p:sp>
        <p:nvSpPr>
          <p:cNvPr id="5" name="Footer Placeholder 4">
            <a:extLst>
              <a:ext uri="{FF2B5EF4-FFF2-40B4-BE49-F238E27FC236}">
                <a16:creationId xmlns:a16="http://schemas.microsoft.com/office/drawing/2014/main" id="{E68DEBC1-68A1-98C8-B45B-C12C9F855C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E"/>
          </a:p>
        </p:txBody>
      </p:sp>
      <p:sp>
        <p:nvSpPr>
          <p:cNvPr id="6" name="Slide Number Placeholder 5">
            <a:extLst>
              <a:ext uri="{FF2B5EF4-FFF2-40B4-BE49-F238E27FC236}">
                <a16:creationId xmlns:a16="http://schemas.microsoft.com/office/drawing/2014/main" id="{FE4E50FD-385D-F3D4-47FC-FEDA1B6961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511752F-ABDC-4920-96EF-1735859A7CF5}" type="slidenum">
              <a:rPr lang="en-IE" smtClean="0"/>
              <a:t>‹#›</a:t>
            </a:fld>
            <a:endParaRPr lang="en-IE"/>
          </a:p>
        </p:txBody>
      </p:sp>
    </p:spTree>
    <p:extLst>
      <p:ext uri="{BB962C8B-B14F-4D97-AF65-F5344CB8AC3E}">
        <p14:creationId xmlns:p14="http://schemas.microsoft.com/office/powerpoint/2010/main" val="30632695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E446E61-3C29-43F8-E6B1-FA850ECE9129}"/>
              </a:ext>
            </a:extLst>
          </p:cNvPr>
          <p:cNvSpPr txBox="1"/>
          <p:nvPr/>
        </p:nvSpPr>
        <p:spPr>
          <a:xfrm>
            <a:off x="601770" y="1451895"/>
            <a:ext cx="5491163" cy="4397935"/>
          </a:xfrm>
          <a:prstGeom prst="rect">
            <a:avLst/>
          </a:prstGeom>
          <a:noFill/>
        </p:spPr>
        <p:txBody>
          <a:bodyPr wrap="square" rtlCol="0">
            <a:spAutoFit/>
          </a:bodyPr>
          <a:lstStyle/>
          <a:p>
            <a:pPr lvl="0">
              <a:lnSpc>
                <a:spcPct val="150000"/>
              </a:lnSpc>
              <a:spcBef>
                <a:spcPts val="1000"/>
              </a:spcBef>
            </a:pPr>
            <a:r>
              <a:rPr lang="en-US" sz="1400" b="1" dirty="0">
                <a:solidFill>
                  <a:srgbClr val="008AD9"/>
                </a:solidFill>
                <a:latin typeface="+mj-lt"/>
                <a:cs typeface="Segoe UI"/>
              </a:rPr>
              <a:t>Business Need</a:t>
            </a:r>
          </a:p>
          <a:p>
            <a:pPr>
              <a:lnSpc>
                <a:spcPct val="120000"/>
              </a:lnSpc>
            </a:pPr>
            <a:r>
              <a:rPr lang="en-GB" sz="1300" dirty="0">
                <a:solidFill>
                  <a:schemeClr val="tx1">
                    <a:lumMod val="75000"/>
                    <a:lumOff val="25000"/>
                  </a:schemeClr>
                </a:solidFill>
                <a:latin typeface="+mj-lt"/>
                <a:cs typeface="Segoe UI"/>
              </a:rPr>
              <a:t>VXI provides customer service for global customers. VXI approached Affirma to help implement Salesforce CPQ. Previously all pricing Quotes were generated using excel files. Pricing exercises took very long time to complete.</a:t>
            </a:r>
          </a:p>
          <a:p>
            <a:pPr>
              <a:lnSpc>
                <a:spcPct val="120000"/>
              </a:lnSpc>
            </a:pPr>
            <a:endParaRPr lang="en-US" sz="1300" dirty="0">
              <a:solidFill>
                <a:schemeClr val="tx1">
                  <a:lumMod val="75000"/>
                  <a:lumOff val="25000"/>
                </a:schemeClr>
              </a:solidFill>
              <a:latin typeface="+mj-lt"/>
              <a:cs typeface="Segoe UI"/>
            </a:endParaRPr>
          </a:p>
          <a:p>
            <a:pPr>
              <a:lnSpc>
                <a:spcPct val="107000"/>
              </a:lnSpc>
              <a:spcBef>
                <a:spcPts val="0"/>
              </a:spcBef>
            </a:pPr>
            <a:r>
              <a:rPr lang="en-US" sz="1400" b="1" dirty="0">
                <a:solidFill>
                  <a:srgbClr val="008AD9"/>
                </a:solidFill>
                <a:latin typeface="+mj-lt"/>
                <a:cs typeface="Segoe UI"/>
              </a:rPr>
              <a:t>What We Did</a:t>
            </a:r>
            <a:endParaRPr lang="en-US" b="1" dirty="0">
              <a:solidFill>
                <a:srgbClr val="F75714"/>
              </a:solidFill>
              <a:latin typeface="+mj-lt"/>
              <a:ea typeface="MS Mincho" panose="02020609040205080304" pitchFamily="49" charset="-128"/>
              <a:cs typeface="Segoe UI" panose="020B0502040204020203" pitchFamily="34" charset="0"/>
            </a:endParaRPr>
          </a:p>
          <a:p>
            <a:pPr marL="228600" indent="-228600">
              <a:lnSpc>
                <a:spcPct val="107000"/>
              </a:lnSpc>
              <a:spcBef>
                <a:spcPts val="0"/>
              </a:spcBef>
              <a:buFont typeface="Arial" panose="020B0604020202020204" pitchFamily="34" charset="0"/>
              <a:buChar char="•"/>
            </a:pPr>
            <a:r>
              <a:rPr lang="en-US" sz="1300" dirty="0">
                <a:solidFill>
                  <a:schemeClr val="tx1">
                    <a:lumMod val="75000"/>
                    <a:lumOff val="25000"/>
                  </a:schemeClr>
                </a:solidFill>
                <a:latin typeface="+mj-lt"/>
                <a:cs typeface="Segoe UI"/>
              </a:rPr>
              <a:t>Implemented Salesforce CPQ solution</a:t>
            </a:r>
          </a:p>
          <a:p>
            <a:pPr marL="228600" indent="-228600">
              <a:lnSpc>
                <a:spcPct val="107000"/>
              </a:lnSpc>
              <a:spcBef>
                <a:spcPts val="0"/>
              </a:spcBef>
              <a:buFont typeface="Arial" panose="020B0604020202020204" pitchFamily="34" charset="0"/>
              <a:buChar char="•"/>
            </a:pPr>
            <a:r>
              <a:rPr lang="en-US" sz="1300" dirty="0">
                <a:solidFill>
                  <a:schemeClr val="tx1">
                    <a:lumMod val="75000"/>
                    <a:lumOff val="25000"/>
                  </a:schemeClr>
                </a:solidFill>
                <a:latin typeface="+mj-lt"/>
                <a:cs typeface="Segoe UI"/>
              </a:rPr>
              <a:t>Configured Product Bundles</a:t>
            </a:r>
          </a:p>
          <a:p>
            <a:pPr marL="228600" indent="-228600">
              <a:lnSpc>
                <a:spcPct val="107000"/>
              </a:lnSpc>
              <a:spcBef>
                <a:spcPts val="0"/>
              </a:spcBef>
              <a:buFont typeface="Arial" panose="020B0604020202020204" pitchFamily="34" charset="0"/>
              <a:buChar char="•"/>
            </a:pPr>
            <a:r>
              <a:rPr lang="en-US" sz="1300" dirty="0">
                <a:solidFill>
                  <a:schemeClr val="tx1">
                    <a:lumMod val="75000"/>
                    <a:lumOff val="25000"/>
                  </a:schemeClr>
                </a:solidFill>
                <a:latin typeface="+mj-lt"/>
                <a:cs typeface="Segoe UI"/>
              </a:rPr>
              <a:t>Product Configurations</a:t>
            </a:r>
          </a:p>
          <a:p>
            <a:pPr marL="228600" indent="-228600">
              <a:lnSpc>
                <a:spcPct val="107000"/>
              </a:lnSpc>
              <a:spcBef>
                <a:spcPts val="0"/>
              </a:spcBef>
              <a:buFont typeface="Arial" panose="020B0604020202020204" pitchFamily="34" charset="0"/>
              <a:buChar char="•"/>
            </a:pPr>
            <a:r>
              <a:rPr lang="en-US" sz="1300" dirty="0">
                <a:solidFill>
                  <a:schemeClr val="tx1">
                    <a:lumMod val="75000"/>
                    <a:lumOff val="25000"/>
                  </a:schemeClr>
                </a:solidFill>
                <a:latin typeface="+mj-lt"/>
                <a:cs typeface="Segoe UI"/>
              </a:rPr>
              <a:t>Product Pricing, Price rules, Validations</a:t>
            </a:r>
          </a:p>
          <a:p>
            <a:pPr marL="228600" indent="-228600">
              <a:lnSpc>
                <a:spcPct val="107000"/>
              </a:lnSpc>
              <a:spcBef>
                <a:spcPts val="0"/>
              </a:spcBef>
              <a:buFont typeface="Arial" panose="020B0604020202020204" pitchFamily="34" charset="0"/>
              <a:buChar char="•"/>
            </a:pPr>
            <a:r>
              <a:rPr lang="en-US" sz="1300" dirty="0">
                <a:solidFill>
                  <a:schemeClr val="tx1">
                    <a:lumMod val="75000"/>
                    <a:lumOff val="25000"/>
                  </a:schemeClr>
                </a:solidFill>
                <a:latin typeface="+mj-lt"/>
                <a:cs typeface="Segoe UI"/>
              </a:rPr>
              <a:t>Price Adjustments</a:t>
            </a:r>
          </a:p>
          <a:p>
            <a:pPr marL="228600" indent="-228600">
              <a:lnSpc>
                <a:spcPct val="107000"/>
              </a:lnSpc>
              <a:spcBef>
                <a:spcPts val="0"/>
              </a:spcBef>
              <a:buFont typeface="Arial" panose="020B0604020202020204" pitchFamily="34" charset="0"/>
              <a:buChar char="•"/>
            </a:pPr>
            <a:r>
              <a:rPr lang="en-US" sz="1300" dirty="0">
                <a:solidFill>
                  <a:schemeClr val="tx1">
                    <a:lumMod val="75000"/>
                    <a:lumOff val="25000"/>
                  </a:schemeClr>
                </a:solidFill>
                <a:latin typeface="+mj-lt"/>
                <a:cs typeface="Segoe UI"/>
              </a:rPr>
              <a:t>Custom Gross Margin calculations</a:t>
            </a:r>
          </a:p>
          <a:p>
            <a:pPr marL="228600" indent="-228600">
              <a:lnSpc>
                <a:spcPct val="107000"/>
              </a:lnSpc>
              <a:spcBef>
                <a:spcPts val="0"/>
              </a:spcBef>
              <a:buFont typeface="Arial" panose="020B0604020202020204" pitchFamily="34" charset="0"/>
              <a:buChar char="•"/>
            </a:pPr>
            <a:r>
              <a:rPr lang="en-US" sz="1300" dirty="0">
                <a:solidFill>
                  <a:schemeClr val="tx1">
                    <a:lumMod val="75000"/>
                    <a:lumOff val="25000"/>
                  </a:schemeClr>
                </a:solidFill>
                <a:latin typeface="+mj-lt"/>
                <a:cs typeface="Segoe UI"/>
              </a:rPr>
              <a:t>Quote Approval Process</a:t>
            </a:r>
          </a:p>
          <a:p>
            <a:pPr marL="228600" indent="-228600">
              <a:lnSpc>
                <a:spcPct val="107000"/>
              </a:lnSpc>
              <a:spcBef>
                <a:spcPts val="0"/>
              </a:spcBef>
              <a:buFont typeface="Arial" panose="020B0604020202020204" pitchFamily="34" charset="0"/>
              <a:buChar char="•"/>
            </a:pPr>
            <a:r>
              <a:rPr lang="en-US" sz="1300" dirty="0">
                <a:solidFill>
                  <a:schemeClr val="tx1">
                    <a:lumMod val="75000"/>
                    <a:lumOff val="25000"/>
                  </a:schemeClr>
                </a:solidFill>
                <a:latin typeface="+mj-lt"/>
                <a:cs typeface="Segoe UI"/>
              </a:rPr>
              <a:t>Custom reports</a:t>
            </a:r>
          </a:p>
          <a:p>
            <a:pPr marL="228600" indent="-228600">
              <a:lnSpc>
                <a:spcPct val="107000"/>
              </a:lnSpc>
              <a:spcBef>
                <a:spcPts val="0"/>
              </a:spcBef>
              <a:buFont typeface="Arial" panose="020B0604020202020204" pitchFamily="34" charset="0"/>
              <a:buChar char="•"/>
            </a:pPr>
            <a:endParaRPr lang="en-US" sz="1300" dirty="0">
              <a:solidFill>
                <a:schemeClr val="tx1">
                  <a:lumMod val="75000"/>
                  <a:lumOff val="25000"/>
                </a:schemeClr>
              </a:solidFill>
              <a:latin typeface="+mj-lt"/>
              <a:cs typeface="Segoe UI"/>
            </a:endParaRPr>
          </a:p>
          <a:p>
            <a:pPr>
              <a:lnSpc>
                <a:spcPct val="107000"/>
              </a:lnSpc>
            </a:pPr>
            <a:r>
              <a:rPr lang="en-US" sz="1400" b="1" dirty="0">
                <a:solidFill>
                  <a:srgbClr val="008AD9"/>
                </a:solidFill>
                <a:latin typeface="+mj-lt"/>
                <a:cs typeface="Segoe UI"/>
              </a:rPr>
              <a:t>What We Did</a:t>
            </a:r>
          </a:p>
          <a:p>
            <a:pPr>
              <a:lnSpc>
                <a:spcPct val="107000"/>
              </a:lnSpc>
            </a:pPr>
            <a:r>
              <a:rPr lang="en-US" sz="1300" dirty="0">
                <a:solidFill>
                  <a:schemeClr val="tx1">
                    <a:lumMod val="75000"/>
                    <a:lumOff val="25000"/>
                  </a:schemeClr>
                </a:solidFill>
                <a:latin typeface="+mj-lt"/>
                <a:cs typeface="Segoe UI"/>
              </a:rPr>
              <a:t>Sales Reps can self serve to calculate indicative opportunity pricing. Reducing dependency on multiple teams.  Finance Pricing Team do have full control over GM calculations, Rates, and Final pricing overrides and approvals.</a:t>
            </a:r>
          </a:p>
        </p:txBody>
      </p:sp>
      <p:sp>
        <p:nvSpPr>
          <p:cNvPr id="4" name="Title 3">
            <a:extLst>
              <a:ext uri="{FF2B5EF4-FFF2-40B4-BE49-F238E27FC236}">
                <a16:creationId xmlns:a16="http://schemas.microsoft.com/office/drawing/2014/main" id="{BDC4B9FF-8695-D444-A5CC-2CB3135EEEAD}"/>
              </a:ext>
            </a:extLst>
          </p:cNvPr>
          <p:cNvSpPr>
            <a:spLocks noGrp="1"/>
          </p:cNvSpPr>
          <p:nvPr>
            <p:ph type="ctrTitle"/>
          </p:nvPr>
        </p:nvSpPr>
        <p:spPr>
          <a:xfrm>
            <a:off x="603283" y="388389"/>
            <a:ext cx="11006179" cy="764390"/>
          </a:xfrm>
        </p:spPr>
        <p:txBody>
          <a:bodyPr>
            <a:normAutofit/>
          </a:bodyPr>
          <a:lstStyle/>
          <a:p>
            <a:r>
              <a:rPr lang="en-US" dirty="0"/>
              <a:t>VXI – Salesforce CPQ Implementation</a:t>
            </a:r>
          </a:p>
        </p:txBody>
      </p:sp>
      <p:sp>
        <p:nvSpPr>
          <p:cNvPr id="3" name="Slide Number Placeholder 2">
            <a:extLst>
              <a:ext uri="{FF2B5EF4-FFF2-40B4-BE49-F238E27FC236}">
                <a16:creationId xmlns:a16="http://schemas.microsoft.com/office/drawing/2014/main" id="{D888A8EE-A41B-104E-87E1-EB98061134BE}"/>
              </a:ext>
            </a:extLst>
          </p:cNvPr>
          <p:cNvSpPr>
            <a:spLocks noGrp="1"/>
          </p:cNvSpPr>
          <p:nvPr>
            <p:ph type="sldNum" sz="quarter" idx="4294967295"/>
          </p:nvPr>
        </p:nvSpPr>
        <p:spPr>
          <a:xfrm>
            <a:off x="9448800" y="6454775"/>
            <a:ext cx="2743200" cy="155575"/>
          </a:xfrm>
        </p:spPr>
        <p:txBody>
          <a:bodyPr/>
          <a:lstStyle/>
          <a:p>
            <a:fld id="{056F86DB-78DF-EB43-A6BE-40415A3A0052}" type="slidenum">
              <a:rPr lang="en-US" smtClean="0"/>
              <a:pPr/>
              <a:t>1</a:t>
            </a:fld>
            <a:endParaRPr lang="en-US"/>
          </a:p>
        </p:txBody>
      </p:sp>
      <p:sp>
        <p:nvSpPr>
          <p:cNvPr id="6" name="AutoShape 2" descr="Electronic Frontier Foundation">
            <a:extLst>
              <a:ext uri="{FF2B5EF4-FFF2-40B4-BE49-F238E27FC236}">
                <a16:creationId xmlns:a16="http://schemas.microsoft.com/office/drawing/2014/main" id="{6D7E4FC4-D235-EAB5-A631-843A6B4E848E}"/>
              </a:ext>
            </a:extLst>
          </p:cNvPr>
          <p:cNvSpPr>
            <a:spLocks noChangeAspect="1" noChangeArrowheads="1"/>
          </p:cNvSpPr>
          <p:nvPr/>
        </p:nvSpPr>
        <p:spPr bwMode="auto">
          <a:xfrm>
            <a:off x="5943600" y="797312"/>
            <a:ext cx="2784088" cy="278408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E"/>
          </a:p>
        </p:txBody>
      </p:sp>
      <p:pic>
        <p:nvPicPr>
          <p:cNvPr id="1040" name="Picture 16" descr="Salesforce: A Moment Of Honesty (NYSE:CRM) | Seeking Alpha">
            <a:extLst>
              <a:ext uri="{FF2B5EF4-FFF2-40B4-BE49-F238E27FC236}">
                <a16:creationId xmlns:a16="http://schemas.microsoft.com/office/drawing/2014/main" id="{1217D0BB-3039-BC67-0432-1D71C516F1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62203" y="3990323"/>
            <a:ext cx="1573193" cy="1101491"/>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39714581-3FD9-E07A-F797-FA316AF0B0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95917" y="1523636"/>
            <a:ext cx="3560010" cy="15822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0363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customXsn xmlns="http://schemas.microsoft.com/office/2006/metadata/customXsn">
  <xsnLocation/>
  <cached>True</cached>
  <openByDefault>False</openByDefault>
  <xsnScope/>
</customXsn>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Customer Relationship Management</Value>
    </BusinessUnit>
    <Solutions xmlns="f0ee8362-fa7e-4bc9-ab88-7dcfb17cb19b" xsi:nil="true"/>
    <Industries xmlns="f0ee8362-fa7e-4bc9-ab88-7dcfb17cb19b">
      <Value>Services</Value>
      <Value>BPO</Value>
    </Industries>
    <Notes0 xmlns="f0ee8362-fa7e-4bc9-ab88-7dcfb17cb19b" xsi:nil="true"/>
    <Named_x0020_Account xmlns="f0ee8362-fa7e-4bc9-ab88-7dcfb17cb19b" xsi:nil="true"/>
    <PlatTech xmlns="f0ee8362-fa7e-4bc9-ab88-7dcfb17cb19b">
      <Value>Salesforce</Value>
    </PlatTech>
    <ApprovedByClient xmlns="f0ee8362-fa7e-4bc9-ab88-7dcfb17cb19b">false</ApprovedByClient>
    <ProjectCompletionDate xmlns="f0ee8362-fa7e-4bc9-ab88-7dcfb17cb19b" xsi:nil="true"/>
  </documentManagement>
</p:properties>
</file>

<file path=customXml/itemProps1.xml><?xml version="1.0" encoding="utf-8"?>
<ds:datastoreItem xmlns:ds="http://schemas.openxmlformats.org/officeDocument/2006/customXml" ds:itemID="{CF8F5D24-EBEF-4BB3-89FA-DE4CFA6F33C8}"/>
</file>

<file path=customXml/itemProps2.xml><?xml version="1.0" encoding="utf-8"?>
<ds:datastoreItem xmlns:ds="http://schemas.openxmlformats.org/officeDocument/2006/customXml" ds:itemID="{0AA4CD77-E913-4133-B607-B5F74BC018BD}"/>
</file>

<file path=customXml/itemProps3.xml><?xml version="1.0" encoding="utf-8"?>
<ds:datastoreItem xmlns:ds="http://schemas.openxmlformats.org/officeDocument/2006/customXml" ds:itemID="{9213D503-677E-41D4-990C-4D6D9BE4BAAB}"/>
</file>

<file path=customXml/itemProps4.xml><?xml version="1.0" encoding="utf-8"?>
<ds:datastoreItem xmlns:ds="http://schemas.openxmlformats.org/officeDocument/2006/customXml" ds:itemID="{B73D773D-8497-47E5-B9B7-61F99CF08B8C}"/>
</file>

<file path=docProps/app.xml><?xml version="1.0" encoding="utf-8"?>
<Properties xmlns="http://schemas.openxmlformats.org/officeDocument/2006/extended-properties" xmlns:vt="http://schemas.openxmlformats.org/officeDocument/2006/docPropsVTypes">
  <TotalTime>415</TotalTime>
  <Words>114</Words>
  <Application>Microsoft Office PowerPoint</Application>
  <PresentationFormat>Widescreen</PresentationFormat>
  <Paragraphs>17</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VXI – Salesforce CPQ Implementation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 XBOX Customer Support Dynamics 365</dc:title>
  <dc:creator>Evaldas Mencinskas</dc:creator>
  <cp:lastModifiedBy>Evaldas Mencinskas</cp:lastModifiedBy>
  <cp:revision>3</cp:revision>
  <dcterms:created xsi:type="dcterms:W3CDTF">2024-05-30T09:06:53Z</dcterms:created>
  <dcterms:modified xsi:type="dcterms:W3CDTF">2024-05-31T13:30:11Z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ies>
</file>