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147469611"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48ADBD-1055-4C71-941C-E7F83387CE94}" type="datetimeFigureOut">
              <a:rPr lang="en-US" smtClean="0"/>
              <a:t>9/24/2024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99B178-0396-400A-A8AD-5261B3D4130B}" type="slidenum">
              <a:rPr lang="en-US" smtClean="0"/>
              <a:t>‹#›</a:t>
            </a:fld>
            <a:endParaRPr lang="en-US"/>
          </a:p>
        </p:txBody>
      </p:sp>
    </p:spTree>
    <p:extLst>
      <p:ext uri="{BB962C8B-B14F-4D97-AF65-F5344CB8AC3E}">
        <p14:creationId xmlns:p14="http://schemas.microsoft.com/office/powerpoint/2010/main" val="2820828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E3F6CF-073A-4B4F-A2B7-08B9C7DBCB96}" type="slidenum">
              <a:rPr lang="en-US" smtClean="0"/>
              <a:t>1</a:t>
            </a:fld>
            <a:endParaRPr lang="en-US"/>
          </a:p>
        </p:txBody>
      </p:sp>
    </p:spTree>
    <p:extLst>
      <p:ext uri="{BB962C8B-B14F-4D97-AF65-F5344CB8AC3E}">
        <p14:creationId xmlns:p14="http://schemas.microsoft.com/office/powerpoint/2010/main" val="3323416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015D3-57F4-26CD-097F-F48BEA8497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B94C15-4E40-F9DC-C809-C114E6840B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20998A-DC33-1B65-42EA-2E0C50995254}"/>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5" name="Footer Placeholder 4">
            <a:extLst>
              <a:ext uri="{FF2B5EF4-FFF2-40B4-BE49-F238E27FC236}">
                <a16:creationId xmlns:a16="http://schemas.microsoft.com/office/drawing/2014/main" id="{A03D507D-5181-F835-E3CE-795E320DE2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EFE585-E142-F9DD-EB98-3959FED3235F}"/>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3543412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29FB6-15CD-B9A6-6117-725FDC344D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C16823-CA70-7F03-F018-CB14AB7F3E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8A9338-486F-2065-8095-EC42DD1EADAC}"/>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5" name="Footer Placeholder 4">
            <a:extLst>
              <a:ext uri="{FF2B5EF4-FFF2-40B4-BE49-F238E27FC236}">
                <a16:creationId xmlns:a16="http://schemas.microsoft.com/office/drawing/2014/main" id="{5A59EB4C-A373-5813-F1FD-5BFE7FA5CA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7120F8-0CC0-C888-3339-80C5567498BF}"/>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402210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36163-2E6E-1F0B-7295-65A03A82B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4DFE1C-AF3A-3D98-5722-C047B45D39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466164-2CE1-9569-ACBC-1746B4391C02}"/>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5" name="Footer Placeholder 4">
            <a:extLst>
              <a:ext uri="{FF2B5EF4-FFF2-40B4-BE49-F238E27FC236}">
                <a16:creationId xmlns:a16="http://schemas.microsoft.com/office/drawing/2014/main" id="{FE7A018C-0BF3-A70D-C753-DC8F8D390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9F1394-51F1-2F91-8BFB-83ED4B57CA2B}"/>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3555137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DBDD6-5500-952C-1587-39429D301A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47A9D5-E712-550F-B55B-931D045155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72BCFF-6227-3984-3488-26B4B05848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0366F6-DE4A-10D0-B144-024BDEE95940}"/>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6" name="Footer Placeholder 5">
            <a:extLst>
              <a:ext uri="{FF2B5EF4-FFF2-40B4-BE49-F238E27FC236}">
                <a16:creationId xmlns:a16="http://schemas.microsoft.com/office/drawing/2014/main" id="{792C3EB4-B96C-1305-D6A6-C2CB7D9BB7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1A597C-DE39-B6C9-B522-C97F958AA2FB}"/>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3808407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D02-9F81-4609-33C8-C34303275A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623B5D-83B7-921D-4CDF-E2DAC5CAE8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9DE603-66D3-6EF6-956E-4739515764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B7C14-B4CA-198E-599A-BAFAEF5E85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BEAE6E-3AE2-8976-C04C-6303BC5D66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85EE93-D905-BC63-4D29-F4B94B9E8CCF}"/>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8" name="Footer Placeholder 7">
            <a:extLst>
              <a:ext uri="{FF2B5EF4-FFF2-40B4-BE49-F238E27FC236}">
                <a16:creationId xmlns:a16="http://schemas.microsoft.com/office/drawing/2014/main" id="{0FC2BBBD-3A26-51F1-4585-15B1186AFF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EDBA85-501E-7190-399C-D608870698F0}"/>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102546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341E7-11FE-886C-4089-DC201CB560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177463-56BF-ED8C-404E-65413D8FDB72}"/>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4" name="Footer Placeholder 3">
            <a:extLst>
              <a:ext uri="{FF2B5EF4-FFF2-40B4-BE49-F238E27FC236}">
                <a16:creationId xmlns:a16="http://schemas.microsoft.com/office/drawing/2014/main" id="{EA41F22D-34CB-7FC6-C02D-046DA2C1E3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C95E61-D7E7-35D9-CAF9-DC68F12066FE}"/>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3008497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10A05-EE03-61C1-5F70-D80A5445388B}"/>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3" name="Footer Placeholder 2">
            <a:extLst>
              <a:ext uri="{FF2B5EF4-FFF2-40B4-BE49-F238E27FC236}">
                <a16:creationId xmlns:a16="http://schemas.microsoft.com/office/drawing/2014/main" id="{664C3E8B-F20A-124F-D930-47D490CC21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8F7F6B-3ADB-04D9-BF41-6ABE0C9E979F}"/>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1704391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9BFEF-65DD-E073-6C7B-A9503D3A1E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B2D570-3935-F56F-33DA-2EAD7FB078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4F5A6F-CAC8-AD28-FF3F-D1F0A4B385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5AAFBD-303B-8ED9-CB43-8217FCE8DF3A}"/>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6" name="Footer Placeholder 5">
            <a:extLst>
              <a:ext uri="{FF2B5EF4-FFF2-40B4-BE49-F238E27FC236}">
                <a16:creationId xmlns:a16="http://schemas.microsoft.com/office/drawing/2014/main" id="{521BD42C-D435-69D7-1E54-C88F641DE2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174865-9831-6FAD-F118-D30EDE5D369C}"/>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1483120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A3614-F8C8-AA96-585D-F7FF5AD531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F089F0-7A41-14AD-53FA-159B5FDEC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549905-A881-202D-0138-44188DDF78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BF978D-CBBF-EF81-BD83-D7A1CF4DE13B}"/>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6" name="Footer Placeholder 5">
            <a:extLst>
              <a:ext uri="{FF2B5EF4-FFF2-40B4-BE49-F238E27FC236}">
                <a16:creationId xmlns:a16="http://schemas.microsoft.com/office/drawing/2014/main" id="{9A7874FA-D2E5-41A3-F494-C715790288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871E96-5F92-1100-828F-768D922DE6F1}"/>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1047021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24E65-A8A5-A4EE-1AC7-24C5856D1A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6E0A8C-738E-E6D7-4AED-45CE265BCA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6FC172-B121-608A-2617-FB8FB8123948}"/>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5" name="Footer Placeholder 4">
            <a:extLst>
              <a:ext uri="{FF2B5EF4-FFF2-40B4-BE49-F238E27FC236}">
                <a16:creationId xmlns:a16="http://schemas.microsoft.com/office/drawing/2014/main" id="{3A001DFA-FE00-C2CC-E0E9-CEB2B672F3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3D7835-2C15-D703-52E2-FA47EB7ABB93}"/>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365744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D219CE-7344-DA02-6431-DD4678DC3E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1430CD-142C-B845-D1FD-72CE60CFA2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EA4388-BE15-DBCC-FD52-49B3A4505E00}"/>
              </a:ext>
            </a:extLst>
          </p:cNvPr>
          <p:cNvSpPr>
            <a:spLocks noGrp="1"/>
          </p:cNvSpPr>
          <p:nvPr>
            <p:ph type="dt" sz="half" idx="10"/>
          </p:nvPr>
        </p:nvSpPr>
        <p:spPr/>
        <p:txBody>
          <a:bodyPr/>
          <a:lstStyle/>
          <a:p>
            <a:fld id="{CE95F924-33E1-48E4-A5D4-C9E9D4C02B5D}" type="datetimeFigureOut">
              <a:rPr lang="en-US" smtClean="0"/>
              <a:t>9/24/2024</a:t>
            </a:fld>
            <a:endParaRPr lang="en-US"/>
          </a:p>
        </p:txBody>
      </p:sp>
      <p:sp>
        <p:nvSpPr>
          <p:cNvPr id="5" name="Footer Placeholder 4">
            <a:extLst>
              <a:ext uri="{FF2B5EF4-FFF2-40B4-BE49-F238E27FC236}">
                <a16:creationId xmlns:a16="http://schemas.microsoft.com/office/drawing/2014/main" id="{8DBEFDCD-1015-9687-F292-E98EAF185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2814CA-2B63-FDEF-4C0F-C4C518E6F275}"/>
              </a:ext>
            </a:extLst>
          </p:cNvPr>
          <p:cNvSpPr>
            <a:spLocks noGrp="1"/>
          </p:cNvSpPr>
          <p:nvPr>
            <p:ph type="sldNum" sz="quarter" idx="12"/>
          </p:nvPr>
        </p:nvSpPr>
        <p:spPr/>
        <p:txBody>
          <a:bodyPr/>
          <a:lstStyle/>
          <a:p>
            <a:fld id="{6EA06254-AD0B-4F55-883F-3FACDD394DFE}" type="slidenum">
              <a:rPr lang="en-US" smtClean="0"/>
              <a:t>‹#›</a:t>
            </a:fld>
            <a:endParaRPr lang="en-US"/>
          </a:p>
        </p:txBody>
      </p:sp>
    </p:spTree>
    <p:extLst>
      <p:ext uri="{BB962C8B-B14F-4D97-AF65-F5344CB8AC3E}">
        <p14:creationId xmlns:p14="http://schemas.microsoft.com/office/powerpoint/2010/main" val="7606706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Tree>
    <p:extLst>
      <p:ext uri="{BB962C8B-B14F-4D97-AF65-F5344CB8AC3E}">
        <p14:creationId xmlns:p14="http://schemas.microsoft.com/office/powerpoint/2010/main" val="37204710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619441-4E88-2EB3-802C-8F4A90EEA2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87F53C-AC01-ACF0-357C-CCBBDA832E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8DF43-B265-C7D7-647A-16FAC4BE8F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95F924-33E1-48E4-A5D4-C9E9D4C02B5D}" type="datetimeFigureOut">
              <a:rPr lang="en-US" smtClean="0"/>
              <a:t>9/24/2024</a:t>
            </a:fld>
            <a:endParaRPr lang="en-US"/>
          </a:p>
        </p:txBody>
      </p:sp>
      <p:sp>
        <p:nvSpPr>
          <p:cNvPr id="5" name="Footer Placeholder 4">
            <a:extLst>
              <a:ext uri="{FF2B5EF4-FFF2-40B4-BE49-F238E27FC236}">
                <a16:creationId xmlns:a16="http://schemas.microsoft.com/office/drawing/2014/main" id="{D86B4DF9-04AE-3FA1-168E-477965AED3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C25870-8992-27FF-2A21-763F8F3C97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A06254-AD0B-4F55-883F-3FACDD394DFE}" type="slidenum">
              <a:rPr lang="en-US" smtClean="0"/>
              <a:t>‹#›</a:t>
            </a:fld>
            <a:endParaRPr lang="en-US"/>
          </a:p>
        </p:txBody>
      </p:sp>
    </p:spTree>
    <p:extLst>
      <p:ext uri="{BB962C8B-B14F-4D97-AF65-F5344CB8AC3E}">
        <p14:creationId xmlns:p14="http://schemas.microsoft.com/office/powerpoint/2010/main" val="3446659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ctrTitle"/>
          </p:nvPr>
        </p:nvSpPr>
        <p:spPr>
          <a:xfrm>
            <a:off x="535494" y="191919"/>
            <a:ext cx="11205402" cy="1800526"/>
          </a:xfrm>
        </p:spPr>
        <p:txBody>
          <a:bodyPr vert="horz" lIns="91440" tIns="45720" rIns="91440" bIns="45720" rtlCol="0" anchor="ctr">
            <a:normAutofit/>
          </a:bodyPr>
          <a:lstStyle/>
          <a:p>
            <a:r>
              <a:rPr lang="en-US" sz="3700">
                <a:latin typeface="Poppins" panose="00000500000000000000" pitchFamily="2" charset="0"/>
                <a:cs typeface="Poppins" panose="00000500000000000000" pitchFamily="2" charset="0"/>
              </a:rPr>
              <a:t>Indian Head Gaming Casino – Dynamics GP Migration</a:t>
            </a:r>
          </a:p>
        </p:txBody>
      </p:sp>
      <p:sp>
        <p:nvSpPr>
          <p:cNvPr id="9" name="TextBox 8">
            <a:extLst>
              <a:ext uri="{FF2B5EF4-FFF2-40B4-BE49-F238E27FC236}">
                <a16:creationId xmlns:a16="http://schemas.microsoft.com/office/drawing/2014/main" id="{977E7440-243D-4314-97FF-1FC3D4DEC54E}"/>
              </a:ext>
            </a:extLst>
          </p:cNvPr>
          <p:cNvSpPr txBox="1"/>
          <p:nvPr/>
        </p:nvSpPr>
        <p:spPr>
          <a:xfrm>
            <a:off x="569053" y="1866522"/>
            <a:ext cx="5136804" cy="4672390"/>
          </a:xfrm>
          <a:prstGeom prst="rect">
            <a:avLst/>
          </a:prstGeom>
        </p:spPr>
        <p:txBody>
          <a:bodyPr vert="horz" lIns="91440" tIns="45720" rIns="91440" bIns="45720" rtlCol="0">
            <a:normAutofit fontScale="47500" lnSpcReduction="20000"/>
          </a:bodyPr>
          <a:lstStyle/>
          <a:p>
            <a:pPr lvl="0">
              <a:lnSpc>
                <a:spcPct val="160000"/>
              </a:lnSpc>
              <a:spcAft>
                <a:spcPts val="600"/>
              </a:spcAft>
            </a:pPr>
            <a:r>
              <a:rPr lang="en-US" sz="3300" b="1">
                <a:solidFill>
                  <a:srgbClr val="008AD9"/>
                </a:solidFill>
                <a:latin typeface="Poppins" panose="00000500000000000000" pitchFamily="2" charset="0"/>
                <a:cs typeface="Poppins" panose="00000500000000000000" pitchFamily="2" charset="0"/>
              </a:rPr>
              <a:t>Who They Are</a:t>
            </a:r>
            <a:endParaRPr lang="en-US" sz="2500">
              <a:latin typeface="Poppins" panose="00000500000000000000" pitchFamily="2" charset="0"/>
              <a:cs typeface="Poppins" panose="00000500000000000000" pitchFamily="2" charset="0"/>
            </a:endParaRPr>
          </a:p>
          <a:p>
            <a:pPr>
              <a:lnSpc>
                <a:spcPct val="170000"/>
              </a:lnSpc>
            </a:pPr>
            <a:r>
              <a:rPr lang="en-US" sz="2500">
                <a:latin typeface="Poppins" panose="00000500000000000000" pitchFamily="2" charset="0"/>
                <a:cs typeface="Poppins" panose="00000500000000000000" pitchFamily="2" charset="0"/>
              </a:rPr>
              <a:t>Indian Head Casino is operated by the Confederated Tribes of Warm Springs Reservation of Oregon. They offer quality entertainment and exceptional service while supporting the community as well as providing positive returns.</a:t>
            </a:r>
          </a:p>
          <a:p>
            <a:pPr lvl="0">
              <a:lnSpc>
                <a:spcPct val="160000"/>
              </a:lnSpc>
              <a:spcAft>
                <a:spcPts val="600"/>
              </a:spcAft>
            </a:pPr>
            <a:endParaRPr lang="en-US" sz="2400" b="1">
              <a:solidFill>
                <a:srgbClr val="008AD9"/>
              </a:solidFill>
              <a:latin typeface="Poppins" panose="00000500000000000000" pitchFamily="2" charset="0"/>
              <a:cs typeface="Poppins" panose="00000500000000000000" pitchFamily="2" charset="0"/>
            </a:endParaRPr>
          </a:p>
          <a:p>
            <a:pPr lvl="0">
              <a:lnSpc>
                <a:spcPct val="160000"/>
              </a:lnSpc>
              <a:spcAft>
                <a:spcPts val="600"/>
              </a:spcAft>
            </a:pPr>
            <a:r>
              <a:rPr lang="en-US" sz="3400" b="1">
                <a:solidFill>
                  <a:srgbClr val="008AD9"/>
                </a:solidFill>
                <a:latin typeface="Poppins" panose="00000500000000000000" pitchFamily="2" charset="0"/>
                <a:cs typeface="Poppins" panose="00000500000000000000" pitchFamily="2" charset="0"/>
              </a:rPr>
              <a:t>Business Need</a:t>
            </a:r>
          </a:p>
          <a:p>
            <a:pPr lvl="0">
              <a:lnSpc>
                <a:spcPct val="170000"/>
              </a:lnSpc>
              <a:spcAft>
                <a:spcPts val="600"/>
              </a:spcAft>
            </a:pPr>
            <a:r>
              <a:rPr lang="en-US" sz="2500">
                <a:latin typeface="Poppins" panose="00000500000000000000" pitchFamily="2" charset="0"/>
                <a:cs typeface="Poppins" panose="00000500000000000000" pitchFamily="2" charset="0"/>
              </a:rPr>
              <a:t>The project involves transitioning from an outdated, on-premises version of Dynamics Great Plains to Dynamics Business Central due to end of life support for Dynamics Great Plains. </a:t>
            </a:r>
            <a:r>
              <a:rPr lang="en-US" sz="2500" err="1">
                <a:latin typeface="Poppins" panose="00000500000000000000" pitchFamily="2" charset="0"/>
                <a:cs typeface="Poppins" panose="00000500000000000000" pitchFamily="2" charset="0"/>
              </a:rPr>
              <a:t>Affirma</a:t>
            </a:r>
            <a:r>
              <a:rPr lang="en-US" sz="2500">
                <a:latin typeface="Poppins" panose="00000500000000000000" pitchFamily="2" charset="0"/>
                <a:cs typeface="Poppins" panose="00000500000000000000" pitchFamily="2" charset="0"/>
              </a:rPr>
              <a:t> is assisting Indian Head Gaming Casino with migrating the data, optimizing the system by cleaning up roles, refining the overall environment, establishing appropriate permissions and reporting functionalities for the Finance Team.</a:t>
            </a:r>
          </a:p>
        </p:txBody>
      </p:sp>
      <p:pic>
        <p:nvPicPr>
          <p:cNvPr id="1026" name="Picture 2" descr="Microsoft Dynamics GP - CDH">
            <a:extLst>
              <a:ext uri="{FF2B5EF4-FFF2-40B4-BE49-F238E27FC236}">
                <a16:creationId xmlns:a16="http://schemas.microsoft.com/office/drawing/2014/main" id="{DCE2894C-BB83-96D7-11E7-25C3B01BC14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05478" y="1982354"/>
            <a:ext cx="3848322" cy="154894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dian Head Casino - Confederated Tribes of the Warm Springs">
            <a:extLst>
              <a:ext uri="{FF2B5EF4-FFF2-40B4-BE49-F238E27FC236}">
                <a16:creationId xmlns:a16="http://schemas.microsoft.com/office/drawing/2014/main" id="{816C28FF-3CD7-92F7-1F02-22227F3A5F2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700211" y="3697225"/>
            <a:ext cx="3848322" cy="250626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95A4819-0637-B89D-AAC5-7A8BE542A23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056F86DB-78DF-EB43-A6BE-40415A3A0052}" type="slidenum">
              <a:rPr lang="en-US" sz="1200" smtClean="0">
                <a:solidFill>
                  <a:schemeClr val="tx1">
                    <a:tint val="75000"/>
                  </a:schemeClr>
                </a:solidFill>
                <a:latin typeface="+mn-lt"/>
                <a:cs typeface="+mn-cs"/>
              </a:rPr>
              <a:pPr>
                <a:spcAft>
                  <a:spcPts val="600"/>
                </a:spcAft>
              </a:pPr>
              <a:t>1</a:t>
            </a:fld>
            <a:endParaRPr lang="en-US" sz="1200">
              <a:solidFill>
                <a:schemeClr val="tx1">
                  <a:tint val="75000"/>
                </a:schemeClr>
              </a:solidFill>
              <a:latin typeface="+mn-lt"/>
              <a:cs typeface="+mn-cs"/>
            </a:endParaRPr>
          </a:p>
        </p:txBody>
      </p:sp>
      <p:sp>
        <p:nvSpPr>
          <p:cNvPr id="3" name="Rectangle 2">
            <a:extLst>
              <a:ext uri="{FF2B5EF4-FFF2-40B4-BE49-F238E27FC236}">
                <a16:creationId xmlns:a16="http://schemas.microsoft.com/office/drawing/2014/main" id="{0347F8DB-7C5A-9CB5-ADE3-8BB1ECF3901F}"/>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308" b="0" i="0" u="none" strike="noStrike" kern="1200" cap="none" spc="0" normalizeH="0" baseline="0" noProof="0">
                <a:ln>
                  <a:noFill/>
                </a:ln>
                <a:solidFill>
                  <a:prstClr val="white"/>
                </a:solidFill>
                <a:effectLst/>
                <a:uLnTx/>
                <a:uFillTx/>
                <a:latin typeface="Arial" panose="020B0604020202020204"/>
                <a:ea typeface="+mn-ea"/>
                <a:cs typeface="+mn-cs"/>
              </a:rPr>
              <a:t>  </a:t>
            </a:r>
          </a:p>
        </p:txBody>
      </p:sp>
    </p:spTree>
    <p:extLst>
      <p:ext uri="{BB962C8B-B14F-4D97-AF65-F5344CB8AC3E}">
        <p14:creationId xmlns:p14="http://schemas.microsoft.com/office/powerpoint/2010/main" val="3791468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 xsi:nil="true"/>
    <Industries xmlns="f0ee8362-fa7e-4bc9-ab88-7dcfb17cb19b" xsi:nil="true"/>
    <PlatTech xmlns="f0ee8362-fa7e-4bc9-ab88-7dcfb17cb19b">
      <Value>Business Central</Value>
    </PlatTech>
    <BusinessUnit xmlns="f0ee8362-fa7e-4bc9-ab88-7dcfb17cb19b">
      <Value>Customer Relationship Management</Value>
    </BusinessUnit>
    <Solutions xmlns="f0ee8362-fa7e-4bc9-ab88-7dcfb17cb19b">
      <Value>Migrations</Value>
    </Solutions>
    <ProjectCompletionDate xmlns="f0ee8362-fa7e-4bc9-ab88-7dcfb17cb19b" xsi:nil="true"/>
    <ApprovedByClient xmlns="f0ee8362-fa7e-4bc9-ab88-7dcfb17cb19b">false</ApprovedByClient>
  </documentManagement>
</p:properties>
</file>

<file path=customXml/itemProps1.xml><?xml version="1.0" encoding="utf-8"?>
<ds:datastoreItem xmlns:ds="http://schemas.openxmlformats.org/officeDocument/2006/customXml" ds:itemID="{A5439453-A42D-46D9-9A60-764BA024CEAD}"/>
</file>

<file path=customXml/itemProps2.xml><?xml version="1.0" encoding="utf-8"?>
<ds:datastoreItem xmlns:ds="http://schemas.openxmlformats.org/officeDocument/2006/customXml" ds:itemID="{A79D5059-0CB6-4AD9-AAE1-8B7328C794DF}"/>
</file>

<file path=customXml/itemProps3.xml><?xml version="1.0" encoding="utf-8"?>
<ds:datastoreItem xmlns:ds="http://schemas.openxmlformats.org/officeDocument/2006/customXml" ds:itemID="{231E0C74-8B48-4FEB-A2E7-ADA4E58236CB}"/>
</file>

<file path=customXml/itemProps4.xml><?xml version="1.0" encoding="utf-8"?>
<ds:datastoreItem xmlns:ds="http://schemas.openxmlformats.org/officeDocument/2006/customXml" ds:itemID="{6ADE2B77-FF1A-49CD-9603-BAB53B135EF6}"/>
</file>

<file path=docProps/app.xml><?xml version="1.0" encoding="utf-8"?>
<Properties xmlns="http://schemas.openxmlformats.org/officeDocument/2006/extended-properties" xmlns:vt="http://schemas.openxmlformats.org/officeDocument/2006/docPropsVTypes">
  <TotalTime>0</TotalTime>
  <Words>115</Words>
  <Application>Microsoft Office PowerPoint</Application>
  <PresentationFormat>Widescreen</PresentationFormat>
  <Paragraphs>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Poppins</vt:lpstr>
      <vt:lpstr>Office Theme</vt:lpstr>
      <vt:lpstr>Indian Head Gaming Casino – Dynamics GP Migration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Brendan Murphy</dc:creator>
  <cp:lastModifiedBy>Brendan Murphy</cp:lastModifiedBy>
  <cp:revision>1</cp:revision>
  <dcterms:created xsi:type="dcterms:W3CDTF">2024-09-24T15:15:45Z</dcterms:created>
  <dcterms:modified xsi:type="dcterms:W3CDTF">2024-09-24T15:15:59Z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