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xml" ContentType="application/vnd.openxmlformats-officedocument.presentationml.slide+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6.xml" ContentType="application/vnd.openxmlformats-officedocument.presentationml.slideLayout+xml"/>
  <Override PartName="/ppt/notesSlides/notesSlide1.xml" ContentType="application/vnd.openxmlformats-officedocument.presentationml.notesSlide+xml"/>
  <Override PartName="/ppt/notesMasters/notesMaster1.xml" ContentType="application/vnd.openxmlformats-officedocument.presentationml.notesMaster+xml"/>
  <Override PartName="/ppt/theme/theme1.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docProps/core.xml" ContentType="application/vnd.openxmlformats-package.core-properties+xml"/>
  <Override PartName="/docProps/app.xml" ContentType="application/vnd.openxmlformats-officedocument.extended-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3"/>
  </p:notesMasterIdLst>
  <p:sldIdLst>
    <p:sldId id="1285" r:id="rId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0019" autoAdjust="0"/>
    <p:restoredTop sz="94660"/>
  </p:normalViewPr>
  <p:slideViewPr>
    <p:cSldViewPr snapToGrid="0">
      <p:cViewPr varScale="1">
        <p:scale>
          <a:sx n="64" d="100"/>
          <a:sy n="64" d="100"/>
        </p:scale>
        <p:origin x="90" y="33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customXml" Target="../customXml/item1.xml"/><Relationship Id="rId3" Type="http://schemas.openxmlformats.org/officeDocument/2006/relationships/notesMaster" Target="notesMasters/notesMaster1.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11" Type="http://schemas.openxmlformats.org/officeDocument/2006/relationships/customXml" Target="../customXml/item4.xml"/><Relationship Id="rId5" Type="http://schemas.openxmlformats.org/officeDocument/2006/relationships/viewProps" Target="viewProps.xml"/><Relationship Id="rId10" Type="http://schemas.openxmlformats.org/officeDocument/2006/relationships/customXml" Target="../customXml/item3.xml"/><Relationship Id="rId4" Type="http://schemas.openxmlformats.org/officeDocument/2006/relationships/presProps" Target="presProps.xml"/><Relationship Id="rId9" Type="http://schemas.openxmlformats.org/officeDocument/2006/relationships/customXml" Target="../customXml/item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C2B8775-F4E2-433C-98B0-68133F5BEB66}" type="datetimeFigureOut">
              <a:rPr lang="en-US" smtClean="0"/>
              <a:t>5/28/2024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483FD61-1375-465E-BBB7-CE4B7E61FB91}" type="slidenum">
              <a:rPr lang="en-US" smtClean="0"/>
              <a:t>‹#›</a:t>
            </a:fld>
            <a:endParaRPr lang="en-US"/>
          </a:p>
        </p:txBody>
      </p:sp>
    </p:spTree>
    <p:extLst>
      <p:ext uri="{BB962C8B-B14F-4D97-AF65-F5344CB8AC3E}">
        <p14:creationId xmlns:p14="http://schemas.microsoft.com/office/powerpoint/2010/main" val="139265990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54050" y="1162050"/>
            <a:ext cx="5573713" cy="31369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marL="0" marR="0" lvl="0" indent="0" algn="r" defTabSz="1172261" rtl="0" eaLnBrk="1" fontAlgn="auto" latinLnBrk="0" hangingPunct="1">
              <a:lnSpc>
                <a:spcPct val="100000"/>
              </a:lnSpc>
              <a:spcBef>
                <a:spcPts val="0"/>
              </a:spcBef>
              <a:spcAft>
                <a:spcPts val="0"/>
              </a:spcAft>
              <a:buClrTx/>
              <a:buSzTx/>
              <a:buFontTx/>
              <a:buNone/>
              <a:tabLst/>
              <a:defRPr/>
            </a:pPr>
            <a:fld id="{5EE3F6CF-073A-4B4F-A2B7-08B9C7DBCB96}"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1172261" rtl="0" eaLnBrk="1" fontAlgn="auto" latinLnBrk="0" hangingPunct="1">
                <a:lnSpc>
                  <a:spcPct val="100000"/>
                </a:lnSpc>
                <a:spcBef>
                  <a:spcPts val="0"/>
                </a:spcBef>
                <a:spcAft>
                  <a:spcPts val="0"/>
                </a:spcAft>
                <a:buClrTx/>
                <a:buSzTx/>
                <a:buFontTx/>
                <a:buNone/>
                <a:tabLst/>
                <a:defRPr/>
              </a:pPr>
              <a:t>1</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1168060378"/>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9" name="Picture 8"/>
          <p:cNvPicPr>
            <a:picLocks/>
          </p:cNvPicPr>
          <p:nvPr/>
        </p:nvPicPr>
        <p:blipFill rotWithShape="1">
          <a:blip r:embed="rId2">
            <a:extLst>
              <a:ext uri="{28A0092B-C50C-407E-A947-70E740481C1C}">
                <a14:useLocalDpi xmlns:a14="http://schemas.microsoft.com/office/drawing/2010/main" val="0"/>
              </a:ext>
            </a:extLst>
          </a:blip>
          <a:srcRect r="25490"/>
          <a:stretch/>
        </p:blipFill>
        <p:spPr>
          <a:xfrm>
            <a:off x="1" y="0"/>
            <a:ext cx="12192000" cy="6858000"/>
          </a:xfrm>
          <a:prstGeom prst="rect">
            <a:avLst/>
          </a:prstGeom>
        </p:spPr>
      </p:pic>
      <p:sp>
        <p:nvSpPr>
          <p:cNvPr id="2" name="Title 1"/>
          <p:cNvSpPr>
            <a:spLocks noGrp="1"/>
          </p:cNvSpPr>
          <p:nvPr>
            <p:ph type="ctrTitle"/>
          </p:nvPr>
        </p:nvSpPr>
        <p:spPr>
          <a:xfrm>
            <a:off x="1349941" y="2938387"/>
            <a:ext cx="7988613" cy="537931"/>
          </a:xfrm>
        </p:spPr>
        <p:txBody>
          <a:bodyPr wrap="none" anchor="t" anchorCtr="0">
            <a:noAutofit/>
          </a:bodyPr>
          <a:lstStyle>
            <a:lvl1pPr algn="l">
              <a:defRPr sz="2745">
                <a:solidFill>
                  <a:schemeClr val="bg1"/>
                </a:solidFill>
              </a:defRPr>
            </a:lvl1pPr>
          </a:lstStyle>
          <a:p>
            <a:r>
              <a:rPr lang="en-US"/>
              <a:t>Click to edit Master title style</a:t>
            </a:r>
          </a:p>
        </p:txBody>
      </p:sp>
      <p:sp>
        <p:nvSpPr>
          <p:cNvPr id="3" name="Subtitle 2"/>
          <p:cNvSpPr>
            <a:spLocks noGrp="1"/>
          </p:cNvSpPr>
          <p:nvPr>
            <p:ph type="subTitle" idx="1"/>
          </p:nvPr>
        </p:nvSpPr>
        <p:spPr>
          <a:xfrm>
            <a:off x="1349941" y="3727850"/>
            <a:ext cx="7988613" cy="1656131"/>
          </a:xfrm>
        </p:spPr>
        <p:txBody>
          <a:bodyPr>
            <a:normAutofit/>
          </a:bodyPr>
          <a:lstStyle>
            <a:lvl1pPr marL="0" indent="0" algn="l">
              <a:buNone/>
              <a:defRPr sz="2353">
                <a:solidFill>
                  <a:schemeClr val="bg1"/>
                </a:solidFill>
                <a:latin typeface="Segoe UI Semilight" panose="020B0402040204020203" pitchFamily="34" charset="0"/>
                <a:cs typeface="Segoe UI Semilight" panose="020B0402040204020203" pitchFamily="34" charset="0"/>
              </a:defRPr>
            </a:lvl1pPr>
            <a:lvl2pPr marL="448267" indent="0" algn="ctr">
              <a:buNone/>
              <a:defRPr sz="1961"/>
            </a:lvl2pPr>
            <a:lvl3pPr marL="896533" indent="0" algn="ctr">
              <a:buNone/>
              <a:defRPr sz="1765"/>
            </a:lvl3pPr>
            <a:lvl4pPr marL="1344800" indent="0" algn="ctr">
              <a:buNone/>
              <a:defRPr sz="1569"/>
            </a:lvl4pPr>
            <a:lvl5pPr marL="1793067" indent="0" algn="ctr">
              <a:buNone/>
              <a:defRPr sz="1569"/>
            </a:lvl5pPr>
            <a:lvl6pPr marL="2241334" indent="0" algn="ctr">
              <a:buNone/>
              <a:defRPr sz="1569"/>
            </a:lvl6pPr>
            <a:lvl7pPr marL="2689600" indent="0" algn="ctr">
              <a:buNone/>
              <a:defRPr sz="1569"/>
            </a:lvl7pPr>
            <a:lvl8pPr marL="3137867" indent="0" algn="ctr">
              <a:buNone/>
              <a:defRPr sz="1569"/>
            </a:lvl8pPr>
            <a:lvl9pPr marL="3586133" indent="0" algn="ctr">
              <a:buNone/>
              <a:defRPr sz="1569"/>
            </a:lvl9pPr>
          </a:lstStyle>
          <a:p>
            <a:r>
              <a:rPr lang="en-US"/>
              <a:t>Click to edit Master subtitle style</a:t>
            </a:r>
          </a:p>
        </p:txBody>
      </p:sp>
      <p:sp>
        <p:nvSpPr>
          <p:cNvPr id="4" name="Date Placeholder 3"/>
          <p:cNvSpPr>
            <a:spLocks noGrp="1"/>
          </p:cNvSpPr>
          <p:nvPr>
            <p:ph type="dt" sz="half" idx="10"/>
          </p:nvPr>
        </p:nvSpPr>
        <p:spPr/>
        <p:txBody>
          <a:bodyPr/>
          <a:lstStyle>
            <a:lvl1pPr>
              <a:defRPr>
                <a:latin typeface="Segoe UI" panose="020B0502040204020203" pitchFamily="34" charset="0"/>
              </a:defRPr>
            </a:lvl1pPr>
          </a:lstStyle>
          <a:p>
            <a:fld id="{CB65BA17-9895-0B49-9409-AE0D8EB9B6F8}" type="datetime1">
              <a:rPr lang="en-US" smtClean="0"/>
              <a:t>5/28/2024</a:t>
            </a:fld>
            <a:endParaRPr lang="en-US"/>
          </a:p>
        </p:txBody>
      </p:sp>
      <p:sp>
        <p:nvSpPr>
          <p:cNvPr id="5" name="Footer Placeholder 4"/>
          <p:cNvSpPr>
            <a:spLocks noGrp="1"/>
          </p:cNvSpPr>
          <p:nvPr>
            <p:ph type="ftr" sz="quarter" idx="11"/>
          </p:nvPr>
        </p:nvSpPr>
        <p:spPr/>
        <p:txBody>
          <a:bodyPr/>
          <a:lstStyle>
            <a:lvl1pPr>
              <a:defRPr>
                <a:latin typeface="Segoe UI" panose="020B0502040204020203" pitchFamily="34" charset="0"/>
              </a:defRPr>
            </a:lvl1pPr>
          </a:lstStyle>
          <a:p>
            <a:endParaRPr lang="en-US"/>
          </a:p>
        </p:txBody>
      </p:sp>
      <p:sp>
        <p:nvSpPr>
          <p:cNvPr id="6" name="Slide Number Placeholder 5"/>
          <p:cNvSpPr>
            <a:spLocks noGrp="1"/>
          </p:cNvSpPr>
          <p:nvPr>
            <p:ph type="sldNum" sz="quarter" idx="12"/>
          </p:nvPr>
        </p:nvSpPr>
        <p:spPr/>
        <p:txBody>
          <a:bodyPr/>
          <a:lstStyle>
            <a:lvl1pPr>
              <a:defRPr>
                <a:latin typeface="Segoe UI" panose="020B0502040204020203" pitchFamily="34" charset="0"/>
              </a:defRPr>
            </a:lvl1pPr>
          </a:lstStyle>
          <a:p>
            <a:fld id="{49A40DB5-B054-4B52-B27D-446721D6CC27}" type="slidenum">
              <a:rPr lang="en-US" smtClean="0"/>
              <a:pPr/>
              <a:t>‹#›</a:t>
            </a:fld>
            <a:endParaRPr lang="en-US"/>
          </a:p>
        </p:txBody>
      </p:sp>
      <p:pic>
        <p:nvPicPr>
          <p:cNvPr id="12" name="Picture 1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349939" y="2209472"/>
            <a:ext cx="1942773" cy="504381"/>
          </a:xfrm>
          <a:prstGeom prst="rect">
            <a:avLst/>
          </a:prstGeom>
        </p:spPr>
      </p:pic>
      <p:pic>
        <p:nvPicPr>
          <p:cNvPr id="10" name="Picture 9">
            <a:extLst>
              <a:ext uri="{FF2B5EF4-FFF2-40B4-BE49-F238E27FC236}">
                <a16:creationId xmlns:a16="http://schemas.microsoft.com/office/drawing/2014/main" id="{E0965F55-11BA-49A6-947C-F53153066243}"/>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0820400" y="6400800"/>
            <a:ext cx="704426" cy="182880"/>
          </a:xfrm>
          <a:prstGeom prst="rect">
            <a:avLst/>
          </a:prstGeom>
        </p:spPr>
      </p:pic>
    </p:spTree>
    <p:extLst>
      <p:ext uri="{BB962C8B-B14F-4D97-AF65-F5344CB8AC3E}">
        <p14:creationId xmlns:p14="http://schemas.microsoft.com/office/powerpoint/2010/main" val="178625403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reserve="1">
  <p:cSld name="2_Title Slide">
    <p:spTree>
      <p:nvGrpSpPr>
        <p:cNvPr id="1" name=""/>
        <p:cNvGrpSpPr/>
        <p:nvPr/>
      </p:nvGrpSpPr>
      <p:grpSpPr>
        <a:xfrm>
          <a:off x="0" y="0"/>
          <a:ext cx="0" cy="0"/>
          <a:chOff x="0" y="0"/>
          <a:chExt cx="0" cy="0"/>
        </a:xfrm>
      </p:grpSpPr>
      <p:pic>
        <p:nvPicPr>
          <p:cNvPr id="12" name="Picture 11">
            <a:extLst>
              <a:ext uri="{FF2B5EF4-FFF2-40B4-BE49-F238E27FC236}">
                <a16:creationId xmlns:a16="http://schemas.microsoft.com/office/drawing/2014/main" id="{6B62FE56-11BB-4F56-957C-E2741DC5B8BB}"/>
              </a:ext>
            </a:extLst>
          </p:cNvPr>
          <p:cNvPicPr>
            <a:picLocks/>
          </p:cNvPicPr>
          <p:nvPr userDrawn="1"/>
        </p:nvPicPr>
        <p:blipFill rotWithShape="1">
          <a:blip r:embed="rId2">
            <a:extLst>
              <a:ext uri="{28A0092B-C50C-407E-A947-70E740481C1C}">
                <a14:useLocalDpi xmlns:a14="http://schemas.microsoft.com/office/drawing/2010/main" val="0"/>
              </a:ext>
            </a:extLst>
          </a:blip>
          <a:srcRect r="25490"/>
          <a:stretch/>
        </p:blipFill>
        <p:spPr>
          <a:xfrm>
            <a:off x="1" y="0"/>
            <a:ext cx="12192000" cy="6858000"/>
          </a:xfrm>
          <a:prstGeom prst="rect">
            <a:avLst/>
          </a:prstGeom>
        </p:spPr>
      </p:pic>
      <p:sp>
        <p:nvSpPr>
          <p:cNvPr id="10" name="Rectangle 9">
            <a:extLst>
              <a:ext uri="{FF2B5EF4-FFF2-40B4-BE49-F238E27FC236}">
                <a16:creationId xmlns:a16="http://schemas.microsoft.com/office/drawing/2014/main" id="{FC680771-E145-494A-AF5F-BDE0DE155687}"/>
              </a:ext>
            </a:extLst>
          </p:cNvPr>
          <p:cNvSpPr/>
          <p:nvPr userDrawn="1"/>
        </p:nvSpPr>
        <p:spPr>
          <a:xfrm>
            <a:off x="0" y="0"/>
            <a:ext cx="12192000" cy="6858000"/>
          </a:xfrm>
          <a:prstGeom prst="rect">
            <a:avLst/>
          </a:prstGeom>
          <a:solidFill>
            <a:srgbClr val="004E59">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500">
                <a:latin typeface="Segoe UI" panose="020B0502040204020203" pitchFamily="34" charset="0"/>
              </a:rPr>
              <a:t>		</a:t>
            </a:r>
          </a:p>
        </p:txBody>
      </p:sp>
      <p:sp>
        <p:nvSpPr>
          <p:cNvPr id="2" name="Title 1"/>
          <p:cNvSpPr>
            <a:spLocks noGrp="1"/>
          </p:cNvSpPr>
          <p:nvPr>
            <p:ph type="ctrTitle"/>
          </p:nvPr>
        </p:nvSpPr>
        <p:spPr>
          <a:xfrm>
            <a:off x="381000" y="2938387"/>
            <a:ext cx="11430000" cy="537931"/>
          </a:xfrm>
        </p:spPr>
        <p:txBody>
          <a:bodyPr wrap="none" anchor="t" anchorCtr="0">
            <a:noAutofit/>
          </a:bodyPr>
          <a:lstStyle>
            <a:lvl1pPr algn="l">
              <a:defRPr sz="2745">
                <a:solidFill>
                  <a:schemeClr val="bg1"/>
                </a:solidFill>
              </a:defRPr>
            </a:lvl1pPr>
          </a:lstStyle>
          <a:p>
            <a:r>
              <a:rPr lang="en-US"/>
              <a:t>Click to edit Master title style</a:t>
            </a:r>
          </a:p>
        </p:txBody>
      </p:sp>
      <p:sp>
        <p:nvSpPr>
          <p:cNvPr id="3" name="Subtitle 2"/>
          <p:cNvSpPr>
            <a:spLocks noGrp="1"/>
          </p:cNvSpPr>
          <p:nvPr>
            <p:ph type="subTitle" idx="1"/>
          </p:nvPr>
        </p:nvSpPr>
        <p:spPr>
          <a:xfrm>
            <a:off x="1349941" y="3727850"/>
            <a:ext cx="7988613" cy="1656131"/>
          </a:xfrm>
        </p:spPr>
        <p:txBody>
          <a:bodyPr>
            <a:normAutofit/>
          </a:bodyPr>
          <a:lstStyle>
            <a:lvl1pPr marL="0" indent="0" algn="l">
              <a:buNone/>
              <a:defRPr sz="2353">
                <a:solidFill>
                  <a:schemeClr val="bg1"/>
                </a:solidFill>
                <a:latin typeface="Segoe UI Semilight" panose="020B0402040204020203" pitchFamily="34" charset="0"/>
                <a:cs typeface="Segoe UI Semilight" panose="020B0402040204020203" pitchFamily="34" charset="0"/>
              </a:defRPr>
            </a:lvl1pPr>
            <a:lvl2pPr marL="448267" indent="0" algn="ctr">
              <a:buNone/>
              <a:defRPr sz="1961"/>
            </a:lvl2pPr>
            <a:lvl3pPr marL="896533" indent="0" algn="ctr">
              <a:buNone/>
              <a:defRPr sz="1765"/>
            </a:lvl3pPr>
            <a:lvl4pPr marL="1344800" indent="0" algn="ctr">
              <a:buNone/>
              <a:defRPr sz="1569"/>
            </a:lvl4pPr>
            <a:lvl5pPr marL="1793067" indent="0" algn="ctr">
              <a:buNone/>
              <a:defRPr sz="1569"/>
            </a:lvl5pPr>
            <a:lvl6pPr marL="2241334" indent="0" algn="ctr">
              <a:buNone/>
              <a:defRPr sz="1569"/>
            </a:lvl6pPr>
            <a:lvl7pPr marL="2689600" indent="0" algn="ctr">
              <a:buNone/>
              <a:defRPr sz="1569"/>
            </a:lvl7pPr>
            <a:lvl8pPr marL="3137867" indent="0" algn="ctr">
              <a:buNone/>
              <a:defRPr sz="1569"/>
            </a:lvl8pPr>
            <a:lvl9pPr marL="3586133" indent="0" algn="ctr">
              <a:buNone/>
              <a:defRPr sz="1569"/>
            </a:lvl9pPr>
          </a:lstStyle>
          <a:p>
            <a:r>
              <a:rPr lang="en-US"/>
              <a:t>Click to edit Master subtitle style</a:t>
            </a:r>
          </a:p>
        </p:txBody>
      </p:sp>
      <p:sp>
        <p:nvSpPr>
          <p:cNvPr id="4" name="Date Placeholder 3"/>
          <p:cNvSpPr>
            <a:spLocks noGrp="1"/>
          </p:cNvSpPr>
          <p:nvPr>
            <p:ph type="dt" sz="half" idx="10"/>
          </p:nvPr>
        </p:nvSpPr>
        <p:spPr/>
        <p:txBody>
          <a:bodyPr/>
          <a:lstStyle>
            <a:lvl1pPr>
              <a:defRPr>
                <a:latin typeface="Segoe UI" panose="020B0502040204020203" pitchFamily="34" charset="0"/>
              </a:defRPr>
            </a:lvl1pPr>
          </a:lstStyle>
          <a:p>
            <a:fld id="{A0662A92-3158-C845-8425-A9496F7E68CA}" type="datetime1">
              <a:rPr lang="en-US" smtClean="0"/>
              <a:t>5/28/2024</a:t>
            </a:fld>
            <a:endParaRPr lang="en-US"/>
          </a:p>
        </p:txBody>
      </p:sp>
      <p:sp>
        <p:nvSpPr>
          <p:cNvPr id="5" name="Footer Placeholder 4"/>
          <p:cNvSpPr>
            <a:spLocks noGrp="1"/>
          </p:cNvSpPr>
          <p:nvPr>
            <p:ph type="ftr" sz="quarter" idx="11"/>
          </p:nvPr>
        </p:nvSpPr>
        <p:spPr/>
        <p:txBody>
          <a:bodyPr/>
          <a:lstStyle>
            <a:lvl1pPr>
              <a:defRPr>
                <a:latin typeface="Segoe UI" panose="020B0502040204020203" pitchFamily="34" charset="0"/>
              </a:defRPr>
            </a:lvl1pPr>
          </a:lstStyle>
          <a:p>
            <a:endParaRPr lang="en-US"/>
          </a:p>
        </p:txBody>
      </p:sp>
      <p:sp>
        <p:nvSpPr>
          <p:cNvPr id="6" name="Slide Number Placeholder 5"/>
          <p:cNvSpPr>
            <a:spLocks noGrp="1"/>
          </p:cNvSpPr>
          <p:nvPr>
            <p:ph type="sldNum" sz="quarter" idx="12"/>
          </p:nvPr>
        </p:nvSpPr>
        <p:spPr/>
        <p:txBody>
          <a:bodyPr/>
          <a:lstStyle>
            <a:lvl1pPr>
              <a:defRPr>
                <a:latin typeface="Segoe UI" panose="020B0502040204020203" pitchFamily="34" charset="0"/>
              </a:defRPr>
            </a:lvl1pPr>
          </a:lstStyle>
          <a:p>
            <a:fld id="{49A40DB5-B054-4B52-B27D-446721D6CC27}" type="slidenum">
              <a:rPr lang="en-US" smtClean="0"/>
              <a:pPr/>
              <a:t>‹#›</a:t>
            </a:fld>
            <a:endParaRPr lang="en-US"/>
          </a:p>
        </p:txBody>
      </p:sp>
      <p:pic>
        <p:nvPicPr>
          <p:cNvPr id="11" name="Picture 10">
            <a:extLst>
              <a:ext uri="{FF2B5EF4-FFF2-40B4-BE49-F238E27FC236}">
                <a16:creationId xmlns:a16="http://schemas.microsoft.com/office/drawing/2014/main" id="{861B8082-4CA1-4814-AD91-104B28633041}"/>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0820400" y="6400800"/>
            <a:ext cx="704426" cy="182880"/>
          </a:xfrm>
          <a:prstGeom prst="rect">
            <a:avLst/>
          </a:prstGeom>
        </p:spPr>
      </p:pic>
    </p:spTree>
    <p:extLst>
      <p:ext uri="{BB962C8B-B14F-4D97-AF65-F5344CB8AC3E}">
        <p14:creationId xmlns:p14="http://schemas.microsoft.com/office/powerpoint/2010/main" val="299382632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4_Section Header">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7AC98557-C9EF-46C0-ACD8-4FD235492685}"/>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b="10000"/>
          <a:stretch/>
        </p:blipFill>
        <p:spPr>
          <a:xfrm>
            <a:off x="0" y="0"/>
            <a:ext cx="12192000" cy="6858000"/>
          </a:xfrm>
          <a:prstGeom prst="rect">
            <a:avLst/>
          </a:prstGeom>
        </p:spPr>
      </p:pic>
      <p:sp>
        <p:nvSpPr>
          <p:cNvPr id="9" name="Rectangle 8">
            <a:extLst>
              <a:ext uri="{FF2B5EF4-FFF2-40B4-BE49-F238E27FC236}">
                <a16:creationId xmlns:a16="http://schemas.microsoft.com/office/drawing/2014/main" id="{1FAE75BB-1AD1-46D5-8E07-38E7D1FB92CC}"/>
              </a:ext>
            </a:extLst>
          </p:cNvPr>
          <p:cNvSpPr/>
          <p:nvPr userDrawn="1"/>
        </p:nvSpPr>
        <p:spPr>
          <a:xfrm>
            <a:off x="0" y="0"/>
            <a:ext cx="12192000" cy="6858000"/>
          </a:xfrm>
          <a:prstGeom prst="rect">
            <a:avLst/>
          </a:prstGeom>
          <a:solidFill>
            <a:srgbClr val="004E59">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500">
                <a:latin typeface="Segoe UI" panose="020B0502040204020203" pitchFamily="34" charset="0"/>
              </a:rPr>
              <a:t>		</a:t>
            </a:r>
          </a:p>
        </p:txBody>
      </p:sp>
      <p:sp>
        <p:nvSpPr>
          <p:cNvPr id="3" name="Text Placeholder 2"/>
          <p:cNvSpPr>
            <a:spLocks noGrp="1"/>
          </p:cNvSpPr>
          <p:nvPr>
            <p:ph type="body" idx="1"/>
          </p:nvPr>
        </p:nvSpPr>
        <p:spPr>
          <a:xfrm>
            <a:off x="832171" y="4590160"/>
            <a:ext cx="10515210" cy="1498923"/>
          </a:xfrm>
        </p:spPr>
        <p:txBody>
          <a:bodyPr/>
          <a:lstStyle>
            <a:lvl1pPr marL="0" indent="0">
              <a:buNone/>
              <a:defRPr sz="2353">
                <a:solidFill>
                  <a:schemeClr val="bg1"/>
                </a:solidFill>
                <a:latin typeface="Segoe UI" panose="020B0502040204020203" pitchFamily="34" charset="0"/>
              </a:defRPr>
            </a:lvl1pPr>
            <a:lvl2pPr marL="448267" indent="0">
              <a:buNone/>
              <a:defRPr sz="1961">
                <a:solidFill>
                  <a:schemeClr val="tx1">
                    <a:tint val="75000"/>
                  </a:schemeClr>
                </a:solidFill>
              </a:defRPr>
            </a:lvl2pPr>
            <a:lvl3pPr marL="896533" indent="0">
              <a:buNone/>
              <a:defRPr sz="1765">
                <a:solidFill>
                  <a:schemeClr val="tx1">
                    <a:tint val="75000"/>
                  </a:schemeClr>
                </a:solidFill>
              </a:defRPr>
            </a:lvl3pPr>
            <a:lvl4pPr marL="1344800" indent="0">
              <a:buNone/>
              <a:defRPr sz="1569">
                <a:solidFill>
                  <a:schemeClr val="tx1">
                    <a:tint val="75000"/>
                  </a:schemeClr>
                </a:solidFill>
              </a:defRPr>
            </a:lvl4pPr>
            <a:lvl5pPr marL="1793067" indent="0">
              <a:buNone/>
              <a:defRPr sz="1569">
                <a:solidFill>
                  <a:schemeClr val="tx1">
                    <a:tint val="75000"/>
                  </a:schemeClr>
                </a:solidFill>
              </a:defRPr>
            </a:lvl5pPr>
            <a:lvl6pPr marL="2241334" indent="0">
              <a:buNone/>
              <a:defRPr sz="1569">
                <a:solidFill>
                  <a:schemeClr val="tx1">
                    <a:tint val="75000"/>
                  </a:schemeClr>
                </a:solidFill>
              </a:defRPr>
            </a:lvl6pPr>
            <a:lvl7pPr marL="2689600" indent="0">
              <a:buNone/>
              <a:defRPr sz="1569">
                <a:solidFill>
                  <a:schemeClr val="tx1">
                    <a:tint val="75000"/>
                  </a:schemeClr>
                </a:solidFill>
              </a:defRPr>
            </a:lvl7pPr>
            <a:lvl8pPr marL="3137867" indent="0">
              <a:buNone/>
              <a:defRPr sz="1569">
                <a:solidFill>
                  <a:schemeClr val="tx1">
                    <a:tint val="75000"/>
                  </a:schemeClr>
                </a:solidFill>
              </a:defRPr>
            </a:lvl8pPr>
            <a:lvl9pPr marL="3586133" indent="0">
              <a:buNone/>
              <a:defRPr sz="1569">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lvl1pPr>
              <a:defRPr>
                <a:latin typeface="Segoe UI" panose="020B0502040204020203" pitchFamily="34" charset="0"/>
              </a:defRPr>
            </a:lvl1pPr>
          </a:lstStyle>
          <a:p>
            <a:fld id="{B7DDBBAA-4130-424E-A216-A11607B08BB1}" type="datetime1">
              <a:rPr lang="en-US" smtClean="0"/>
              <a:t>5/28/2024</a:t>
            </a:fld>
            <a:endParaRPr lang="en-US"/>
          </a:p>
        </p:txBody>
      </p:sp>
      <p:sp>
        <p:nvSpPr>
          <p:cNvPr id="5" name="Footer Placeholder 4"/>
          <p:cNvSpPr>
            <a:spLocks noGrp="1"/>
          </p:cNvSpPr>
          <p:nvPr>
            <p:ph type="ftr" sz="quarter" idx="11"/>
          </p:nvPr>
        </p:nvSpPr>
        <p:spPr/>
        <p:txBody>
          <a:bodyPr/>
          <a:lstStyle>
            <a:lvl1pPr>
              <a:defRPr>
                <a:latin typeface="Segoe UI" panose="020B0502040204020203" pitchFamily="34" charset="0"/>
              </a:defRPr>
            </a:lvl1pPr>
          </a:lstStyle>
          <a:p>
            <a:endParaRPr lang="en-US"/>
          </a:p>
        </p:txBody>
      </p:sp>
      <p:sp>
        <p:nvSpPr>
          <p:cNvPr id="6" name="Slide Number Placeholder 5"/>
          <p:cNvSpPr>
            <a:spLocks noGrp="1"/>
          </p:cNvSpPr>
          <p:nvPr>
            <p:ph type="sldNum" sz="quarter" idx="12"/>
          </p:nvPr>
        </p:nvSpPr>
        <p:spPr/>
        <p:txBody>
          <a:bodyPr/>
          <a:lstStyle>
            <a:lvl1pPr>
              <a:defRPr>
                <a:latin typeface="Segoe UI" panose="020B0502040204020203" pitchFamily="34" charset="0"/>
              </a:defRPr>
            </a:lvl1pPr>
          </a:lstStyle>
          <a:p>
            <a:fld id="{49A40DB5-B054-4B52-B27D-446721D6CC27}" type="slidenum">
              <a:rPr lang="en-US" smtClean="0"/>
              <a:pPr/>
              <a:t>‹#›</a:t>
            </a:fld>
            <a:endParaRPr lang="en-US"/>
          </a:p>
        </p:txBody>
      </p:sp>
      <p:sp>
        <p:nvSpPr>
          <p:cNvPr id="2" name="Title 1"/>
          <p:cNvSpPr>
            <a:spLocks noGrp="1"/>
          </p:cNvSpPr>
          <p:nvPr>
            <p:ph type="title"/>
          </p:nvPr>
        </p:nvSpPr>
        <p:spPr>
          <a:xfrm>
            <a:off x="832170" y="2331035"/>
            <a:ext cx="11205363" cy="896552"/>
          </a:xfrm>
        </p:spPr>
        <p:txBody>
          <a:bodyPr anchor="t" anchorCtr="0">
            <a:noAutofit/>
          </a:bodyPr>
          <a:lstStyle>
            <a:lvl1pPr algn="l">
              <a:defRPr sz="5295">
                <a:solidFill>
                  <a:schemeClr val="bg1"/>
                </a:solidFill>
                <a:latin typeface="+mj-lt"/>
                <a:cs typeface="Segoe UI Semilight" panose="020B0402040204020203" pitchFamily="34" charset="0"/>
              </a:defRPr>
            </a:lvl1pPr>
          </a:lstStyle>
          <a:p>
            <a:r>
              <a:rPr lang="en-US"/>
              <a:t>Click to edit Master title style</a:t>
            </a:r>
          </a:p>
        </p:txBody>
      </p:sp>
      <p:pic>
        <p:nvPicPr>
          <p:cNvPr id="11" name="Picture 10">
            <a:extLst>
              <a:ext uri="{FF2B5EF4-FFF2-40B4-BE49-F238E27FC236}">
                <a16:creationId xmlns:a16="http://schemas.microsoft.com/office/drawing/2014/main" id="{DAC7F00A-F86F-4137-BF70-C36BF607941A}"/>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0820400" y="6400800"/>
            <a:ext cx="704426" cy="182880"/>
          </a:xfrm>
          <a:prstGeom prst="rect">
            <a:avLst/>
          </a:prstGeom>
        </p:spPr>
      </p:pic>
    </p:spTree>
    <p:extLst>
      <p:ext uri="{BB962C8B-B14F-4D97-AF65-F5344CB8AC3E}">
        <p14:creationId xmlns:p14="http://schemas.microsoft.com/office/powerpoint/2010/main" val="6548913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1_Title and Content">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AB7FDDA0-9A72-4EF9-A2D2-0E17F0F1CF83}"/>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b="10000"/>
          <a:stretch/>
        </p:blipFill>
        <p:spPr>
          <a:xfrm>
            <a:off x="0" y="0"/>
            <a:ext cx="12192000" cy="6858000"/>
          </a:xfrm>
          <a:prstGeom prst="rect">
            <a:avLst/>
          </a:prstGeom>
        </p:spPr>
      </p:pic>
      <p:sp>
        <p:nvSpPr>
          <p:cNvPr id="9" name="Rectangle 8">
            <a:extLst>
              <a:ext uri="{FF2B5EF4-FFF2-40B4-BE49-F238E27FC236}">
                <a16:creationId xmlns:a16="http://schemas.microsoft.com/office/drawing/2014/main" id="{BE89F687-D33C-4157-BC5C-7A3EB7EF9B39}"/>
              </a:ext>
            </a:extLst>
          </p:cNvPr>
          <p:cNvSpPr/>
          <p:nvPr userDrawn="1"/>
        </p:nvSpPr>
        <p:spPr>
          <a:xfrm>
            <a:off x="0" y="0"/>
            <a:ext cx="12192000" cy="6858000"/>
          </a:xfrm>
          <a:prstGeom prst="rect">
            <a:avLst/>
          </a:prstGeom>
          <a:solidFill>
            <a:srgbClr val="004E59">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500">
                <a:latin typeface="Segoe UI" panose="020B0502040204020203" pitchFamily="34" charset="0"/>
              </a:rPr>
              <a:t>		</a:t>
            </a:r>
          </a:p>
        </p:txBody>
      </p:sp>
      <p:sp>
        <p:nvSpPr>
          <p:cNvPr id="2" name="Title 1"/>
          <p:cNvSpPr>
            <a:spLocks noGrp="1"/>
          </p:cNvSpPr>
          <p:nvPr>
            <p:ph type="title"/>
          </p:nvPr>
        </p:nvSpPr>
        <p:spPr>
          <a:xfrm>
            <a:off x="266700" y="266700"/>
            <a:ext cx="10515211" cy="457200"/>
          </a:xfrm>
        </p:spPr>
        <p:txBody>
          <a:bodyPr/>
          <a:lstStyle>
            <a:lvl1pPr>
              <a:defRPr>
                <a:solidFill>
                  <a:schemeClr val="bg1"/>
                </a:solidFill>
                <a:latin typeface="Segoe UI" panose="020B0502040204020203" pitchFamily="34" charset="0"/>
              </a:defRPr>
            </a:lvl1pPr>
          </a:lstStyle>
          <a:p>
            <a:r>
              <a:rPr lang="en-US"/>
              <a:t>Click to edit Master title style</a:t>
            </a:r>
          </a:p>
        </p:txBody>
      </p:sp>
      <p:sp>
        <p:nvSpPr>
          <p:cNvPr id="3" name="Content Placeholder 2"/>
          <p:cNvSpPr>
            <a:spLocks noGrp="1"/>
          </p:cNvSpPr>
          <p:nvPr>
            <p:ph idx="1"/>
          </p:nvPr>
        </p:nvSpPr>
        <p:spPr>
          <a:xfrm>
            <a:off x="266700" y="1143000"/>
            <a:ext cx="10515211" cy="4350456"/>
          </a:xfrm>
        </p:spPr>
        <p:txBody>
          <a:bodyPr/>
          <a:lstStyle>
            <a:lvl1pPr>
              <a:defRPr>
                <a:solidFill>
                  <a:schemeClr val="bg1"/>
                </a:solidFill>
                <a:latin typeface="Segoe UI" panose="020B0502040204020203" pitchFamily="34" charset="0"/>
              </a:defRPr>
            </a:lvl1pPr>
            <a:lvl2pPr>
              <a:defRPr>
                <a:solidFill>
                  <a:schemeClr val="bg1"/>
                </a:solidFill>
                <a:latin typeface="Segoe UI" panose="020B0502040204020203" pitchFamily="34" charset="0"/>
              </a:defRPr>
            </a:lvl2pPr>
            <a:lvl3pPr>
              <a:defRPr>
                <a:solidFill>
                  <a:schemeClr val="bg1"/>
                </a:solidFill>
                <a:latin typeface="Segoe UI" panose="020B0502040204020203" pitchFamily="34" charset="0"/>
              </a:defRPr>
            </a:lvl3pPr>
            <a:lvl4pPr>
              <a:defRPr>
                <a:solidFill>
                  <a:schemeClr val="bg1"/>
                </a:solidFill>
                <a:latin typeface="Segoe UI" panose="020B0502040204020203" pitchFamily="34" charset="0"/>
              </a:defRPr>
            </a:lvl4pPr>
            <a:lvl5pPr>
              <a:defRPr>
                <a:solidFill>
                  <a:schemeClr val="bg1"/>
                </a:solidFill>
                <a:latin typeface="Segoe UI" panose="020B0502040204020203" pitchFamily="34"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atin typeface="Segoe UI" panose="020B0502040204020203" pitchFamily="34" charset="0"/>
              </a:defRPr>
            </a:lvl1pPr>
          </a:lstStyle>
          <a:p>
            <a:fld id="{8B8000DC-751D-1640-9E22-CC8438C270B8}" type="datetime1">
              <a:rPr lang="en-US" smtClean="0"/>
              <a:t>5/28/2024</a:t>
            </a:fld>
            <a:endParaRPr lang="en-US"/>
          </a:p>
        </p:txBody>
      </p:sp>
      <p:sp>
        <p:nvSpPr>
          <p:cNvPr id="5" name="Footer Placeholder 4"/>
          <p:cNvSpPr>
            <a:spLocks noGrp="1"/>
          </p:cNvSpPr>
          <p:nvPr>
            <p:ph type="ftr" sz="quarter" idx="11"/>
          </p:nvPr>
        </p:nvSpPr>
        <p:spPr/>
        <p:txBody>
          <a:bodyPr/>
          <a:lstStyle>
            <a:lvl1pPr>
              <a:defRPr>
                <a:latin typeface="Segoe UI" panose="020B0502040204020203" pitchFamily="34" charset="0"/>
              </a:defRPr>
            </a:lvl1pPr>
          </a:lstStyle>
          <a:p>
            <a:endParaRPr lang="en-US"/>
          </a:p>
        </p:txBody>
      </p:sp>
      <p:sp>
        <p:nvSpPr>
          <p:cNvPr id="6" name="Slide Number Placeholder 5"/>
          <p:cNvSpPr>
            <a:spLocks noGrp="1"/>
          </p:cNvSpPr>
          <p:nvPr>
            <p:ph type="sldNum" sz="quarter" idx="12"/>
          </p:nvPr>
        </p:nvSpPr>
        <p:spPr/>
        <p:txBody>
          <a:bodyPr/>
          <a:lstStyle>
            <a:lvl1pPr>
              <a:defRPr>
                <a:latin typeface="Segoe UI" panose="020B0502040204020203" pitchFamily="34" charset="0"/>
              </a:defRPr>
            </a:lvl1pPr>
          </a:lstStyle>
          <a:p>
            <a:fld id="{49A40DB5-B054-4B52-B27D-446721D6CC27}" type="slidenum">
              <a:rPr lang="en-US" smtClean="0"/>
              <a:pPr/>
              <a:t>‹#›</a:t>
            </a:fld>
            <a:endParaRPr lang="en-US"/>
          </a:p>
        </p:txBody>
      </p:sp>
      <p:pic>
        <p:nvPicPr>
          <p:cNvPr id="10" name="Picture 9">
            <a:extLst>
              <a:ext uri="{FF2B5EF4-FFF2-40B4-BE49-F238E27FC236}">
                <a16:creationId xmlns:a16="http://schemas.microsoft.com/office/drawing/2014/main" id="{20937B85-B95A-4743-A758-7FD5A4CDD66C}"/>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0820400" y="6400800"/>
            <a:ext cx="704426" cy="182880"/>
          </a:xfrm>
          <a:prstGeom prst="rect">
            <a:avLst/>
          </a:prstGeom>
        </p:spPr>
      </p:pic>
    </p:spTree>
    <p:extLst>
      <p:ext uri="{BB962C8B-B14F-4D97-AF65-F5344CB8AC3E}">
        <p14:creationId xmlns:p14="http://schemas.microsoft.com/office/powerpoint/2010/main" val="256355684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secHead" preserve="1">
  <p:cSld name="5_Section Header">
    <p:spTree>
      <p:nvGrpSpPr>
        <p:cNvPr id="1" name=""/>
        <p:cNvGrpSpPr/>
        <p:nvPr/>
      </p:nvGrpSpPr>
      <p:grpSpPr>
        <a:xfrm>
          <a:off x="0" y="0"/>
          <a:ext cx="0" cy="0"/>
          <a:chOff x="0" y="0"/>
          <a:chExt cx="0" cy="0"/>
        </a:xfrm>
      </p:grpSpPr>
      <p:pic>
        <p:nvPicPr>
          <p:cNvPr id="10" name="Picture 2" descr="https://s-media-cache-ak0.pinimg.com/originals/56/3f/a2/563fa26398dc80e6c5b03695b4b05951.jpg">
            <a:extLst>
              <a:ext uri="{FF2B5EF4-FFF2-40B4-BE49-F238E27FC236}">
                <a16:creationId xmlns:a16="http://schemas.microsoft.com/office/drawing/2014/main" id="{2E825CFE-0636-45FA-8A13-E6196B14C820}"/>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0" y="-1143000"/>
            <a:ext cx="12192000" cy="9404125"/>
          </a:xfrm>
          <a:prstGeom prst="rect">
            <a:avLst/>
          </a:prstGeom>
          <a:noFill/>
          <a:extLst>
            <a:ext uri="{909E8E84-426E-40DD-AFC4-6F175D3DCCD1}">
              <a14:hiddenFill xmlns:a14="http://schemas.microsoft.com/office/drawing/2010/main">
                <a:solidFill>
                  <a:srgbClr val="FFFFFF"/>
                </a:solidFill>
              </a14:hiddenFill>
            </a:ext>
          </a:extLst>
        </p:spPr>
      </p:pic>
      <p:sp>
        <p:nvSpPr>
          <p:cNvPr id="9" name="Rectangle 8">
            <a:extLst>
              <a:ext uri="{FF2B5EF4-FFF2-40B4-BE49-F238E27FC236}">
                <a16:creationId xmlns:a16="http://schemas.microsoft.com/office/drawing/2014/main" id="{1FAE75BB-1AD1-46D5-8E07-38E7D1FB92CC}"/>
              </a:ext>
            </a:extLst>
          </p:cNvPr>
          <p:cNvSpPr/>
          <p:nvPr userDrawn="1"/>
        </p:nvSpPr>
        <p:spPr>
          <a:xfrm>
            <a:off x="0" y="0"/>
            <a:ext cx="12192000" cy="6858000"/>
          </a:xfrm>
          <a:prstGeom prst="rect">
            <a:avLst/>
          </a:prstGeom>
          <a:solidFill>
            <a:srgbClr val="004E59">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500">
                <a:latin typeface="Segoe UI" panose="020B0502040204020203" pitchFamily="34" charset="0"/>
              </a:rPr>
              <a:t>		</a:t>
            </a:r>
          </a:p>
        </p:txBody>
      </p:sp>
      <p:sp>
        <p:nvSpPr>
          <p:cNvPr id="3" name="Text Placeholder 2"/>
          <p:cNvSpPr>
            <a:spLocks noGrp="1"/>
          </p:cNvSpPr>
          <p:nvPr>
            <p:ph type="body" idx="1"/>
          </p:nvPr>
        </p:nvSpPr>
        <p:spPr>
          <a:xfrm>
            <a:off x="832171" y="4590160"/>
            <a:ext cx="10515210" cy="1498923"/>
          </a:xfrm>
        </p:spPr>
        <p:txBody>
          <a:bodyPr/>
          <a:lstStyle>
            <a:lvl1pPr marL="0" indent="0">
              <a:buNone/>
              <a:defRPr sz="2353">
                <a:solidFill>
                  <a:schemeClr val="bg1"/>
                </a:solidFill>
                <a:latin typeface="Segoe UI" panose="020B0502040204020203" pitchFamily="34" charset="0"/>
              </a:defRPr>
            </a:lvl1pPr>
            <a:lvl2pPr marL="448267" indent="0">
              <a:buNone/>
              <a:defRPr sz="1961">
                <a:solidFill>
                  <a:schemeClr val="tx1">
                    <a:tint val="75000"/>
                  </a:schemeClr>
                </a:solidFill>
              </a:defRPr>
            </a:lvl2pPr>
            <a:lvl3pPr marL="896533" indent="0">
              <a:buNone/>
              <a:defRPr sz="1765">
                <a:solidFill>
                  <a:schemeClr val="tx1">
                    <a:tint val="75000"/>
                  </a:schemeClr>
                </a:solidFill>
              </a:defRPr>
            </a:lvl3pPr>
            <a:lvl4pPr marL="1344800" indent="0">
              <a:buNone/>
              <a:defRPr sz="1569">
                <a:solidFill>
                  <a:schemeClr val="tx1">
                    <a:tint val="75000"/>
                  </a:schemeClr>
                </a:solidFill>
              </a:defRPr>
            </a:lvl4pPr>
            <a:lvl5pPr marL="1793067" indent="0">
              <a:buNone/>
              <a:defRPr sz="1569">
                <a:solidFill>
                  <a:schemeClr val="tx1">
                    <a:tint val="75000"/>
                  </a:schemeClr>
                </a:solidFill>
              </a:defRPr>
            </a:lvl5pPr>
            <a:lvl6pPr marL="2241334" indent="0">
              <a:buNone/>
              <a:defRPr sz="1569">
                <a:solidFill>
                  <a:schemeClr val="tx1">
                    <a:tint val="75000"/>
                  </a:schemeClr>
                </a:solidFill>
              </a:defRPr>
            </a:lvl6pPr>
            <a:lvl7pPr marL="2689600" indent="0">
              <a:buNone/>
              <a:defRPr sz="1569">
                <a:solidFill>
                  <a:schemeClr val="tx1">
                    <a:tint val="75000"/>
                  </a:schemeClr>
                </a:solidFill>
              </a:defRPr>
            </a:lvl7pPr>
            <a:lvl8pPr marL="3137867" indent="0">
              <a:buNone/>
              <a:defRPr sz="1569">
                <a:solidFill>
                  <a:schemeClr val="tx1">
                    <a:tint val="75000"/>
                  </a:schemeClr>
                </a:solidFill>
              </a:defRPr>
            </a:lvl8pPr>
            <a:lvl9pPr marL="3586133" indent="0">
              <a:buNone/>
              <a:defRPr sz="1569">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lvl1pPr>
              <a:defRPr>
                <a:latin typeface="Segoe UI" panose="020B0502040204020203" pitchFamily="34" charset="0"/>
              </a:defRPr>
            </a:lvl1pPr>
          </a:lstStyle>
          <a:p>
            <a:fld id="{FE15DAAA-734D-6046-9B7B-1E7BFE426AAB}" type="datetime1">
              <a:rPr lang="en-US" smtClean="0"/>
              <a:t>5/28/2024</a:t>
            </a:fld>
            <a:endParaRPr lang="en-US"/>
          </a:p>
        </p:txBody>
      </p:sp>
      <p:sp>
        <p:nvSpPr>
          <p:cNvPr id="5" name="Footer Placeholder 4"/>
          <p:cNvSpPr>
            <a:spLocks noGrp="1"/>
          </p:cNvSpPr>
          <p:nvPr>
            <p:ph type="ftr" sz="quarter" idx="11"/>
          </p:nvPr>
        </p:nvSpPr>
        <p:spPr/>
        <p:txBody>
          <a:bodyPr/>
          <a:lstStyle>
            <a:lvl1pPr>
              <a:defRPr>
                <a:latin typeface="Segoe UI" panose="020B0502040204020203" pitchFamily="34" charset="0"/>
              </a:defRPr>
            </a:lvl1pPr>
          </a:lstStyle>
          <a:p>
            <a:endParaRPr lang="en-US"/>
          </a:p>
        </p:txBody>
      </p:sp>
      <p:sp>
        <p:nvSpPr>
          <p:cNvPr id="6" name="Slide Number Placeholder 5"/>
          <p:cNvSpPr>
            <a:spLocks noGrp="1"/>
          </p:cNvSpPr>
          <p:nvPr>
            <p:ph type="sldNum" sz="quarter" idx="12"/>
          </p:nvPr>
        </p:nvSpPr>
        <p:spPr/>
        <p:txBody>
          <a:bodyPr/>
          <a:lstStyle>
            <a:lvl1pPr>
              <a:defRPr>
                <a:latin typeface="Segoe UI" panose="020B0502040204020203" pitchFamily="34" charset="0"/>
              </a:defRPr>
            </a:lvl1pPr>
          </a:lstStyle>
          <a:p>
            <a:fld id="{49A40DB5-B054-4B52-B27D-446721D6CC27}" type="slidenum">
              <a:rPr lang="en-US" smtClean="0"/>
              <a:pPr/>
              <a:t>‹#›</a:t>
            </a:fld>
            <a:endParaRPr lang="en-US"/>
          </a:p>
        </p:txBody>
      </p:sp>
      <p:sp>
        <p:nvSpPr>
          <p:cNvPr id="2" name="Title 1"/>
          <p:cNvSpPr>
            <a:spLocks noGrp="1"/>
          </p:cNvSpPr>
          <p:nvPr>
            <p:ph type="title"/>
          </p:nvPr>
        </p:nvSpPr>
        <p:spPr>
          <a:xfrm>
            <a:off x="832170" y="2331035"/>
            <a:ext cx="11205363" cy="896552"/>
          </a:xfrm>
        </p:spPr>
        <p:txBody>
          <a:bodyPr anchor="t" anchorCtr="0">
            <a:noAutofit/>
          </a:bodyPr>
          <a:lstStyle>
            <a:lvl1pPr algn="l">
              <a:defRPr sz="5295">
                <a:solidFill>
                  <a:schemeClr val="bg1"/>
                </a:solidFill>
                <a:latin typeface="+mj-lt"/>
                <a:cs typeface="Segoe UI Semilight" panose="020B0402040204020203" pitchFamily="34" charset="0"/>
              </a:defRPr>
            </a:lvl1pPr>
          </a:lstStyle>
          <a:p>
            <a:r>
              <a:rPr lang="en-US"/>
              <a:t>Click to edit Master title style</a:t>
            </a:r>
          </a:p>
        </p:txBody>
      </p:sp>
      <p:pic>
        <p:nvPicPr>
          <p:cNvPr id="11" name="Picture 10">
            <a:extLst>
              <a:ext uri="{FF2B5EF4-FFF2-40B4-BE49-F238E27FC236}">
                <a16:creationId xmlns:a16="http://schemas.microsoft.com/office/drawing/2014/main" id="{F4AEF935-9427-4AC1-8E61-AE96D9F34870}"/>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0820400" y="6400800"/>
            <a:ext cx="704426" cy="182880"/>
          </a:xfrm>
          <a:prstGeom prst="rect">
            <a:avLst/>
          </a:prstGeom>
        </p:spPr>
      </p:pic>
    </p:spTree>
    <p:extLst>
      <p:ext uri="{BB962C8B-B14F-4D97-AF65-F5344CB8AC3E}">
        <p14:creationId xmlns:p14="http://schemas.microsoft.com/office/powerpoint/2010/main" val="227225371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secHead" preserve="1">
  <p:cSld name="2_Section Header">
    <p:bg>
      <p:bgPr>
        <a:solidFill>
          <a:srgbClr val="0096A9"/>
        </a:solidFill>
        <a:effectLst/>
      </p:bgPr>
    </p:bg>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8198E95B-5C91-4D5C-A2D1-6735F6079072}"/>
              </a:ext>
            </a:extLst>
          </p:cNvPr>
          <p:cNvPicPr>
            <a:picLocks noChangeAspect="1"/>
          </p:cNvPicPr>
          <p:nvPr userDrawn="1"/>
        </p:nvPicPr>
        <p:blipFill rotWithShape="1">
          <a:blip r:embed="rId2"/>
          <a:srcRect t="20949" b="7428"/>
          <a:stretch/>
        </p:blipFill>
        <p:spPr>
          <a:xfrm>
            <a:off x="0" y="0"/>
            <a:ext cx="12192000" cy="6858000"/>
          </a:xfrm>
          <a:prstGeom prst="rect">
            <a:avLst/>
          </a:prstGeom>
        </p:spPr>
      </p:pic>
      <p:sp>
        <p:nvSpPr>
          <p:cNvPr id="9" name="Rectangle 8">
            <a:extLst>
              <a:ext uri="{FF2B5EF4-FFF2-40B4-BE49-F238E27FC236}">
                <a16:creationId xmlns:a16="http://schemas.microsoft.com/office/drawing/2014/main" id="{A369CD0C-8BF2-4E3E-8C85-09B075B0434B}"/>
              </a:ext>
            </a:extLst>
          </p:cNvPr>
          <p:cNvSpPr/>
          <p:nvPr userDrawn="1"/>
        </p:nvSpPr>
        <p:spPr>
          <a:xfrm>
            <a:off x="0" y="0"/>
            <a:ext cx="12192000" cy="6858000"/>
          </a:xfrm>
          <a:prstGeom prst="rect">
            <a:avLst/>
          </a:prstGeom>
          <a:solidFill>
            <a:srgbClr val="004E59">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500">
                <a:latin typeface="Segoe UI" panose="020B0502040204020203" pitchFamily="34" charset="0"/>
              </a:rPr>
              <a:t>		</a:t>
            </a:r>
          </a:p>
        </p:txBody>
      </p:sp>
      <p:sp>
        <p:nvSpPr>
          <p:cNvPr id="3" name="Text Placeholder 2"/>
          <p:cNvSpPr>
            <a:spLocks noGrp="1"/>
          </p:cNvSpPr>
          <p:nvPr>
            <p:ph type="body" idx="1"/>
          </p:nvPr>
        </p:nvSpPr>
        <p:spPr>
          <a:xfrm>
            <a:off x="762000" y="4724400"/>
            <a:ext cx="10515210" cy="1524000"/>
          </a:xfrm>
        </p:spPr>
        <p:txBody>
          <a:bodyPr/>
          <a:lstStyle>
            <a:lvl1pPr marL="0" indent="0">
              <a:buNone/>
              <a:defRPr sz="2353">
                <a:solidFill>
                  <a:schemeClr val="bg1"/>
                </a:solidFill>
                <a:latin typeface="Segoe UI" panose="020B0502040204020203" pitchFamily="34" charset="0"/>
              </a:defRPr>
            </a:lvl1pPr>
            <a:lvl2pPr marL="448267" indent="0">
              <a:buNone/>
              <a:defRPr sz="1961">
                <a:solidFill>
                  <a:schemeClr val="tx1">
                    <a:tint val="75000"/>
                  </a:schemeClr>
                </a:solidFill>
              </a:defRPr>
            </a:lvl2pPr>
            <a:lvl3pPr marL="896533" indent="0">
              <a:buNone/>
              <a:defRPr sz="1765">
                <a:solidFill>
                  <a:schemeClr val="tx1">
                    <a:tint val="75000"/>
                  </a:schemeClr>
                </a:solidFill>
              </a:defRPr>
            </a:lvl3pPr>
            <a:lvl4pPr marL="1344800" indent="0">
              <a:buNone/>
              <a:defRPr sz="1569">
                <a:solidFill>
                  <a:schemeClr val="tx1">
                    <a:tint val="75000"/>
                  </a:schemeClr>
                </a:solidFill>
              </a:defRPr>
            </a:lvl4pPr>
            <a:lvl5pPr marL="1793067" indent="0">
              <a:buNone/>
              <a:defRPr sz="1569">
                <a:solidFill>
                  <a:schemeClr val="tx1">
                    <a:tint val="75000"/>
                  </a:schemeClr>
                </a:solidFill>
              </a:defRPr>
            </a:lvl5pPr>
            <a:lvl6pPr marL="2241334" indent="0">
              <a:buNone/>
              <a:defRPr sz="1569">
                <a:solidFill>
                  <a:schemeClr val="tx1">
                    <a:tint val="75000"/>
                  </a:schemeClr>
                </a:solidFill>
              </a:defRPr>
            </a:lvl6pPr>
            <a:lvl7pPr marL="2689600" indent="0">
              <a:buNone/>
              <a:defRPr sz="1569">
                <a:solidFill>
                  <a:schemeClr val="tx1">
                    <a:tint val="75000"/>
                  </a:schemeClr>
                </a:solidFill>
              </a:defRPr>
            </a:lvl7pPr>
            <a:lvl8pPr marL="3137867" indent="0">
              <a:buNone/>
              <a:defRPr sz="1569">
                <a:solidFill>
                  <a:schemeClr val="tx1">
                    <a:tint val="75000"/>
                  </a:schemeClr>
                </a:solidFill>
              </a:defRPr>
            </a:lvl8pPr>
            <a:lvl9pPr marL="3586133" indent="0">
              <a:buNone/>
              <a:defRPr sz="1569">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lvl1pPr>
              <a:defRPr>
                <a:latin typeface="Segoe UI" panose="020B0502040204020203" pitchFamily="34" charset="0"/>
              </a:defRPr>
            </a:lvl1pPr>
          </a:lstStyle>
          <a:p>
            <a:fld id="{C64AFDA0-2A41-604E-8117-ED1D44E737CD}" type="datetime1">
              <a:rPr lang="en-US" smtClean="0"/>
              <a:t>5/28/2024</a:t>
            </a:fld>
            <a:endParaRPr lang="en-US"/>
          </a:p>
        </p:txBody>
      </p:sp>
      <p:sp>
        <p:nvSpPr>
          <p:cNvPr id="5" name="Footer Placeholder 4"/>
          <p:cNvSpPr>
            <a:spLocks noGrp="1"/>
          </p:cNvSpPr>
          <p:nvPr>
            <p:ph type="ftr" sz="quarter" idx="11"/>
          </p:nvPr>
        </p:nvSpPr>
        <p:spPr/>
        <p:txBody>
          <a:bodyPr/>
          <a:lstStyle>
            <a:lvl1pPr>
              <a:defRPr>
                <a:latin typeface="Segoe UI" panose="020B0502040204020203" pitchFamily="34" charset="0"/>
              </a:defRPr>
            </a:lvl1pPr>
          </a:lstStyle>
          <a:p>
            <a:endParaRPr lang="en-US"/>
          </a:p>
        </p:txBody>
      </p:sp>
      <p:sp>
        <p:nvSpPr>
          <p:cNvPr id="6" name="Slide Number Placeholder 5"/>
          <p:cNvSpPr>
            <a:spLocks noGrp="1"/>
          </p:cNvSpPr>
          <p:nvPr>
            <p:ph type="sldNum" sz="quarter" idx="12"/>
          </p:nvPr>
        </p:nvSpPr>
        <p:spPr/>
        <p:txBody>
          <a:bodyPr/>
          <a:lstStyle>
            <a:lvl1pPr>
              <a:defRPr>
                <a:latin typeface="Segoe UI" panose="020B0502040204020203" pitchFamily="34" charset="0"/>
              </a:defRPr>
            </a:lvl1pPr>
          </a:lstStyle>
          <a:p>
            <a:fld id="{49A40DB5-B054-4B52-B27D-446721D6CC27}" type="slidenum">
              <a:rPr lang="en-US" smtClean="0"/>
              <a:pPr/>
              <a:t>‹#›</a:t>
            </a:fld>
            <a:endParaRPr lang="en-US"/>
          </a:p>
        </p:txBody>
      </p:sp>
      <p:sp>
        <p:nvSpPr>
          <p:cNvPr id="2" name="Title 1"/>
          <p:cNvSpPr>
            <a:spLocks noGrp="1"/>
          </p:cNvSpPr>
          <p:nvPr>
            <p:ph type="title"/>
          </p:nvPr>
        </p:nvSpPr>
        <p:spPr>
          <a:xfrm>
            <a:off x="762000" y="3657600"/>
            <a:ext cx="10668000" cy="914400"/>
          </a:xfrm>
        </p:spPr>
        <p:txBody>
          <a:bodyPr tIns="91440" bIns="91440" anchor="t" anchorCtr="0">
            <a:noAutofit/>
          </a:bodyPr>
          <a:lstStyle>
            <a:lvl1pPr algn="l">
              <a:defRPr sz="5295">
                <a:solidFill>
                  <a:schemeClr val="bg1"/>
                </a:solidFill>
                <a:latin typeface="+mj-lt"/>
                <a:cs typeface="Segoe UI Semilight" panose="020B0402040204020203" pitchFamily="34" charset="0"/>
              </a:defRPr>
            </a:lvl1pPr>
          </a:lstStyle>
          <a:p>
            <a:r>
              <a:rPr lang="en-US"/>
              <a:t>Click to edit Master title style</a:t>
            </a:r>
          </a:p>
        </p:txBody>
      </p:sp>
      <p:pic>
        <p:nvPicPr>
          <p:cNvPr id="11" name="Picture 10">
            <a:extLst>
              <a:ext uri="{FF2B5EF4-FFF2-40B4-BE49-F238E27FC236}">
                <a16:creationId xmlns:a16="http://schemas.microsoft.com/office/drawing/2014/main" id="{6D36EFAE-173A-431F-8B79-18B410985F96}"/>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0820400" y="6400800"/>
            <a:ext cx="704426" cy="182880"/>
          </a:xfrm>
          <a:prstGeom prst="rect">
            <a:avLst/>
          </a:prstGeom>
        </p:spPr>
      </p:pic>
    </p:spTree>
    <p:extLst>
      <p:ext uri="{BB962C8B-B14F-4D97-AF65-F5344CB8AC3E}">
        <p14:creationId xmlns:p14="http://schemas.microsoft.com/office/powerpoint/2010/main" val="4481040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secHead" preserve="1">
  <p:cSld name="1_Section Header">
    <p:spTree>
      <p:nvGrpSpPr>
        <p:cNvPr id="1" name=""/>
        <p:cNvGrpSpPr/>
        <p:nvPr/>
      </p:nvGrpSpPr>
      <p:grpSpPr>
        <a:xfrm>
          <a:off x="0" y="0"/>
          <a:ext cx="0" cy="0"/>
          <a:chOff x="0" y="0"/>
          <a:chExt cx="0" cy="0"/>
        </a:xfrm>
      </p:grpSpPr>
      <p:pic>
        <p:nvPicPr>
          <p:cNvPr id="10" name="Picture 9"/>
          <p:cNvPicPr>
            <a:picLocks/>
          </p:cNvPicPr>
          <p:nvPr/>
        </p:nvPicPr>
        <p:blipFill rotWithShape="1">
          <a:blip r:embed="rId2">
            <a:extLst>
              <a:ext uri="{28A0092B-C50C-407E-A947-70E740481C1C}">
                <a14:useLocalDpi xmlns:a14="http://schemas.microsoft.com/office/drawing/2010/main" val="0"/>
              </a:ext>
            </a:extLst>
          </a:blip>
          <a:srcRect r="10573"/>
          <a:stretch/>
        </p:blipFill>
        <p:spPr>
          <a:xfrm>
            <a:off x="-2390669" y="-1"/>
            <a:ext cx="14582669" cy="6858000"/>
          </a:xfrm>
          <a:prstGeom prst="rect">
            <a:avLst/>
          </a:prstGeom>
        </p:spPr>
      </p:pic>
      <p:sp>
        <p:nvSpPr>
          <p:cNvPr id="3" name="Text Placeholder 2"/>
          <p:cNvSpPr>
            <a:spLocks noGrp="1"/>
          </p:cNvSpPr>
          <p:nvPr>
            <p:ph type="body" idx="1"/>
          </p:nvPr>
        </p:nvSpPr>
        <p:spPr>
          <a:xfrm>
            <a:off x="832171" y="4590160"/>
            <a:ext cx="10515210" cy="1498923"/>
          </a:xfrm>
        </p:spPr>
        <p:txBody>
          <a:bodyPr/>
          <a:lstStyle>
            <a:lvl1pPr marL="0" indent="0">
              <a:buNone/>
              <a:defRPr sz="2353">
                <a:solidFill>
                  <a:schemeClr val="tx1">
                    <a:tint val="75000"/>
                  </a:schemeClr>
                </a:solidFill>
                <a:latin typeface="Segoe UI" panose="020B0502040204020203" pitchFamily="34" charset="0"/>
              </a:defRPr>
            </a:lvl1pPr>
            <a:lvl2pPr marL="448267" indent="0">
              <a:buNone/>
              <a:defRPr sz="1961">
                <a:solidFill>
                  <a:schemeClr val="tx1">
                    <a:tint val="75000"/>
                  </a:schemeClr>
                </a:solidFill>
              </a:defRPr>
            </a:lvl2pPr>
            <a:lvl3pPr marL="896533" indent="0">
              <a:buNone/>
              <a:defRPr sz="1765">
                <a:solidFill>
                  <a:schemeClr val="tx1">
                    <a:tint val="75000"/>
                  </a:schemeClr>
                </a:solidFill>
              </a:defRPr>
            </a:lvl3pPr>
            <a:lvl4pPr marL="1344800" indent="0">
              <a:buNone/>
              <a:defRPr sz="1569">
                <a:solidFill>
                  <a:schemeClr val="tx1">
                    <a:tint val="75000"/>
                  </a:schemeClr>
                </a:solidFill>
              </a:defRPr>
            </a:lvl4pPr>
            <a:lvl5pPr marL="1793067" indent="0">
              <a:buNone/>
              <a:defRPr sz="1569">
                <a:solidFill>
                  <a:schemeClr val="tx1">
                    <a:tint val="75000"/>
                  </a:schemeClr>
                </a:solidFill>
              </a:defRPr>
            </a:lvl5pPr>
            <a:lvl6pPr marL="2241334" indent="0">
              <a:buNone/>
              <a:defRPr sz="1569">
                <a:solidFill>
                  <a:schemeClr val="tx1">
                    <a:tint val="75000"/>
                  </a:schemeClr>
                </a:solidFill>
              </a:defRPr>
            </a:lvl6pPr>
            <a:lvl7pPr marL="2689600" indent="0">
              <a:buNone/>
              <a:defRPr sz="1569">
                <a:solidFill>
                  <a:schemeClr val="tx1">
                    <a:tint val="75000"/>
                  </a:schemeClr>
                </a:solidFill>
              </a:defRPr>
            </a:lvl7pPr>
            <a:lvl8pPr marL="3137867" indent="0">
              <a:buNone/>
              <a:defRPr sz="1569">
                <a:solidFill>
                  <a:schemeClr val="tx1">
                    <a:tint val="75000"/>
                  </a:schemeClr>
                </a:solidFill>
              </a:defRPr>
            </a:lvl8pPr>
            <a:lvl9pPr marL="3586133" indent="0">
              <a:buNone/>
              <a:defRPr sz="1569">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lvl1pPr>
              <a:defRPr>
                <a:latin typeface="Segoe UI" panose="020B0502040204020203" pitchFamily="34" charset="0"/>
              </a:defRPr>
            </a:lvl1pPr>
          </a:lstStyle>
          <a:p>
            <a:fld id="{632AE507-B51A-0A4A-91E4-EDD95F17CEA8}" type="datetime1">
              <a:rPr lang="en-US" smtClean="0"/>
              <a:t>5/28/2024</a:t>
            </a:fld>
            <a:endParaRPr lang="en-US"/>
          </a:p>
        </p:txBody>
      </p:sp>
      <p:sp>
        <p:nvSpPr>
          <p:cNvPr id="5" name="Footer Placeholder 4"/>
          <p:cNvSpPr>
            <a:spLocks noGrp="1"/>
          </p:cNvSpPr>
          <p:nvPr>
            <p:ph type="ftr" sz="quarter" idx="11"/>
          </p:nvPr>
        </p:nvSpPr>
        <p:spPr/>
        <p:txBody>
          <a:bodyPr/>
          <a:lstStyle>
            <a:lvl1pPr>
              <a:defRPr>
                <a:latin typeface="Segoe UI" panose="020B0502040204020203" pitchFamily="34" charset="0"/>
              </a:defRPr>
            </a:lvl1pPr>
          </a:lstStyle>
          <a:p>
            <a:endParaRPr lang="en-US"/>
          </a:p>
        </p:txBody>
      </p:sp>
      <p:sp>
        <p:nvSpPr>
          <p:cNvPr id="6" name="Slide Number Placeholder 5"/>
          <p:cNvSpPr>
            <a:spLocks noGrp="1"/>
          </p:cNvSpPr>
          <p:nvPr>
            <p:ph type="sldNum" sz="quarter" idx="12"/>
          </p:nvPr>
        </p:nvSpPr>
        <p:spPr/>
        <p:txBody>
          <a:bodyPr/>
          <a:lstStyle>
            <a:lvl1pPr>
              <a:defRPr>
                <a:latin typeface="Segoe UI" panose="020B0502040204020203" pitchFamily="34" charset="0"/>
              </a:defRPr>
            </a:lvl1pPr>
          </a:lstStyle>
          <a:p>
            <a:fld id="{49A40DB5-B054-4B52-B27D-446721D6CC27}" type="slidenum">
              <a:rPr lang="en-US" smtClean="0"/>
              <a:pPr/>
              <a:t>‹#›</a:t>
            </a:fld>
            <a:endParaRPr lang="en-US"/>
          </a:p>
        </p:txBody>
      </p:sp>
      <p:sp>
        <p:nvSpPr>
          <p:cNvPr id="2" name="Title 1"/>
          <p:cNvSpPr>
            <a:spLocks noGrp="1"/>
          </p:cNvSpPr>
          <p:nvPr>
            <p:ph type="title"/>
          </p:nvPr>
        </p:nvSpPr>
        <p:spPr>
          <a:xfrm>
            <a:off x="832170" y="2331035"/>
            <a:ext cx="11205363" cy="896552"/>
          </a:xfrm>
        </p:spPr>
        <p:txBody>
          <a:bodyPr anchor="t" anchorCtr="0">
            <a:noAutofit/>
          </a:bodyPr>
          <a:lstStyle>
            <a:lvl1pPr algn="l">
              <a:defRPr sz="5295">
                <a:solidFill>
                  <a:srgbClr val="004E59"/>
                </a:solidFill>
                <a:latin typeface="+mj-lt"/>
                <a:cs typeface="Segoe UI Semilight" panose="020B0402040204020203" pitchFamily="34" charset="0"/>
              </a:defRPr>
            </a:lvl1pPr>
          </a:lstStyle>
          <a:p>
            <a:r>
              <a:rPr lang="en-US"/>
              <a:t>Click to edit Master title style</a:t>
            </a:r>
          </a:p>
        </p:txBody>
      </p:sp>
      <p:pic>
        <p:nvPicPr>
          <p:cNvPr id="8" name="Picture 7">
            <a:extLst>
              <a:ext uri="{FF2B5EF4-FFF2-40B4-BE49-F238E27FC236}">
                <a16:creationId xmlns:a16="http://schemas.microsoft.com/office/drawing/2014/main" id="{2714EBA0-C440-4D49-AAB8-E1ECDF6B67EB}"/>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0820400" y="6400800"/>
            <a:ext cx="704426" cy="182880"/>
          </a:xfrm>
          <a:prstGeom prst="rect">
            <a:avLst/>
          </a:prstGeom>
        </p:spPr>
      </p:pic>
    </p:spTree>
    <p:extLst>
      <p:ext uri="{BB962C8B-B14F-4D97-AF65-F5344CB8AC3E}">
        <p14:creationId xmlns:p14="http://schemas.microsoft.com/office/powerpoint/2010/main" val="197635568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secHead" preserve="1">
  <p:cSld name="3_Section Header">
    <p:bg>
      <p:bgPr>
        <a:solidFill>
          <a:srgbClr val="004E59"/>
        </a:solidFill>
        <a:effectLst/>
      </p:bgPr>
    </p:bg>
    <p:spTree>
      <p:nvGrpSpPr>
        <p:cNvPr id="1" name=""/>
        <p:cNvGrpSpPr/>
        <p:nvPr/>
      </p:nvGrpSpPr>
      <p:grpSpPr>
        <a:xfrm>
          <a:off x="0" y="0"/>
          <a:ext cx="0" cy="0"/>
          <a:chOff x="0" y="0"/>
          <a:chExt cx="0" cy="0"/>
        </a:xfrm>
      </p:grpSpPr>
      <p:sp>
        <p:nvSpPr>
          <p:cNvPr id="9" name="Rectangle 8"/>
          <p:cNvSpPr/>
          <p:nvPr/>
        </p:nvSpPr>
        <p:spPr>
          <a:xfrm>
            <a:off x="-1" y="3"/>
            <a:ext cx="12192000" cy="6858000"/>
          </a:xfrm>
          <a:prstGeom prst="rect">
            <a:avLst/>
          </a:prstGeom>
          <a:solidFill>
            <a:srgbClr val="004E59"/>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765">
              <a:solidFill>
                <a:schemeClr val="bg1"/>
              </a:solidFill>
              <a:latin typeface="Segoe UI" panose="020B0502040204020203" pitchFamily="34" charset="0"/>
            </a:endParaRPr>
          </a:p>
        </p:txBody>
      </p:sp>
      <p:sp>
        <p:nvSpPr>
          <p:cNvPr id="3" name="Text Placeholder 2"/>
          <p:cNvSpPr>
            <a:spLocks noGrp="1"/>
          </p:cNvSpPr>
          <p:nvPr>
            <p:ph type="body" idx="1"/>
          </p:nvPr>
        </p:nvSpPr>
        <p:spPr>
          <a:xfrm>
            <a:off x="832171" y="4590160"/>
            <a:ext cx="10515210" cy="1498923"/>
          </a:xfrm>
        </p:spPr>
        <p:txBody>
          <a:bodyPr/>
          <a:lstStyle>
            <a:lvl1pPr marL="0" indent="0">
              <a:buNone/>
              <a:defRPr sz="2353">
                <a:solidFill>
                  <a:schemeClr val="tx1">
                    <a:tint val="75000"/>
                  </a:schemeClr>
                </a:solidFill>
                <a:latin typeface="Segoe UI" panose="020B0502040204020203" pitchFamily="34" charset="0"/>
              </a:defRPr>
            </a:lvl1pPr>
            <a:lvl2pPr marL="448267" indent="0">
              <a:buNone/>
              <a:defRPr sz="1961">
                <a:solidFill>
                  <a:schemeClr val="tx1">
                    <a:tint val="75000"/>
                  </a:schemeClr>
                </a:solidFill>
              </a:defRPr>
            </a:lvl2pPr>
            <a:lvl3pPr marL="896533" indent="0">
              <a:buNone/>
              <a:defRPr sz="1765">
                <a:solidFill>
                  <a:schemeClr val="tx1">
                    <a:tint val="75000"/>
                  </a:schemeClr>
                </a:solidFill>
              </a:defRPr>
            </a:lvl3pPr>
            <a:lvl4pPr marL="1344800" indent="0">
              <a:buNone/>
              <a:defRPr sz="1569">
                <a:solidFill>
                  <a:schemeClr val="tx1">
                    <a:tint val="75000"/>
                  </a:schemeClr>
                </a:solidFill>
              </a:defRPr>
            </a:lvl4pPr>
            <a:lvl5pPr marL="1793067" indent="0">
              <a:buNone/>
              <a:defRPr sz="1569">
                <a:solidFill>
                  <a:schemeClr val="tx1">
                    <a:tint val="75000"/>
                  </a:schemeClr>
                </a:solidFill>
              </a:defRPr>
            </a:lvl5pPr>
            <a:lvl6pPr marL="2241334" indent="0">
              <a:buNone/>
              <a:defRPr sz="1569">
                <a:solidFill>
                  <a:schemeClr val="tx1">
                    <a:tint val="75000"/>
                  </a:schemeClr>
                </a:solidFill>
              </a:defRPr>
            </a:lvl6pPr>
            <a:lvl7pPr marL="2689600" indent="0">
              <a:buNone/>
              <a:defRPr sz="1569">
                <a:solidFill>
                  <a:schemeClr val="tx1">
                    <a:tint val="75000"/>
                  </a:schemeClr>
                </a:solidFill>
              </a:defRPr>
            </a:lvl7pPr>
            <a:lvl8pPr marL="3137867" indent="0">
              <a:buNone/>
              <a:defRPr sz="1569">
                <a:solidFill>
                  <a:schemeClr val="tx1">
                    <a:tint val="75000"/>
                  </a:schemeClr>
                </a:solidFill>
              </a:defRPr>
            </a:lvl8pPr>
            <a:lvl9pPr marL="3586133" indent="0">
              <a:buNone/>
              <a:defRPr sz="1569">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lvl1pPr>
              <a:defRPr>
                <a:latin typeface="Segoe UI" panose="020B0502040204020203" pitchFamily="34" charset="0"/>
              </a:defRPr>
            </a:lvl1pPr>
          </a:lstStyle>
          <a:p>
            <a:fld id="{E3EA7600-672A-5749-AAB4-305978018A97}" type="datetime1">
              <a:rPr lang="en-US" smtClean="0"/>
              <a:t>5/28/2024</a:t>
            </a:fld>
            <a:endParaRPr lang="en-US"/>
          </a:p>
        </p:txBody>
      </p:sp>
      <p:sp>
        <p:nvSpPr>
          <p:cNvPr id="5" name="Footer Placeholder 4"/>
          <p:cNvSpPr>
            <a:spLocks noGrp="1"/>
          </p:cNvSpPr>
          <p:nvPr>
            <p:ph type="ftr" sz="quarter" idx="11"/>
          </p:nvPr>
        </p:nvSpPr>
        <p:spPr/>
        <p:txBody>
          <a:bodyPr/>
          <a:lstStyle>
            <a:lvl1pPr>
              <a:defRPr>
                <a:latin typeface="Segoe UI" panose="020B0502040204020203" pitchFamily="34" charset="0"/>
              </a:defRPr>
            </a:lvl1pPr>
          </a:lstStyle>
          <a:p>
            <a:endParaRPr lang="en-US"/>
          </a:p>
        </p:txBody>
      </p:sp>
      <p:sp>
        <p:nvSpPr>
          <p:cNvPr id="6" name="Slide Number Placeholder 5"/>
          <p:cNvSpPr>
            <a:spLocks noGrp="1"/>
          </p:cNvSpPr>
          <p:nvPr>
            <p:ph type="sldNum" sz="quarter" idx="12"/>
          </p:nvPr>
        </p:nvSpPr>
        <p:spPr/>
        <p:txBody>
          <a:bodyPr/>
          <a:lstStyle>
            <a:lvl1pPr>
              <a:defRPr>
                <a:latin typeface="Segoe UI" panose="020B0502040204020203" pitchFamily="34" charset="0"/>
              </a:defRPr>
            </a:lvl1pPr>
          </a:lstStyle>
          <a:p>
            <a:fld id="{49A40DB5-B054-4B52-B27D-446721D6CC27}" type="slidenum">
              <a:rPr lang="en-US" smtClean="0"/>
              <a:pPr/>
              <a:t>‹#›</a:t>
            </a:fld>
            <a:endParaRPr lang="en-US"/>
          </a:p>
        </p:txBody>
      </p:sp>
      <p:sp>
        <p:nvSpPr>
          <p:cNvPr id="2" name="Title 1"/>
          <p:cNvSpPr>
            <a:spLocks noGrp="1"/>
          </p:cNvSpPr>
          <p:nvPr>
            <p:ph type="title"/>
          </p:nvPr>
        </p:nvSpPr>
        <p:spPr>
          <a:xfrm>
            <a:off x="832170" y="2980723"/>
            <a:ext cx="11205363" cy="896552"/>
          </a:xfrm>
        </p:spPr>
        <p:txBody>
          <a:bodyPr anchor="t" anchorCtr="0">
            <a:noAutofit/>
          </a:bodyPr>
          <a:lstStyle>
            <a:lvl1pPr algn="l">
              <a:defRPr sz="5295">
                <a:solidFill>
                  <a:schemeClr val="bg1"/>
                </a:solidFill>
                <a:latin typeface="+mj-lt"/>
                <a:cs typeface="Segoe UI Semilight" panose="020B0402040204020203" pitchFamily="34" charset="0"/>
              </a:defRPr>
            </a:lvl1pPr>
          </a:lstStyle>
          <a:p>
            <a:r>
              <a:rPr lang="en-US"/>
              <a:t>Click to edit Master title style</a:t>
            </a:r>
          </a:p>
        </p:txBody>
      </p:sp>
      <p:pic>
        <p:nvPicPr>
          <p:cNvPr id="10" name="Picture 9">
            <a:extLst>
              <a:ext uri="{FF2B5EF4-FFF2-40B4-BE49-F238E27FC236}">
                <a16:creationId xmlns:a16="http://schemas.microsoft.com/office/drawing/2014/main" id="{E4EC61EA-4242-4C46-82F7-F70F2018C81C}"/>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820400" y="6400800"/>
            <a:ext cx="704426" cy="182880"/>
          </a:xfrm>
          <a:prstGeom prst="rect">
            <a:avLst/>
          </a:prstGeom>
        </p:spPr>
      </p:pic>
    </p:spTree>
    <p:extLst>
      <p:ext uri="{BB962C8B-B14F-4D97-AF65-F5344CB8AC3E}">
        <p14:creationId xmlns:p14="http://schemas.microsoft.com/office/powerpoint/2010/main" val="36275781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lvl1pPr>
              <a:defRPr>
                <a:latin typeface="Segoe UI" panose="020B0502040204020203" pitchFamily="34" charset="0"/>
              </a:defRPr>
            </a:lvl1pPr>
          </a:lstStyle>
          <a:p>
            <a:fld id="{F06E050C-5A2B-C34A-BDC9-C9CE1E09CC9B}" type="datetime1">
              <a:rPr lang="en-US" smtClean="0"/>
              <a:t>5/28/2024</a:t>
            </a:fld>
            <a:endParaRPr lang="en-US"/>
          </a:p>
        </p:txBody>
      </p:sp>
      <p:sp>
        <p:nvSpPr>
          <p:cNvPr id="4" name="Footer Placeholder 3"/>
          <p:cNvSpPr>
            <a:spLocks noGrp="1"/>
          </p:cNvSpPr>
          <p:nvPr>
            <p:ph type="ftr" sz="quarter" idx="11"/>
          </p:nvPr>
        </p:nvSpPr>
        <p:spPr/>
        <p:txBody>
          <a:bodyPr/>
          <a:lstStyle>
            <a:lvl1pPr>
              <a:defRPr>
                <a:latin typeface="Segoe UI" panose="020B0502040204020203" pitchFamily="34" charset="0"/>
              </a:defRPr>
            </a:lvl1pPr>
          </a:lstStyle>
          <a:p>
            <a:endParaRPr lang="en-US"/>
          </a:p>
        </p:txBody>
      </p:sp>
      <p:sp>
        <p:nvSpPr>
          <p:cNvPr id="5" name="Slide Number Placeholder 4"/>
          <p:cNvSpPr>
            <a:spLocks noGrp="1"/>
          </p:cNvSpPr>
          <p:nvPr>
            <p:ph type="sldNum" sz="quarter" idx="12"/>
          </p:nvPr>
        </p:nvSpPr>
        <p:spPr/>
        <p:txBody>
          <a:bodyPr/>
          <a:lstStyle>
            <a:lvl1pPr>
              <a:defRPr>
                <a:latin typeface="Segoe UI" panose="020B0502040204020203" pitchFamily="34" charset="0"/>
              </a:defRPr>
            </a:lvl1pPr>
          </a:lstStyle>
          <a:p>
            <a:fld id="{49A40DB5-B054-4B52-B27D-446721D6CC27}" type="slidenum">
              <a:rPr lang="en-US" smtClean="0"/>
              <a:pPr/>
              <a:t>‹#›</a:t>
            </a:fld>
            <a:endParaRPr lang="en-US"/>
          </a:p>
        </p:txBody>
      </p:sp>
      <p:pic>
        <p:nvPicPr>
          <p:cNvPr id="7" name="Picture 6"/>
          <p:cNvPicPr>
            <a:picLocks noChangeAspect="1"/>
          </p:cNvPicPr>
          <p:nvPr/>
        </p:nvPicPr>
        <p:blipFill>
          <a:blip r:embed="rId2"/>
          <a:stretch>
            <a:fillRect/>
          </a:stretch>
        </p:blipFill>
        <p:spPr>
          <a:xfrm>
            <a:off x="3" y="4"/>
            <a:ext cx="9980838" cy="818148"/>
          </a:xfrm>
          <a:prstGeom prst="rect">
            <a:avLst/>
          </a:prstGeom>
        </p:spPr>
      </p:pic>
      <p:sp>
        <p:nvSpPr>
          <p:cNvPr id="12" name="Rectangle 11"/>
          <p:cNvSpPr/>
          <p:nvPr/>
        </p:nvSpPr>
        <p:spPr>
          <a:xfrm>
            <a:off x="2" y="0"/>
            <a:ext cx="12192000" cy="990600"/>
          </a:xfrm>
          <a:prstGeom prst="rect">
            <a:avLst/>
          </a:prstGeom>
          <a:solidFill>
            <a:srgbClr val="004E59"/>
          </a:solidFill>
          <a:ln>
            <a:solidFill>
              <a:srgbClr val="026373"/>
            </a:solidFill>
          </a:ln>
        </p:spPr>
        <p:style>
          <a:lnRef idx="2">
            <a:schemeClr val="accent1">
              <a:shade val="50000"/>
            </a:schemeClr>
          </a:lnRef>
          <a:fillRef idx="1">
            <a:schemeClr val="accent1"/>
          </a:fillRef>
          <a:effectRef idx="0">
            <a:schemeClr val="accent1"/>
          </a:effectRef>
          <a:fontRef idx="minor">
            <a:schemeClr val="lt1"/>
          </a:fontRef>
        </p:style>
        <p:txBody>
          <a:bodyPr lIns="76200" rIns="76200" rtlCol="0" anchor="ctr"/>
          <a:lstStyle/>
          <a:p>
            <a:pPr algn="ctr"/>
            <a:endParaRPr lang="en-US" sz="1765">
              <a:solidFill>
                <a:schemeClr val="bg1"/>
              </a:solidFill>
              <a:latin typeface="Segoe UI" panose="020B0502040204020203" pitchFamily="34" charset="0"/>
            </a:endParaRPr>
          </a:p>
        </p:txBody>
      </p:sp>
      <p:sp>
        <p:nvSpPr>
          <p:cNvPr id="2" name="Title 1"/>
          <p:cNvSpPr>
            <a:spLocks noGrp="1"/>
          </p:cNvSpPr>
          <p:nvPr>
            <p:ph type="title"/>
          </p:nvPr>
        </p:nvSpPr>
        <p:spPr>
          <a:xfrm>
            <a:off x="381000" y="228600"/>
            <a:ext cx="11430000" cy="533400"/>
          </a:xfrm>
          <a:noFill/>
        </p:spPr>
        <p:txBody>
          <a:bodyPr>
            <a:noAutofit/>
          </a:bodyPr>
          <a:lstStyle>
            <a:lvl1pPr>
              <a:defRPr>
                <a:solidFill>
                  <a:schemeClr val="bg1"/>
                </a:solidFill>
                <a:latin typeface="+mj-lt"/>
              </a:defRPr>
            </a:lvl1pPr>
          </a:lstStyle>
          <a:p>
            <a:r>
              <a:rPr lang="en-US"/>
              <a:t>Click to edit Master title style</a:t>
            </a:r>
          </a:p>
        </p:txBody>
      </p:sp>
      <p:pic>
        <p:nvPicPr>
          <p:cNvPr id="9" name="Picture 8">
            <a:extLst>
              <a:ext uri="{FF2B5EF4-FFF2-40B4-BE49-F238E27FC236}">
                <a16:creationId xmlns:a16="http://schemas.microsoft.com/office/drawing/2014/main" id="{D16555EA-DF61-4D1D-A390-A2A781A275ED}"/>
              </a:ext>
            </a:extLst>
          </p:cNvPr>
          <p:cNvPicPr>
            <a:picLocks noChangeAspect="1"/>
          </p:cNvPicPr>
          <p:nvPr userDrawn="1"/>
        </p:nvPicPr>
        <p:blipFill rotWithShape="1">
          <a:blip r:embed="rId3" cstate="print">
            <a:extLst>
              <a:ext uri="{28A0092B-C50C-407E-A947-70E740481C1C}">
                <a14:useLocalDpi xmlns:a14="http://schemas.microsoft.com/office/drawing/2010/main" val="0"/>
              </a:ext>
            </a:extLst>
          </a:blip>
          <a:srcRect r="4077"/>
          <a:stretch/>
        </p:blipFill>
        <p:spPr>
          <a:xfrm>
            <a:off x="10820400" y="6400800"/>
            <a:ext cx="709913" cy="228600"/>
          </a:xfrm>
          <a:prstGeom prst="rect">
            <a:avLst/>
          </a:prstGeom>
        </p:spPr>
      </p:pic>
    </p:spTree>
    <p:extLst>
      <p:ext uri="{BB962C8B-B14F-4D97-AF65-F5344CB8AC3E}">
        <p14:creationId xmlns:p14="http://schemas.microsoft.com/office/powerpoint/2010/main" val="427725305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itleOnly" preserve="1">
  <p:cSld name="1_Title Only">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lvl1pPr>
              <a:defRPr>
                <a:latin typeface="Segoe UI" panose="020B0502040204020203" pitchFamily="34" charset="0"/>
              </a:defRPr>
            </a:lvl1pPr>
          </a:lstStyle>
          <a:p>
            <a:fld id="{5DC8CB02-9CAF-2840-AFDE-3280EC64342A}" type="datetime1">
              <a:rPr lang="en-US" smtClean="0"/>
              <a:t>5/28/2024</a:t>
            </a:fld>
            <a:endParaRPr lang="en-US"/>
          </a:p>
        </p:txBody>
      </p:sp>
      <p:sp>
        <p:nvSpPr>
          <p:cNvPr id="4" name="Footer Placeholder 3"/>
          <p:cNvSpPr>
            <a:spLocks noGrp="1"/>
          </p:cNvSpPr>
          <p:nvPr>
            <p:ph type="ftr" sz="quarter" idx="11"/>
          </p:nvPr>
        </p:nvSpPr>
        <p:spPr/>
        <p:txBody>
          <a:bodyPr/>
          <a:lstStyle>
            <a:lvl1pPr>
              <a:defRPr>
                <a:latin typeface="Segoe UI" panose="020B0502040204020203" pitchFamily="34" charset="0"/>
              </a:defRPr>
            </a:lvl1pPr>
          </a:lstStyle>
          <a:p>
            <a:endParaRPr lang="en-US"/>
          </a:p>
        </p:txBody>
      </p:sp>
      <p:sp>
        <p:nvSpPr>
          <p:cNvPr id="5" name="Slide Number Placeholder 4"/>
          <p:cNvSpPr>
            <a:spLocks noGrp="1"/>
          </p:cNvSpPr>
          <p:nvPr>
            <p:ph type="sldNum" sz="quarter" idx="12"/>
          </p:nvPr>
        </p:nvSpPr>
        <p:spPr/>
        <p:txBody>
          <a:bodyPr/>
          <a:lstStyle>
            <a:lvl1pPr>
              <a:defRPr>
                <a:latin typeface="Segoe UI" panose="020B0502040204020203" pitchFamily="34" charset="0"/>
              </a:defRPr>
            </a:lvl1pPr>
          </a:lstStyle>
          <a:p>
            <a:fld id="{49A40DB5-B054-4B52-B27D-446721D6CC27}" type="slidenum">
              <a:rPr lang="en-US" smtClean="0"/>
              <a:pPr/>
              <a:t>‹#›</a:t>
            </a:fld>
            <a:endParaRPr lang="en-US"/>
          </a:p>
        </p:txBody>
      </p:sp>
      <p:pic>
        <p:nvPicPr>
          <p:cNvPr id="7" name="Picture 6"/>
          <p:cNvPicPr>
            <a:picLocks noChangeAspect="1"/>
          </p:cNvPicPr>
          <p:nvPr/>
        </p:nvPicPr>
        <p:blipFill>
          <a:blip r:embed="rId2"/>
          <a:stretch>
            <a:fillRect/>
          </a:stretch>
        </p:blipFill>
        <p:spPr>
          <a:xfrm>
            <a:off x="3" y="4"/>
            <a:ext cx="9980838" cy="818148"/>
          </a:xfrm>
          <a:prstGeom prst="rect">
            <a:avLst/>
          </a:prstGeom>
        </p:spPr>
      </p:pic>
      <p:sp>
        <p:nvSpPr>
          <p:cNvPr id="12" name="Rectangle 11"/>
          <p:cNvSpPr/>
          <p:nvPr/>
        </p:nvSpPr>
        <p:spPr>
          <a:xfrm>
            <a:off x="2" y="0"/>
            <a:ext cx="12192000" cy="990600"/>
          </a:xfrm>
          <a:prstGeom prst="rect">
            <a:avLst/>
          </a:prstGeom>
          <a:solidFill>
            <a:srgbClr val="006580"/>
          </a:solidFill>
          <a:ln>
            <a:solidFill>
              <a:srgbClr val="026373"/>
            </a:solidFill>
          </a:ln>
        </p:spPr>
        <p:style>
          <a:lnRef idx="2">
            <a:schemeClr val="accent1">
              <a:shade val="50000"/>
            </a:schemeClr>
          </a:lnRef>
          <a:fillRef idx="1">
            <a:schemeClr val="accent1"/>
          </a:fillRef>
          <a:effectRef idx="0">
            <a:schemeClr val="accent1"/>
          </a:effectRef>
          <a:fontRef idx="minor">
            <a:schemeClr val="lt1"/>
          </a:fontRef>
        </p:style>
        <p:txBody>
          <a:bodyPr lIns="76200" rIns="76200" rtlCol="0" anchor="ctr"/>
          <a:lstStyle/>
          <a:p>
            <a:pPr algn="ctr"/>
            <a:endParaRPr lang="en-US" sz="1765">
              <a:solidFill>
                <a:schemeClr val="bg1"/>
              </a:solidFill>
              <a:latin typeface="Segoe UI" panose="020B0502040204020203" pitchFamily="34" charset="0"/>
            </a:endParaRPr>
          </a:p>
        </p:txBody>
      </p:sp>
      <p:sp>
        <p:nvSpPr>
          <p:cNvPr id="2" name="Title 1"/>
          <p:cNvSpPr>
            <a:spLocks noGrp="1"/>
          </p:cNvSpPr>
          <p:nvPr>
            <p:ph type="title"/>
          </p:nvPr>
        </p:nvSpPr>
        <p:spPr>
          <a:xfrm>
            <a:off x="381000" y="228600"/>
            <a:ext cx="11430000" cy="533400"/>
          </a:xfrm>
          <a:noFill/>
        </p:spPr>
        <p:txBody>
          <a:bodyPr>
            <a:noAutofit/>
          </a:bodyPr>
          <a:lstStyle>
            <a:lvl1pPr>
              <a:defRPr>
                <a:solidFill>
                  <a:schemeClr val="bg1"/>
                </a:solidFill>
                <a:latin typeface="+mj-lt"/>
              </a:defRPr>
            </a:lvl1pPr>
          </a:lstStyle>
          <a:p>
            <a:r>
              <a:rPr lang="en-US"/>
              <a:t>Click to edit Master title style</a:t>
            </a:r>
          </a:p>
        </p:txBody>
      </p:sp>
      <p:pic>
        <p:nvPicPr>
          <p:cNvPr id="9" name="Picture 8">
            <a:extLst>
              <a:ext uri="{FF2B5EF4-FFF2-40B4-BE49-F238E27FC236}">
                <a16:creationId xmlns:a16="http://schemas.microsoft.com/office/drawing/2014/main" id="{D16555EA-DF61-4D1D-A390-A2A781A275ED}"/>
              </a:ext>
            </a:extLst>
          </p:cNvPr>
          <p:cNvPicPr>
            <a:picLocks noChangeAspect="1"/>
          </p:cNvPicPr>
          <p:nvPr userDrawn="1"/>
        </p:nvPicPr>
        <p:blipFill rotWithShape="1">
          <a:blip r:embed="rId3" cstate="print">
            <a:extLst>
              <a:ext uri="{28A0092B-C50C-407E-A947-70E740481C1C}">
                <a14:useLocalDpi xmlns:a14="http://schemas.microsoft.com/office/drawing/2010/main" val="0"/>
              </a:ext>
            </a:extLst>
          </a:blip>
          <a:srcRect r="4077"/>
          <a:stretch/>
        </p:blipFill>
        <p:spPr>
          <a:xfrm>
            <a:off x="10820400" y="6400800"/>
            <a:ext cx="709913" cy="228600"/>
          </a:xfrm>
          <a:prstGeom prst="rect">
            <a:avLst/>
          </a:prstGeom>
        </p:spPr>
      </p:pic>
    </p:spTree>
    <p:extLst>
      <p:ext uri="{BB962C8B-B14F-4D97-AF65-F5344CB8AC3E}">
        <p14:creationId xmlns:p14="http://schemas.microsoft.com/office/powerpoint/2010/main" val="82870801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38F97E55-68B0-4E78-8819-96463181F0E0}"/>
              </a:ext>
            </a:extLst>
          </p:cNvPr>
          <p:cNvSpPr/>
          <p:nvPr userDrawn="1"/>
        </p:nvSpPr>
        <p:spPr>
          <a:xfrm>
            <a:off x="2" y="0"/>
            <a:ext cx="12192000" cy="990600"/>
          </a:xfrm>
          <a:prstGeom prst="rect">
            <a:avLst/>
          </a:prstGeom>
          <a:solidFill>
            <a:srgbClr val="004E59"/>
          </a:solidFill>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endParaRPr lang="en-US" sz="1765">
              <a:solidFill>
                <a:schemeClr val="bg1"/>
              </a:solidFill>
              <a:latin typeface="Segoe UI" panose="020B0502040204020203" pitchFamily="34" charset="0"/>
            </a:endParaRPr>
          </a:p>
        </p:txBody>
      </p:sp>
      <p:sp>
        <p:nvSpPr>
          <p:cNvPr id="2" name="Title 1"/>
          <p:cNvSpPr>
            <a:spLocks noGrp="1"/>
          </p:cNvSpPr>
          <p:nvPr>
            <p:ph type="title"/>
          </p:nvPr>
        </p:nvSpPr>
        <p:spPr>
          <a:xfrm>
            <a:off x="381000" y="228600"/>
            <a:ext cx="11430000" cy="533400"/>
          </a:xfrm>
        </p:spPr>
        <p:txBody>
          <a:bodyPr/>
          <a:lstStyle>
            <a:lvl1pPr>
              <a:defRPr>
                <a:solidFill>
                  <a:schemeClr val="bg1"/>
                </a:solidFill>
                <a:latin typeface="+mj-lt"/>
              </a:defRPr>
            </a:lvl1pPr>
          </a:lstStyle>
          <a:p>
            <a:r>
              <a:rPr lang="en-US"/>
              <a:t>Click to edit Master title style</a:t>
            </a:r>
          </a:p>
        </p:txBody>
      </p:sp>
      <p:sp>
        <p:nvSpPr>
          <p:cNvPr id="3" name="Content Placeholder 2"/>
          <p:cNvSpPr>
            <a:spLocks noGrp="1"/>
          </p:cNvSpPr>
          <p:nvPr>
            <p:ph idx="1"/>
          </p:nvPr>
        </p:nvSpPr>
        <p:spPr>
          <a:xfrm>
            <a:off x="381000" y="1219200"/>
            <a:ext cx="11430000" cy="4350456"/>
          </a:xfrm>
        </p:spPr>
        <p:txBody>
          <a:bodyPr tIns="91440" bIns="91440">
            <a:noAutofit/>
          </a:bodyPr>
          <a:lstStyle>
            <a:lvl1pPr marL="0" indent="0">
              <a:lnSpc>
                <a:spcPct val="120000"/>
              </a:lnSpc>
              <a:spcBef>
                <a:spcPts val="1000"/>
              </a:spcBef>
              <a:buNone/>
              <a:defRPr sz="1167">
                <a:latin typeface="Segoe UI" panose="020B0502040204020203" pitchFamily="34" charset="0"/>
              </a:defRPr>
            </a:lvl1pPr>
            <a:lvl2pPr marL="448266" indent="0">
              <a:lnSpc>
                <a:spcPct val="120000"/>
              </a:lnSpc>
              <a:spcBef>
                <a:spcPts val="1000"/>
              </a:spcBef>
              <a:buNone/>
              <a:defRPr sz="1167">
                <a:latin typeface="Segoe UI" panose="020B0502040204020203" pitchFamily="34" charset="0"/>
              </a:defRPr>
            </a:lvl2pPr>
            <a:lvl3pPr marL="896533" indent="0">
              <a:lnSpc>
                <a:spcPct val="120000"/>
              </a:lnSpc>
              <a:spcBef>
                <a:spcPts val="1000"/>
              </a:spcBef>
              <a:buNone/>
              <a:defRPr sz="1167">
                <a:latin typeface="Segoe UI" panose="020B0502040204020203" pitchFamily="34" charset="0"/>
              </a:defRPr>
            </a:lvl3pPr>
            <a:lvl4pPr marL="1344800" indent="0">
              <a:lnSpc>
                <a:spcPct val="120000"/>
              </a:lnSpc>
              <a:spcBef>
                <a:spcPts val="1000"/>
              </a:spcBef>
              <a:buNone/>
              <a:defRPr sz="1167">
                <a:latin typeface="Segoe UI" panose="020B0502040204020203" pitchFamily="34" charset="0"/>
              </a:defRPr>
            </a:lvl4pPr>
            <a:lvl5pPr marL="1793067" indent="0">
              <a:lnSpc>
                <a:spcPct val="120000"/>
              </a:lnSpc>
              <a:spcBef>
                <a:spcPts val="1000"/>
              </a:spcBef>
              <a:buNone/>
              <a:defRPr sz="1167">
                <a:latin typeface="Segoe UI" panose="020B0502040204020203" pitchFamily="34"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atin typeface="Segoe UI" panose="020B0502040204020203" pitchFamily="34" charset="0"/>
              </a:defRPr>
            </a:lvl1pPr>
          </a:lstStyle>
          <a:p>
            <a:fld id="{22B85CB9-CA47-3043-97D8-9F6D79A5C410}" type="datetime1">
              <a:rPr lang="en-US" smtClean="0"/>
              <a:t>5/28/2024</a:t>
            </a:fld>
            <a:endParaRPr lang="en-US"/>
          </a:p>
        </p:txBody>
      </p:sp>
      <p:sp>
        <p:nvSpPr>
          <p:cNvPr id="5" name="Footer Placeholder 4"/>
          <p:cNvSpPr>
            <a:spLocks noGrp="1"/>
          </p:cNvSpPr>
          <p:nvPr>
            <p:ph type="ftr" sz="quarter" idx="11"/>
          </p:nvPr>
        </p:nvSpPr>
        <p:spPr/>
        <p:txBody>
          <a:bodyPr/>
          <a:lstStyle>
            <a:lvl1pPr>
              <a:defRPr>
                <a:latin typeface="Segoe UI" panose="020B0502040204020203" pitchFamily="34" charset="0"/>
              </a:defRPr>
            </a:lvl1pPr>
          </a:lstStyle>
          <a:p>
            <a:endParaRPr lang="en-US"/>
          </a:p>
        </p:txBody>
      </p:sp>
      <p:sp>
        <p:nvSpPr>
          <p:cNvPr id="6" name="Slide Number Placeholder 5"/>
          <p:cNvSpPr>
            <a:spLocks noGrp="1"/>
          </p:cNvSpPr>
          <p:nvPr>
            <p:ph type="sldNum" sz="quarter" idx="12"/>
          </p:nvPr>
        </p:nvSpPr>
        <p:spPr/>
        <p:txBody>
          <a:bodyPr/>
          <a:lstStyle>
            <a:lvl1pPr>
              <a:defRPr>
                <a:latin typeface="Segoe UI" panose="020B0502040204020203" pitchFamily="34" charset="0"/>
              </a:defRPr>
            </a:lvl1pPr>
          </a:lstStyle>
          <a:p>
            <a:fld id="{49A40DB5-B054-4B52-B27D-446721D6CC27}" type="slidenum">
              <a:rPr lang="en-US" smtClean="0"/>
              <a:pPr/>
              <a:t>‹#›</a:t>
            </a:fld>
            <a:endParaRPr lang="en-US"/>
          </a:p>
        </p:txBody>
      </p:sp>
      <p:pic>
        <p:nvPicPr>
          <p:cNvPr id="8" name="Picture 7">
            <a:extLst>
              <a:ext uri="{FF2B5EF4-FFF2-40B4-BE49-F238E27FC236}">
                <a16:creationId xmlns:a16="http://schemas.microsoft.com/office/drawing/2014/main" id="{FA8DF217-1EAD-4B4A-A2F2-041F388DEC88}"/>
              </a:ext>
            </a:extLst>
          </p:cNvPr>
          <p:cNvPicPr>
            <a:picLocks noChangeAspect="1"/>
          </p:cNvPicPr>
          <p:nvPr userDrawn="1"/>
        </p:nvPicPr>
        <p:blipFill rotWithShape="1">
          <a:blip r:embed="rId2" cstate="print">
            <a:extLst>
              <a:ext uri="{28A0092B-C50C-407E-A947-70E740481C1C}">
                <a14:useLocalDpi xmlns:a14="http://schemas.microsoft.com/office/drawing/2010/main" val="0"/>
              </a:ext>
            </a:extLst>
          </a:blip>
          <a:srcRect r="4077"/>
          <a:stretch/>
        </p:blipFill>
        <p:spPr>
          <a:xfrm>
            <a:off x="10820400" y="6400800"/>
            <a:ext cx="709913" cy="228600"/>
          </a:xfrm>
          <a:prstGeom prst="rect">
            <a:avLst/>
          </a:prstGeom>
        </p:spPr>
      </p:pic>
    </p:spTree>
    <p:extLst>
      <p:ext uri="{BB962C8B-B14F-4D97-AF65-F5344CB8AC3E}">
        <p14:creationId xmlns:p14="http://schemas.microsoft.com/office/powerpoint/2010/main" val="404131820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2_Title and Conten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38F97E55-68B0-4E78-8819-96463181F0E0}"/>
              </a:ext>
            </a:extLst>
          </p:cNvPr>
          <p:cNvSpPr/>
          <p:nvPr userDrawn="1"/>
        </p:nvSpPr>
        <p:spPr>
          <a:xfrm>
            <a:off x="2" y="0"/>
            <a:ext cx="12192000" cy="990600"/>
          </a:xfrm>
          <a:prstGeom prst="rect">
            <a:avLst/>
          </a:prstGeom>
          <a:solidFill>
            <a:srgbClr val="004E59"/>
          </a:solidFill>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endParaRPr lang="en-US" sz="1765">
              <a:solidFill>
                <a:schemeClr val="bg1"/>
              </a:solidFill>
              <a:latin typeface="Segoe UI" panose="020B0502040204020203" pitchFamily="34" charset="0"/>
            </a:endParaRPr>
          </a:p>
        </p:txBody>
      </p:sp>
      <p:sp>
        <p:nvSpPr>
          <p:cNvPr id="2" name="Title 1"/>
          <p:cNvSpPr>
            <a:spLocks noGrp="1"/>
          </p:cNvSpPr>
          <p:nvPr>
            <p:ph type="title"/>
          </p:nvPr>
        </p:nvSpPr>
        <p:spPr>
          <a:xfrm>
            <a:off x="381000" y="228600"/>
            <a:ext cx="11430000" cy="533400"/>
          </a:xfrm>
        </p:spPr>
        <p:txBody>
          <a:bodyPr tIns="91440" bIns="91440"/>
          <a:lstStyle>
            <a:lvl1pPr>
              <a:defRPr>
                <a:solidFill>
                  <a:schemeClr val="bg1"/>
                </a:solidFill>
                <a:latin typeface="+mj-lt"/>
              </a:defRPr>
            </a:lvl1pPr>
          </a:lstStyle>
          <a:p>
            <a:r>
              <a:rPr lang="en-US"/>
              <a:t>Click to edit Master title style</a:t>
            </a:r>
          </a:p>
        </p:txBody>
      </p:sp>
      <p:sp>
        <p:nvSpPr>
          <p:cNvPr id="3" name="Content Placeholder 2"/>
          <p:cNvSpPr>
            <a:spLocks noGrp="1"/>
          </p:cNvSpPr>
          <p:nvPr>
            <p:ph idx="1"/>
          </p:nvPr>
        </p:nvSpPr>
        <p:spPr>
          <a:xfrm>
            <a:off x="381000" y="1676400"/>
            <a:ext cx="5334000" cy="4419600"/>
          </a:xfrm>
        </p:spPr>
        <p:txBody>
          <a:bodyPr tIns="91440" bIns="91440">
            <a:noAutofit/>
          </a:bodyPr>
          <a:lstStyle>
            <a:lvl1pPr marL="0" indent="0">
              <a:lnSpc>
                <a:spcPct val="120000"/>
              </a:lnSpc>
              <a:spcBef>
                <a:spcPts val="1000"/>
              </a:spcBef>
              <a:buNone/>
              <a:defRPr sz="1167">
                <a:latin typeface="Segoe UI" panose="020B0502040204020203" pitchFamily="34" charset="0"/>
              </a:defRPr>
            </a:lvl1pPr>
            <a:lvl2pPr marL="448266" indent="0">
              <a:lnSpc>
                <a:spcPct val="120000"/>
              </a:lnSpc>
              <a:spcBef>
                <a:spcPts val="1000"/>
              </a:spcBef>
              <a:buNone/>
              <a:defRPr sz="1167">
                <a:latin typeface="Segoe UI" panose="020B0502040204020203" pitchFamily="34" charset="0"/>
              </a:defRPr>
            </a:lvl2pPr>
            <a:lvl3pPr marL="896533" indent="0">
              <a:lnSpc>
                <a:spcPct val="120000"/>
              </a:lnSpc>
              <a:spcBef>
                <a:spcPts val="1000"/>
              </a:spcBef>
              <a:buNone/>
              <a:defRPr sz="1167">
                <a:latin typeface="Segoe UI" panose="020B0502040204020203" pitchFamily="34" charset="0"/>
              </a:defRPr>
            </a:lvl3pPr>
            <a:lvl4pPr marL="1344800" indent="0">
              <a:lnSpc>
                <a:spcPct val="120000"/>
              </a:lnSpc>
              <a:spcBef>
                <a:spcPts val="1000"/>
              </a:spcBef>
              <a:buNone/>
              <a:defRPr sz="1167">
                <a:latin typeface="Segoe UI" panose="020B0502040204020203" pitchFamily="34" charset="0"/>
              </a:defRPr>
            </a:lvl4pPr>
            <a:lvl5pPr marL="1793067" indent="0">
              <a:lnSpc>
                <a:spcPct val="120000"/>
              </a:lnSpc>
              <a:spcBef>
                <a:spcPts val="1000"/>
              </a:spcBef>
              <a:buNone/>
              <a:defRPr sz="1167">
                <a:latin typeface="Segoe UI" panose="020B0502040204020203" pitchFamily="34"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atin typeface="Segoe UI" panose="020B0502040204020203" pitchFamily="34" charset="0"/>
              </a:defRPr>
            </a:lvl1pPr>
          </a:lstStyle>
          <a:p>
            <a:fld id="{FA94639D-0CFA-2D4F-AED4-B21604B5EBC4}" type="datetime1">
              <a:rPr lang="en-US" smtClean="0"/>
              <a:t>5/28/2024</a:t>
            </a:fld>
            <a:endParaRPr lang="en-US"/>
          </a:p>
        </p:txBody>
      </p:sp>
      <p:sp>
        <p:nvSpPr>
          <p:cNvPr id="5" name="Footer Placeholder 4"/>
          <p:cNvSpPr>
            <a:spLocks noGrp="1"/>
          </p:cNvSpPr>
          <p:nvPr>
            <p:ph type="ftr" sz="quarter" idx="11"/>
          </p:nvPr>
        </p:nvSpPr>
        <p:spPr/>
        <p:txBody>
          <a:bodyPr/>
          <a:lstStyle>
            <a:lvl1pPr>
              <a:defRPr>
                <a:latin typeface="Segoe UI" panose="020B0502040204020203" pitchFamily="34" charset="0"/>
              </a:defRPr>
            </a:lvl1pPr>
          </a:lstStyle>
          <a:p>
            <a:endParaRPr lang="en-US"/>
          </a:p>
        </p:txBody>
      </p:sp>
      <p:sp>
        <p:nvSpPr>
          <p:cNvPr id="6" name="Slide Number Placeholder 5"/>
          <p:cNvSpPr>
            <a:spLocks noGrp="1"/>
          </p:cNvSpPr>
          <p:nvPr>
            <p:ph type="sldNum" sz="quarter" idx="12"/>
          </p:nvPr>
        </p:nvSpPr>
        <p:spPr/>
        <p:txBody>
          <a:bodyPr/>
          <a:lstStyle>
            <a:lvl1pPr>
              <a:defRPr>
                <a:latin typeface="Segoe UI" panose="020B0502040204020203" pitchFamily="34" charset="0"/>
              </a:defRPr>
            </a:lvl1pPr>
          </a:lstStyle>
          <a:p>
            <a:fld id="{49A40DB5-B054-4B52-B27D-446721D6CC27}" type="slidenum">
              <a:rPr lang="en-US" smtClean="0"/>
              <a:pPr/>
              <a:t>‹#›</a:t>
            </a:fld>
            <a:endParaRPr lang="en-US"/>
          </a:p>
        </p:txBody>
      </p:sp>
      <p:sp>
        <p:nvSpPr>
          <p:cNvPr id="11" name="Text Placeholder 10">
            <a:extLst>
              <a:ext uri="{FF2B5EF4-FFF2-40B4-BE49-F238E27FC236}">
                <a16:creationId xmlns:a16="http://schemas.microsoft.com/office/drawing/2014/main" id="{E1026E56-FB1E-43F7-9EDA-3E69635CD04E}"/>
              </a:ext>
            </a:extLst>
          </p:cNvPr>
          <p:cNvSpPr>
            <a:spLocks noGrp="1"/>
          </p:cNvSpPr>
          <p:nvPr>
            <p:ph type="body" sz="quarter" idx="13"/>
          </p:nvPr>
        </p:nvSpPr>
        <p:spPr>
          <a:xfrm>
            <a:off x="381000" y="1219200"/>
            <a:ext cx="5334000" cy="322792"/>
          </a:xfrm>
        </p:spPr>
        <p:txBody>
          <a:bodyPr tIns="91440" bIns="91440">
            <a:noAutofit/>
          </a:bodyPr>
          <a:lstStyle>
            <a:lvl1pPr marL="0" indent="0">
              <a:buNone/>
              <a:defRPr sz="2000">
                <a:latin typeface="+mj-lt"/>
              </a:defRPr>
            </a:lvl1pPr>
            <a:lvl2pPr marL="448266" indent="0">
              <a:buNone/>
              <a:defRPr sz="2000">
                <a:latin typeface="+mj-lt"/>
              </a:defRPr>
            </a:lvl2pPr>
            <a:lvl3pPr marL="896533" indent="0">
              <a:buNone/>
              <a:defRPr sz="2000">
                <a:latin typeface="+mj-lt"/>
              </a:defRPr>
            </a:lvl3pPr>
            <a:lvl4pPr marL="1344800" indent="0">
              <a:buNone/>
              <a:defRPr sz="2000">
                <a:latin typeface="+mj-lt"/>
              </a:defRPr>
            </a:lvl4pPr>
            <a:lvl5pPr marL="1793067" indent="0">
              <a:buNone/>
              <a:defRPr sz="2000">
                <a:latin typeface="+mj-lt"/>
              </a:defRPr>
            </a:lvl5pPr>
          </a:lstStyle>
          <a:p>
            <a:pPr lvl="0"/>
            <a:r>
              <a:rPr lang="en-US"/>
              <a:t>Edit Master text styles</a:t>
            </a:r>
          </a:p>
        </p:txBody>
      </p:sp>
      <p:pic>
        <p:nvPicPr>
          <p:cNvPr id="12" name="Picture 11">
            <a:extLst>
              <a:ext uri="{FF2B5EF4-FFF2-40B4-BE49-F238E27FC236}">
                <a16:creationId xmlns:a16="http://schemas.microsoft.com/office/drawing/2014/main" id="{34414025-9975-41E8-9FC5-0DF320B94284}"/>
              </a:ext>
            </a:extLst>
          </p:cNvPr>
          <p:cNvPicPr>
            <a:picLocks noChangeAspect="1"/>
          </p:cNvPicPr>
          <p:nvPr userDrawn="1"/>
        </p:nvPicPr>
        <p:blipFill rotWithShape="1">
          <a:blip r:embed="rId2" cstate="print">
            <a:extLst>
              <a:ext uri="{28A0092B-C50C-407E-A947-70E740481C1C}">
                <a14:useLocalDpi xmlns:a14="http://schemas.microsoft.com/office/drawing/2010/main" val="0"/>
              </a:ext>
            </a:extLst>
          </a:blip>
          <a:srcRect r="4077"/>
          <a:stretch/>
        </p:blipFill>
        <p:spPr>
          <a:xfrm>
            <a:off x="10820400" y="6400800"/>
            <a:ext cx="709913" cy="228600"/>
          </a:xfrm>
          <a:prstGeom prst="rect">
            <a:avLst/>
          </a:prstGeom>
        </p:spPr>
      </p:pic>
    </p:spTree>
    <p:extLst>
      <p:ext uri="{BB962C8B-B14F-4D97-AF65-F5344CB8AC3E}">
        <p14:creationId xmlns:p14="http://schemas.microsoft.com/office/powerpoint/2010/main" val="275655320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3_Title and Conten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38F97E55-68B0-4E78-8819-96463181F0E0}"/>
              </a:ext>
            </a:extLst>
          </p:cNvPr>
          <p:cNvSpPr/>
          <p:nvPr userDrawn="1"/>
        </p:nvSpPr>
        <p:spPr>
          <a:xfrm>
            <a:off x="2" y="0"/>
            <a:ext cx="12192000" cy="990600"/>
          </a:xfrm>
          <a:prstGeom prst="rect">
            <a:avLst/>
          </a:prstGeom>
          <a:solidFill>
            <a:srgbClr val="004E59"/>
          </a:solidFill>
        </p:spPr>
        <p:style>
          <a:lnRef idx="2">
            <a:schemeClr val="accent1">
              <a:shade val="50000"/>
            </a:schemeClr>
          </a:lnRef>
          <a:fillRef idx="1">
            <a:schemeClr val="accent1"/>
          </a:fillRef>
          <a:effectRef idx="0">
            <a:schemeClr val="accent1"/>
          </a:effectRef>
          <a:fontRef idx="minor">
            <a:schemeClr val="lt1"/>
          </a:fontRef>
        </p:style>
        <p:txBody>
          <a:bodyPr lIns="76200" tIns="76200" rIns="76200" bIns="76200" rtlCol="0" anchor="ctr"/>
          <a:lstStyle/>
          <a:p>
            <a:pPr algn="ctr"/>
            <a:endParaRPr lang="en-US" sz="1765">
              <a:solidFill>
                <a:schemeClr val="bg1"/>
              </a:solidFill>
              <a:latin typeface="Segoe UI" panose="020B0502040204020203" pitchFamily="34" charset="0"/>
            </a:endParaRPr>
          </a:p>
        </p:txBody>
      </p:sp>
      <p:sp>
        <p:nvSpPr>
          <p:cNvPr id="2" name="Title 1"/>
          <p:cNvSpPr>
            <a:spLocks noGrp="1"/>
          </p:cNvSpPr>
          <p:nvPr>
            <p:ph type="title"/>
          </p:nvPr>
        </p:nvSpPr>
        <p:spPr>
          <a:xfrm>
            <a:off x="381000" y="228600"/>
            <a:ext cx="11430000" cy="533400"/>
          </a:xfrm>
        </p:spPr>
        <p:txBody>
          <a:bodyPr tIns="91440" bIns="91440"/>
          <a:lstStyle>
            <a:lvl1pPr>
              <a:defRPr>
                <a:solidFill>
                  <a:schemeClr val="bg1"/>
                </a:solidFill>
                <a:latin typeface="+mj-lt"/>
              </a:defRPr>
            </a:lvl1pPr>
          </a:lstStyle>
          <a:p>
            <a:r>
              <a:rPr lang="en-US"/>
              <a:t>Click to edit Master title style</a:t>
            </a:r>
          </a:p>
        </p:txBody>
      </p:sp>
      <p:sp>
        <p:nvSpPr>
          <p:cNvPr id="3" name="Content Placeholder 2"/>
          <p:cNvSpPr>
            <a:spLocks noGrp="1"/>
          </p:cNvSpPr>
          <p:nvPr>
            <p:ph idx="1"/>
          </p:nvPr>
        </p:nvSpPr>
        <p:spPr>
          <a:xfrm>
            <a:off x="2209800" y="1676400"/>
            <a:ext cx="9601200" cy="762000"/>
          </a:xfrm>
        </p:spPr>
        <p:txBody>
          <a:bodyPr tIns="91440" bIns="91440">
            <a:noAutofit/>
          </a:bodyPr>
          <a:lstStyle>
            <a:lvl1pPr marL="0" indent="0">
              <a:lnSpc>
                <a:spcPct val="120000"/>
              </a:lnSpc>
              <a:spcBef>
                <a:spcPts val="1000"/>
              </a:spcBef>
              <a:buNone/>
              <a:defRPr sz="1167">
                <a:latin typeface="Segoe UI" panose="020B0502040204020203" pitchFamily="34" charset="0"/>
              </a:defRPr>
            </a:lvl1pPr>
            <a:lvl2pPr marL="448266" indent="0">
              <a:buNone/>
              <a:defRPr sz="1167">
                <a:latin typeface="+mn-lt"/>
              </a:defRPr>
            </a:lvl2pPr>
            <a:lvl3pPr marL="896533" indent="0">
              <a:buNone/>
              <a:defRPr sz="1167">
                <a:latin typeface="+mn-lt"/>
              </a:defRPr>
            </a:lvl3pPr>
            <a:lvl4pPr marL="1344800" indent="0">
              <a:buNone/>
              <a:defRPr sz="1167">
                <a:latin typeface="+mn-lt"/>
              </a:defRPr>
            </a:lvl4pPr>
            <a:lvl5pPr marL="1793067" indent="0">
              <a:buNone/>
              <a:defRPr sz="1167">
                <a:latin typeface="+mn-lt"/>
              </a:defRPr>
            </a:lvl5pPr>
          </a:lstStyle>
          <a:p>
            <a:pPr lvl="0"/>
            <a:r>
              <a:rPr lang="en-US"/>
              <a:t>Edit Master text styles</a:t>
            </a:r>
          </a:p>
        </p:txBody>
      </p:sp>
      <p:sp>
        <p:nvSpPr>
          <p:cNvPr id="4" name="Date Placeholder 3"/>
          <p:cNvSpPr>
            <a:spLocks noGrp="1"/>
          </p:cNvSpPr>
          <p:nvPr>
            <p:ph type="dt" sz="half" idx="10"/>
          </p:nvPr>
        </p:nvSpPr>
        <p:spPr/>
        <p:txBody>
          <a:bodyPr/>
          <a:lstStyle>
            <a:lvl1pPr>
              <a:defRPr>
                <a:latin typeface="Segoe UI" panose="020B0502040204020203" pitchFamily="34" charset="0"/>
              </a:defRPr>
            </a:lvl1pPr>
          </a:lstStyle>
          <a:p>
            <a:fld id="{3B17E830-0B92-724D-B63D-AB13A15B4F06}" type="datetime1">
              <a:rPr lang="en-US" smtClean="0"/>
              <a:t>5/28/2024</a:t>
            </a:fld>
            <a:endParaRPr lang="en-US"/>
          </a:p>
        </p:txBody>
      </p:sp>
      <p:sp>
        <p:nvSpPr>
          <p:cNvPr id="5" name="Footer Placeholder 4"/>
          <p:cNvSpPr>
            <a:spLocks noGrp="1"/>
          </p:cNvSpPr>
          <p:nvPr>
            <p:ph type="ftr" sz="quarter" idx="11"/>
          </p:nvPr>
        </p:nvSpPr>
        <p:spPr/>
        <p:txBody>
          <a:bodyPr/>
          <a:lstStyle>
            <a:lvl1pPr>
              <a:defRPr>
                <a:latin typeface="Segoe UI" panose="020B0502040204020203" pitchFamily="34" charset="0"/>
              </a:defRPr>
            </a:lvl1pPr>
          </a:lstStyle>
          <a:p>
            <a:endParaRPr lang="en-US"/>
          </a:p>
        </p:txBody>
      </p:sp>
      <p:sp>
        <p:nvSpPr>
          <p:cNvPr id="6" name="Slide Number Placeholder 5"/>
          <p:cNvSpPr>
            <a:spLocks noGrp="1"/>
          </p:cNvSpPr>
          <p:nvPr>
            <p:ph type="sldNum" sz="quarter" idx="12"/>
          </p:nvPr>
        </p:nvSpPr>
        <p:spPr/>
        <p:txBody>
          <a:bodyPr/>
          <a:lstStyle>
            <a:lvl1pPr>
              <a:defRPr>
                <a:latin typeface="Segoe UI" panose="020B0502040204020203" pitchFamily="34" charset="0"/>
              </a:defRPr>
            </a:lvl1pPr>
          </a:lstStyle>
          <a:p>
            <a:fld id="{49A40DB5-B054-4B52-B27D-446721D6CC27}" type="slidenum">
              <a:rPr lang="en-US" smtClean="0"/>
              <a:pPr/>
              <a:t>‹#›</a:t>
            </a:fld>
            <a:endParaRPr lang="en-US"/>
          </a:p>
        </p:txBody>
      </p:sp>
      <p:sp>
        <p:nvSpPr>
          <p:cNvPr id="11" name="Text Placeholder 10">
            <a:extLst>
              <a:ext uri="{FF2B5EF4-FFF2-40B4-BE49-F238E27FC236}">
                <a16:creationId xmlns:a16="http://schemas.microsoft.com/office/drawing/2014/main" id="{E1026E56-FB1E-43F7-9EDA-3E69635CD04E}"/>
              </a:ext>
            </a:extLst>
          </p:cNvPr>
          <p:cNvSpPr>
            <a:spLocks noGrp="1"/>
          </p:cNvSpPr>
          <p:nvPr>
            <p:ph type="body" sz="quarter" idx="13"/>
          </p:nvPr>
        </p:nvSpPr>
        <p:spPr>
          <a:xfrm>
            <a:off x="2209800" y="1219200"/>
            <a:ext cx="9715499" cy="381000"/>
          </a:xfrm>
        </p:spPr>
        <p:txBody>
          <a:bodyPr tIns="91440" bIns="91440">
            <a:noAutofit/>
          </a:bodyPr>
          <a:lstStyle>
            <a:lvl1pPr marL="0" indent="0">
              <a:buNone/>
              <a:defRPr sz="2000">
                <a:latin typeface="+mj-lt"/>
              </a:defRPr>
            </a:lvl1pPr>
            <a:lvl2pPr marL="448266" indent="0">
              <a:buNone/>
              <a:defRPr sz="2000">
                <a:latin typeface="+mj-lt"/>
              </a:defRPr>
            </a:lvl2pPr>
            <a:lvl3pPr marL="896533" indent="0">
              <a:buNone/>
              <a:defRPr sz="2000">
                <a:latin typeface="+mj-lt"/>
              </a:defRPr>
            </a:lvl3pPr>
            <a:lvl4pPr marL="1344800" indent="0">
              <a:buNone/>
              <a:defRPr sz="2000">
                <a:latin typeface="+mj-lt"/>
              </a:defRPr>
            </a:lvl4pPr>
            <a:lvl5pPr marL="1793067" indent="0">
              <a:buNone/>
              <a:defRPr sz="2000">
                <a:latin typeface="+mj-lt"/>
              </a:defRPr>
            </a:lvl5pPr>
          </a:lstStyle>
          <a:p>
            <a:pPr lvl="0"/>
            <a:r>
              <a:rPr lang="en-US"/>
              <a:t>Edit Master text styles</a:t>
            </a:r>
          </a:p>
        </p:txBody>
      </p:sp>
      <p:sp>
        <p:nvSpPr>
          <p:cNvPr id="13" name="Content Placeholder 2">
            <a:extLst>
              <a:ext uri="{FF2B5EF4-FFF2-40B4-BE49-F238E27FC236}">
                <a16:creationId xmlns:a16="http://schemas.microsoft.com/office/drawing/2014/main" id="{F563948A-318B-4390-8E4D-036A81F512A6}"/>
              </a:ext>
            </a:extLst>
          </p:cNvPr>
          <p:cNvSpPr>
            <a:spLocks noGrp="1"/>
          </p:cNvSpPr>
          <p:nvPr>
            <p:ph idx="14"/>
          </p:nvPr>
        </p:nvSpPr>
        <p:spPr>
          <a:xfrm>
            <a:off x="2209800" y="2819400"/>
            <a:ext cx="9639298" cy="636793"/>
          </a:xfrm>
        </p:spPr>
        <p:txBody>
          <a:bodyPr tIns="91440" bIns="91440">
            <a:noAutofit/>
          </a:bodyPr>
          <a:lstStyle>
            <a:lvl1pPr marL="0" indent="0">
              <a:lnSpc>
                <a:spcPct val="120000"/>
              </a:lnSpc>
              <a:spcBef>
                <a:spcPts val="1000"/>
              </a:spcBef>
              <a:buNone/>
              <a:defRPr sz="1000">
                <a:latin typeface="Segoe UI" panose="020B0502040204020203" pitchFamily="34" charset="0"/>
              </a:defRPr>
            </a:lvl1pPr>
            <a:lvl2pPr marL="448266" indent="0">
              <a:buNone/>
              <a:defRPr sz="1167">
                <a:latin typeface="+mn-lt"/>
              </a:defRPr>
            </a:lvl2pPr>
            <a:lvl3pPr marL="896533" indent="0">
              <a:buNone/>
              <a:defRPr sz="1167">
                <a:latin typeface="+mn-lt"/>
              </a:defRPr>
            </a:lvl3pPr>
            <a:lvl4pPr marL="1344800" indent="0">
              <a:buNone/>
              <a:defRPr sz="1167">
                <a:latin typeface="+mn-lt"/>
              </a:defRPr>
            </a:lvl4pPr>
            <a:lvl5pPr marL="1793067" indent="0">
              <a:buNone/>
              <a:defRPr sz="1167">
                <a:latin typeface="+mn-lt"/>
              </a:defRPr>
            </a:lvl5pPr>
          </a:lstStyle>
          <a:p>
            <a:pPr lvl="0"/>
            <a:r>
              <a:rPr lang="en-US"/>
              <a:t>Edit Master text styles</a:t>
            </a:r>
          </a:p>
        </p:txBody>
      </p:sp>
      <p:sp>
        <p:nvSpPr>
          <p:cNvPr id="14" name="Text Placeholder 10">
            <a:extLst>
              <a:ext uri="{FF2B5EF4-FFF2-40B4-BE49-F238E27FC236}">
                <a16:creationId xmlns:a16="http://schemas.microsoft.com/office/drawing/2014/main" id="{2AD0E7F6-4B25-41E6-A3A0-23177BB06301}"/>
              </a:ext>
            </a:extLst>
          </p:cNvPr>
          <p:cNvSpPr>
            <a:spLocks noGrp="1"/>
          </p:cNvSpPr>
          <p:nvPr>
            <p:ph type="body" sz="quarter" idx="15"/>
          </p:nvPr>
        </p:nvSpPr>
        <p:spPr>
          <a:xfrm>
            <a:off x="2209800" y="2514600"/>
            <a:ext cx="1752408" cy="228600"/>
          </a:xfrm>
        </p:spPr>
        <p:txBody>
          <a:bodyPr tIns="91440" bIns="91440">
            <a:noAutofit/>
          </a:bodyPr>
          <a:lstStyle>
            <a:lvl1pPr marL="0" indent="0">
              <a:buNone/>
              <a:defRPr sz="1167">
                <a:latin typeface="+mj-lt"/>
              </a:defRPr>
            </a:lvl1pPr>
            <a:lvl2pPr marL="448266" indent="0">
              <a:buNone/>
              <a:defRPr sz="2000">
                <a:latin typeface="+mj-lt"/>
              </a:defRPr>
            </a:lvl2pPr>
            <a:lvl3pPr marL="896533" indent="0">
              <a:buNone/>
              <a:defRPr sz="2000">
                <a:latin typeface="+mj-lt"/>
              </a:defRPr>
            </a:lvl3pPr>
            <a:lvl4pPr marL="1344800" indent="0">
              <a:buNone/>
              <a:defRPr sz="2000">
                <a:latin typeface="+mj-lt"/>
              </a:defRPr>
            </a:lvl4pPr>
            <a:lvl5pPr marL="1793067" indent="0">
              <a:buNone/>
              <a:defRPr sz="2000">
                <a:latin typeface="+mj-lt"/>
              </a:defRPr>
            </a:lvl5pPr>
          </a:lstStyle>
          <a:p>
            <a:pPr lvl="0"/>
            <a:r>
              <a:rPr lang="en-US"/>
              <a:t>Edit Master text styles</a:t>
            </a:r>
          </a:p>
        </p:txBody>
      </p:sp>
      <p:sp>
        <p:nvSpPr>
          <p:cNvPr id="15" name="Picture Placeholder 14">
            <a:extLst>
              <a:ext uri="{FF2B5EF4-FFF2-40B4-BE49-F238E27FC236}">
                <a16:creationId xmlns:a16="http://schemas.microsoft.com/office/drawing/2014/main" id="{A4AA2593-D531-4835-B3BF-CF108C3D1C1E}"/>
              </a:ext>
            </a:extLst>
          </p:cNvPr>
          <p:cNvSpPr>
            <a:spLocks noGrp="1"/>
          </p:cNvSpPr>
          <p:nvPr>
            <p:ph type="pic" sz="quarter" idx="16"/>
          </p:nvPr>
        </p:nvSpPr>
        <p:spPr>
          <a:xfrm>
            <a:off x="381000" y="1219200"/>
            <a:ext cx="1524000" cy="1524000"/>
          </a:xfrm>
        </p:spPr>
        <p:txBody>
          <a:bodyPr tIns="91440" bIns="91440"/>
          <a:lstStyle>
            <a:lvl1pPr>
              <a:defRPr>
                <a:latin typeface="Segoe UI" panose="020B0502040204020203" pitchFamily="34" charset="0"/>
              </a:defRPr>
            </a:lvl1pPr>
          </a:lstStyle>
          <a:p>
            <a:endParaRPr lang="en-US"/>
          </a:p>
        </p:txBody>
      </p:sp>
      <p:sp>
        <p:nvSpPr>
          <p:cNvPr id="16" name="Content Placeholder 2">
            <a:extLst>
              <a:ext uri="{FF2B5EF4-FFF2-40B4-BE49-F238E27FC236}">
                <a16:creationId xmlns:a16="http://schemas.microsoft.com/office/drawing/2014/main" id="{C8B1E0DD-9C3B-4861-B9C7-658DE1B3A2CA}"/>
              </a:ext>
            </a:extLst>
          </p:cNvPr>
          <p:cNvSpPr>
            <a:spLocks noGrp="1"/>
          </p:cNvSpPr>
          <p:nvPr>
            <p:ph idx="17"/>
          </p:nvPr>
        </p:nvSpPr>
        <p:spPr>
          <a:xfrm>
            <a:off x="2220383" y="4267200"/>
            <a:ext cx="9601200" cy="609600"/>
          </a:xfrm>
        </p:spPr>
        <p:txBody>
          <a:bodyPr tIns="91440" bIns="91440">
            <a:noAutofit/>
          </a:bodyPr>
          <a:lstStyle>
            <a:lvl1pPr marL="0" indent="0">
              <a:lnSpc>
                <a:spcPct val="120000"/>
              </a:lnSpc>
              <a:spcBef>
                <a:spcPts val="1000"/>
              </a:spcBef>
              <a:buNone/>
              <a:defRPr sz="1167">
                <a:latin typeface="Segoe UI" panose="020B0502040204020203" pitchFamily="34" charset="0"/>
              </a:defRPr>
            </a:lvl1pPr>
            <a:lvl2pPr marL="448266" indent="0">
              <a:buNone/>
              <a:defRPr sz="1167">
                <a:latin typeface="+mn-lt"/>
              </a:defRPr>
            </a:lvl2pPr>
            <a:lvl3pPr marL="896533" indent="0">
              <a:buNone/>
              <a:defRPr sz="1167">
                <a:latin typeface="+mn-lt"/>
              </a:defRPr>
            </a:lvl3pPr>
            <a:lvl4pPr marL="1344800" indent="0">
              <a:buNone/>
              <a:defRPr sz="1167">
                <a:latin typeface="+mn-lt"/>
              </a:defRPr>
            </a:lvl4pPr>
            <a:lvl5pPr marL="1793067" indent="0">
              <a:buNone/>
              <a:defRPr sz="1167">
                <a:latin typeface="+mn-lt"/>
              </a:defRPr>
            </a:lvl5pPr>
          </a:lstStyle>
          <a:p>
            <a:pPr lvl="0"/>
            <a:r>
              <a:rPr lang="en-US"/>
              <a:t>Edit Master text styles</a:t>
            </a:r>
          </a:p>
        </p:txBody>
      </p:sp>
      <p:sp>
        <p:nvSpPr>
          <p:cNvPr id="17" name="Text Placeholder 10">
            <a:extLst>
              <a:ext uri="{FF2B5EF4-FFF2-40B4-BE49-F238E27FC236}">
                <a16:creationId xmlns:a16="http://schemas.microsoft.com/office/drawing/2014/main" id="{3A6FE795-7232-4C2C-8253-3E63F346E6F1}"/>
              </a:ext>
            </a:extLst>
          </p:cNvPr>
          <p:cNvSpPr>
            <a:spLocks noGrp="1"/>
          </p:cNvSpPr>
          <p:nvPr>
            <p:ph type="body" sz="quarter" idx="18"/>
          </p:nvPr>
        </p:nvSpPr>
        <p:spPr>
          <a:xfrm>
            <a:off x="2220383" y="3810000"/>
            <a:ext cx="9715499" cy="381000"/>
          </a:xfrm>
        </p:spPr>
        <p:txBody>
          <a:bodyPr tIns="91440" bIns="91440">
            <a:noAutofit/>
          </a:bodyPr>
          <a:lstStyle>
            <a:lvl1pPr marL="0" indent="0">
              <a:buNone/>
              <a:defRPr sz="2000">
                <a:latin typeface="+mj-lt"/>
              </a:defRPr>
            </a:lvl1pPr>
            <a:lvl2pPr marL="448266" indent="0">
              <a:buNone/>
              <a:defRPr sz="2000">
                <a:latin typeface="+mj-lt"/>
              </a:defRPr>
            </a:lvl2pPr>
            <a:lvl3pPr marL="896533" indent="0">
              <a:buNone/>
              <a:defRPr sz="2000">
                <a:latin typeface="+mj-lt"/>
              </a:defRPr>
            </a:lvl3pPr>
            <a:lvl4pPr marL="1344800" indent="0">
              <a:buNone/>
              <a:defRPr sz="2000">
                <a:latin typeface="+mj-lt"/>
              </a:defRPr>
            </a:lvl4pPr>
            <a:lvl5pPr marL="1793067" indent="0">
              <a:buNone/>
              <a:defRPr sz="2000">
                <a:latin typeface="+mj-lt"/>
              </a:defRPr>
            </a:lvl5pPr>
          </a:lstStyle>
          <a:p>
            <a:pPr lvl="0"/>
            <a:r>
              <a:rPr lang="en-US"/>
              <a:t>Edit Master text styles</a:t>
            </a:r>
          </a:p>
        </p:txBody>
      </p:sp>
      <p:sp>
        <p:nvSpPr>
          <p:cNvPr id="18" name="Content Placeholder 2">
            <a:extLst>
              <a:ext uri="{FF2B5EF4-FFF2-40B4-BE49-F238E27FC236}">
                <a16:creationId xmlns:a16="http://schemas.microsoft.com/office/drawing/2014/main" id="{BA996FAC-27FD-4D72-8742-3B3D6FBFA472}"/>
              </a:ext>
            </a:extLst>
          </p:cNvPr>
          <p:cNvSpPr>
            <a:spLocks noGrp="1"/>
          </p:cNvSpPr>
          <p:nvPr>
            <p:ph idx="19"/>
          </p:nvPr>
        </p:nvSpPr>
        <p:spPr>
          <a:xfrm>
            <a:off x="2220384" y="5410200"/>
            <a:ext cx="9639298" cy="636793"/>
          </a:xfrm>
        </p:spPr>
        <p:txBody>
          <a:bodyPr tIns="91440" bIns="91440">
            <a:noAutofit/>
          </a:bodyPr>
          <a:lstStyle>
            <a:lvl1pPr marL="0" indent="0">
              <a:lnSpc>
                <a:spcPct val="120000"/>
              </a:lnSpc>
              <a:spcBef>
                <a:spcPts val="1000"/>
              </a:spcBef>
              <a:buNone/>
              <a:defRPr sz="1000">
                <a:latin typeface="Segoe UI" panose="020B0502040204020203" pitchFamily="34" charset="0"/>
              </a:defRPr>
            </a:lvl1pPr>
            <a:lvl2pPr marL="448266" indent="0">
              <a:buNone/>
              <a:defRPr sz="1167">
                <a:latin typeface="+mn-lt"/>
              </a:defRPr>
            </a:lvl2pPr>
            <a:lvl3pPr marL="896533" indent="0">
              <a:buNone/>
              <a:defRPr sz="1167">
                <a:latin typeface="+mn-lt"/>
              </a:defRPr>
            </a:lvl3pPr>
            <a:lvl4pPr marL="1344800" indent="0">
              <a:buNone/>
              <a:defRPr sz="1167">
                <a:latin typeface="+mn-lt"/>
              </a:defRPr>
            </a:lvl4pPr>
            <a:lvl5pPr marL="1793067" indent="0">
              <a:buNone/>
              <a:defRPr sz="1167">
                <a:latin typeface="+mn-lt"/>
              </a:defRPr>
            </a:lvl5pPr>
          </a:lstStyle>
          <a:p>
            <a:pPr lvl="0"/>
            <a:r>
              <a:rPr lang="en-US"/>
              <a:t>Edit Master text styles</a:t>
            </a:r>
          </a:p>
        </p:txBody>
      </p:sp>
      <p:sp>
        <p:nvSpPr>
          <p:cNvPr id="19" name="Text Placeholder 10">
            <a:extLst>
              <a:ext uri="{FF2B5EF4-FFF2-40B4-BE49-F238E27FC236}">
                <a16:creationId xmlns:a16="http://schemas.microsoft.com/office/drawing/2014/main" id="{FA9DA342-ABBC-4773-9620-733BFF8A707A}"/>
              </a:ext>
            </a:extLst>
          </p:cNvPr>
          <p:cNvSpPr>
            <a:spLocks noGrp="1"/>
          </p:cNvSpPr>
          <p:nvPr>
            <p:ph type="body" sz="quarter" idx="20"/>
          </p:nvPr>
        </p:nvSpPr>
        <p:spPr>
          <a:xfrm>
            <a:off x="2220384" y="5105400"/>
            <a:ext cx="1752408" cy="228600"/>
          </a:xfrm>
        </p:spPr>
        <p:txBody>
          <a:bodyPr tIns="91440" bIns="91440">
            <a:noAutofit/>
          </a:bodyPr>
          <a:lstStyle>
            <a:lvl1pPr marL="0" indent="0">
              <a:buNone/>
              <a:defRPr sz="1167">
                <a:latin typeface="+mj-lt"/>
              </a:defRPr>
            </a:lvl1pPr>
            <a:lvl2pPr marL="448266" indent="0">
              <a:buNone/>
              <a:defRPr sz="2000">
                <a:latin typeface="+mj-lt"/>
              </a:defRPr>
            </a:lvl2pPr>
            <a:lvl3pPr marL="896533" indent="0">
              <a:buNone/>
              <a:defRPr sz="2000">
                <a:latin typeface="+mj-lt"/>
              </a:defRPr>
            </a:lvl3pPr>
            <a:lvl4pPr marL="1344800" indent="0">
              <a:buNone/>
              <a:defRPr sz="2000">
                <a:latin typeface="+mj-lt"/>
              </a:defRPr>
            </a:lvl4pPr>
            <a:lvl5pPr marL="1793067" indent="0">
              <a:buNone/>
              <a:defRPr sz="2000">
                <a:latin typeface="+mj-lt"/>
              </a:defRPr>
            </a:lvl5pPr>
          </a:lstStyle>
          <a:p>
            <a:pPr lvl="0"/>
            <a:r>
              <a:rPr lang="en-US"/>
              <a:t>Edit Master text styles</a:t>
            </a:r>
          </a:p>
        </p:txBody>
      </p:sp>
      <p:sp>
        <p:nvSpPr>
          <p:cNvPr id="20" name="Picture Placeholder 14">
            <a:extLst>
              <a:ext uri="{FF2B5EF4-FFF2-40B4-BE49-F238E27FC236}">
                <a16:creationId xmlns:a16="http://schemas.microsoft.com/office/drawing/2014/main" id="{2AF7EB96-A3DC-4327-A2E2-7EB91E2FCB14}"/>
              </a:ext>
            </a:extLst>
          </p:cNvPr>
          <p:cNvSpPr>
            <a:spLocks noGrp="1"/>
          </p:cNvSpPr>
          <p:nvPr>
            <p:ph type="pic" sz="quarter" idx="21"/>
          </p:nvPr>
        </p:nvSpPr>
        <p:spPr>
          <a:xfrm>
            <a:off x="228600" y="3810000"/>
            <a:ext cx="1524000" cy="1524000"/>
          </a:xfrm>
        </p:spPr>
        <p:txBody>
          <a:bodyPr/>
          <a:lstStyle>
            <a:lvl1pPr>
              <a:defRPr>
                <a:latin typeface="Segoe UI" panose="020B0502040204020203" pitchFamily="34" charset="0"/>
              </a:defRPr>
            </a:lvl1pPr>
          </a:lstStyle>
          <a:p>
            <a:endParaRPr lang="en-US"/>
          </a:p>
        </p:txBody>
      </p:sp>
      <p:cxnSp>
        <p:nvCxnSpPr>
          <p:cNvPr id="21" name="Straight Connector 20">
            <a:extLst>
              <a:ext uri="{FF2B5EF4-FFF2-40B4-BE49-F238E27FC236}">
                <a16:creationId xmlns:a16="http://schemas.microsoft.com/office/drawing/2014/main" id="{61F3262B-E782-4905-B1B0-ADB41E7F3494}"/>
              </a:ext>
            </a:extLst>
          </p:cNvPr>
          <p:cNvCxnSpPr/>
          <p:nvPr userDrawn="1"/>
        </p:nvCxnSpPr>
        <p:spPr>
          <a:xfrm flipV="1">
            <a:off x="2159689" y="3581401"/>
            <a:ext cx="7872622" cy="6654"/>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pic>
        <p:nvPicPr>
          <p:cNvPr id="22" name="Picture 21">
            <a:extLst>
              <a:ext uri="{FF2B5EF4-FFF2-40B4-BE49-F238E27FC236}">
                <a16:creationId xmlns:a16="http://schemas.microsoft.com/office/drawing/2014/main" id="{305D7476-B275-42B6-8D7C-A4A0C2F78EAC}"/>
              </a:ext>
            </a:extLst>
          </p:cNvPr>
          <p:cNvPicPr>
            <a:picLocks noChangeAspect="1"/>
          </p:cNvPicPr>
          <p:nvPr userDrawn="1"/>
        </p:nvPicPr>
        <p:blipFill rotWithShape="1">
          <a:blip r:embed="rId2" cstate="print">
            <a:extLst>
              <a:ext uri="{28A0092B-C50C-407E-A947-70E740481C1C}">
                <a14:useLocalDpi xmlns:a14="http://schemas.microsoft.com/office/drawing/2010/main" val="0"/>
              </a:ext>
            </a:extLst>
          </a:blip>
          <a:srcRect r="4077"/>
          <a:stretch/>
        </p:blipFill>
        <p:spPr>
          <a:xfrm>
            <a:off x="10820400" y="6400800"/>
            <a:ext cx="709913" cy="228600"/>
          </a:xfrm>
          <a:prstGeom prst="rect">
            <a:avLst/>
          </a:prstGeom>
        </p:spPr>
      </p:pic>
    </p:spTree>
    <p:extLst>
      <p:ext uri="{BB962C8B-B14F-4D97-AF65-F5344CB8AC3E}">
        <p14:creationId xmlns:p14="http://schemas.microsoft.com/office/powerpoint/2010/main" val="34091265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4_Title and Conten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38F97E55-68B0-4E78-8819-96463181F0E0}"/>
              </a:ext>
            </a:extLst>
          </p:cNvPr>
          <p:cNvSpPr/>
          <p:nvPr userDrawn="1"/>
        </p:nvSpPr>
        <p:spPr>
          <a:xfrm>
            <a:off x="2" y="0"/>
            <a:ext cx="12192000" cy="990600"/>
          </a:xfrm>
          <a:prstGeom prst="rect">
            <a:avLst/>
          </a:prstGeom>
          <a:solidFill>
            <a:srgbClr val="004E59"/>
          </a:solidFill>
        </p:spPr>
        <p:style>
          <a:lnRef idx="2">
            <a:schemeClr val="accent1">
              <a:shade val="50000"/>
            </a:schemeClr>
          </a:lnRef>
          <a:fillRef idx="1">
            <a:schemeClr val="accent1"/>
          </a:fillRef>
          <a:effectRef idx="0">
            <a:schemeClr val="accent1"/>
          </a:effectRef>
          <a:fontRef idx="minor">
            <a:schemeClr val="lt1"/>
          </a:fontRef>
        </p:style>
        <p:txBody>
          <a:bodyPr lIns="76200" tIns="76200" rIns="76200" bIns="76200" rtlCol="0" anchor="ctr"/>
          <a:lstStyle/>
          <a:p>
            <a:pPr algn="ctr"/>
            <a:endParaRPr lang="en-US" sz="1765">
              <a:solidFill>
                <a:schemeClr val="bg1"/>
              </a:solidFill>
              <a:latin typeface="Segoe UI" panose="020B0502040204020203" pitchFamily="34" charset="0"/>
            </a:endParaRPr>
          </a:p>
        </p:txBody>
      </p:sp>
      <p:sp>
        <p:nvSpPr>
          <p:cNvPr id="2" name="Title 1"/>
          <p:cNvSpPr>
            <a:spLocks noGrp="1"/>
          </p:cNvSpPr>
          <p:nvPr>
            <p:ph type="title"/>
          </p:nvPr>
        </p:nvSpPr>
        <p:spPr>
          <a:xfrm>
            <a:off x="381000" y="228600"/>
            <a:ext cx="11430000" cy="533400"/>
          </a:xfrm>
        </p:spPr>
        <p:txBody>
          <a:bodyPr tIns="91440" bIns="91440"/>
          <a:lstStyle>
            <a:lvl1pPr>
              <a:defRPr>
                <a:solidFill>
                  <a:schemeClr val="bg1"/>
                </a:solidFill>
                <a:latin typeface="+mj-lt"/>
              </a:defRPr>
            </a:lvl1pPr>
          </a:lstStyle>
          <a:p>
            <a:r>
              <a:rPr lang="en-US"/>
              <a:t>Click to edit Master title style</a:t>
            </a:r>
          </a:p>
        </p:txBody>
      </p:sp>
      <p:sp>
        <p:nvSpPr>
          <p:cNvPr id="3" name="Content Placeholder 2"/>
          <p:cNvSpPr>
            <a:spLocks noGrp="1"/>
          </p:cNvSpPr>
          <p:nvPr>
            <p:ph idx="1"/>
          </p:nvPr>
        </p:nvSpPr>
        <p:spPr>
          <a:xfrm>
            <a:off x="2209800" y="1676400"/>
            <a:ext cx="9601200" cy="4648200"/>
          </a:xfrm>
        </p:spPr>
        <p:txBody>
          <a:bodyPr tIns="91440" bIns="91440">
            <a:noAutofit/>
          </a:bodyPr>
          <a:lstStyle>
            <a:lvl1pPr marL="0" indent="0">
              <a:lnSpc>
                <a:spcPct val="120000"/>
              </a:lnSpc>
              <a:spcBef>
                <a:spcPts val="1000"/>
              </a:spcBef>
              <a:buNone/>
              <a:defRPr sz="1167">
                <a:latin typeface="Segoe UI" panose="020B0502040204020203" pitchFamily="34" charset="0"/>
              </a:defRPr>
            </a:lvl1pPr>
            <a:lvl2pPr marL="448266" indent="0">
              <a:buNone/>
              <a:defRPr sz="1167">
                <a:latin typeface="+mn-lt"/>
              </a:defRPr>
            </a:lvl2pPr>
            <a:lvl3pPr marL="896533" indent="0">
              <a:buNone/>
              <a:defRPr sz="1167">
                <a:latin typeface="+mn-lt"/>
              </a:defRPr>
            </a:lvl3pPr>
            <a:lvl4pPr marL="1344800" indent="0">
              <a:buNone/>
              <a:defRPr sz="1167">
                <a:latin typeface="+mn-lt"/>
              </a:defRPr>
            </a:lvl4pPr>
            <a:lvl5pPr marL="1793067" indent="0">
              <a:buNone/>
              <a:defRPr sz="1167">
                <a:latin typeface="+mn-lt"/>
              </a:defRPr>
            </a:lvl5pPr>
          </a:lstStyle>
          <a:p>
            <a:pPr lvl="0"/>
            <a:r>
              <a:rPr lang="en-US"/>
              <a:t>Edit Master text styles</a:t>
            </a:r>
          </a:p>
        </p:txBody>
      </p:sp>
      <p:sp>
        <p:nvSpPr>
          <p:cNvPr id="4" name="Date Placeholder 3"/>
          <p:cNvSpPr>
            <a:spLocks noGrp="1"/>
          </p:cNvSpPr>
          <p:nvPr>
            <p:ph type="dt" sz="half" idx="10"/>
          </p:nvPr>
        </p:nvSpPr>
        <p:spPr/>
        <p:txBody>
          <a:bodyPr/>
          <a:lstStyle>
            <a:lvl1pPr>
              <a:defRPr>
                <a:latin typeface="Segoe UI" panose="020B0502040204020203" pitchFamily="34" charset="0"/>
              </a:defRPr>
            </a:lvl1pPr>
          </a:lstStyle>
          <a:p>
            <a:fld id="{329CB498-A152-0E46-AC05-74B506BF4C99}" type="datetime1">
              <a:rPr lang="en-US" smtClean="0"/>
              <a:t>5/28/2024</a:t>
            </a:fld>
            <a:endParaRPr lang="en-US"/>
          </a:p>
        </p:txBody>
      </p:sp>
      <p:sp>
        <p:nvSpPr>
          <p:cNvPr id="5" name="Footer Placeholder 4"/>
          <p:cNvSpPr>
            <a:spLocks noGrp="1"/>
          </p:cNvSpPr>
          <p:nvPr>
            <p:ph type="ftr" sz="quarter" idx="11"/>
          </p:nvPr>
        </p:nvSpPr>
        <p:spPr/>
        <p:txBody>
          <a:bodyPr/>
          <a:lstStyle>
            <a:lvl1pPr>
              <a:defRPr>
                <a:latin typeface="Segoe UI" panose="020B0502040204020203" pitchFamily="34" charset="0"/>
              </a:defRPr>
            </a:lvl1pPr>
          </a:lstStyle>
          <a:p>
            <a:endParaRPr lang="en-US"/>
          </a:p>
        </p:txBody>
      </p:sp>
      <p:sp>
        <p:nvSpPr>
          <p:cNvPr id="6" name="Slide Number Placeholder 5"/>
          <p:cNvSpPr>
            <a:spLocks noGrp="1"/>
          </p:cNvSpPr>
          <p:nvPr>
            <p:ph type="sldNum" sz="quarter" idx="12"/>
          </p:nvPr>
        </p:nvSpPr>
        <p:spPr/>
        <p:txBody>
          <a:bodyPr/>
          <a:lstStyle>
            <a:lvl1pPr>
              <a:defRPr>
                <a:latin typeface="Segoe UI" panose="020B0502040204020203" pitchFamily="34" charset="0"/>
              </a:defRPr>
            </a:lvl1pPr>
          </a:lstStyle>
          <a:p>
            <a:fld id="{49A40DB5-B054-4B52-B27D-446721D6CC27}" type="slidenum">
              <a:rPr lang="en-US" smtClean="0"/>
              <a:pPr/>
              <a:t>‹#›</a:t>
            </a:fld>
            <a:endParaRPr lang="en-US"/>
          </a:p>
        </p:txBody>
      </p:sp>
      <p:sp>
        <p:nvSpPr>
          <p:cNvPr id="11" name="Text Placeholder 10">
            <a:extLst>
              <a:ext uri="{FF2B5EF4-FFF2-40B4-BE49-F238E27FC236}">
                <a16:creationId xmlns:a16="http://schemas.microsoft.com/office/drawing/2014/main" id="{E1026E56-FB1E-43F7-9EDA-3E69635CD04E}"/>
              </a:ext>
            </a:extLst>
          </p:cNvPr>
          <p:cNvSpPr>
            <a:spLocks noGrp="1"/>
          </p:cNvSpPr>
          <p:nvPr>
            <p:ph type="body" sz="quarter" idx="13"/>
          </p:nvPr>
        </p:nvSpPr>
        <p:spPr>
          <a:xfrm>
            <a:off x="2209800" y="1219200"/>
            <a:ext cx="9715499" cy="381000"/>
          </a:xfrm>
        </p:spPr>
        <p:txBody>
          <a:bodyPr tIns="91440" bIns="91440">
            <a:noAutofit/>
          </a:bodyPr>
          <a:lstStyle>
            <a:lvl1pPr marL="0" indent="0">
              <a:buNone/>
              <a:defRPr sz="2000">
                <a:latin typeface="+mj-lt"/>
              </a:defRPr>
            </a:lvl1pPr>
            <a:lvl2pPr marL="448266" indent="0">
              <a:buNone/>
              <a:defRPr sz="2000">
                <a:latin typeface="+mj-lt"/>
              </a:defRPr>
            </a:lvl2pPr>
            <a:lvl3pPr marL="896533" indent="0">
              <a:buNone/>
              <a:defRPr sz="2000">
                <a:latin typeface="+mj-lt"/>
              </a:defRPr>
            </a:lvl3pPr>
            <a:lvl4pPr marL="1344800" indent="0">
              <a:buNone/>
              <a:defRPr sz="2000">
                <a:latin typeface="+mj-lt"/>
              </a:defRPr>
            </a:lvl4pPr>
            <a:lvl5pPr marL="1793067" indent="0">
              <a:buNone/>
              <a:defRPr sz="2000">
                <a:latin typeface="+mj-lt"/>
              </a:defRPr>
            </a:lvl5pPr>
          </a:lstStyle>
          <a:p>
            <a:pPr lvl="0"/>
            <a:r>
              <a:rPr lang="en-US"/>
              <a:t>Edit Master text styles</a:t>
            </a:r>
          </a:p>
        </p:txBody>
      </p:sp>
      <p:sp>
        <p:nvSpPr>
          <p:cNvPr id="15" name="Picture Placeholder 14">
            <a:extLst>
              <a:ext uri="{FF2B5EF4-FFF2-40B4-BE49-F238E27FC236}">
                <a16:creationId xmlns:a16="http://schemas.microsoft.com/office/drawing/2014/main" id="{A4AA2593-D531-4835-B3BF-CF108C3D1C1E}"/>
              </a:ext>
            </a:extLst>
          </p:cNvPr>
          <p:cNvSpPr>
            <a:spLocks noGrp="1"/>
          </p:cNvSpPr>
          <p:nvPr>
            <p:ph type="pic" sz="quarter" idx="16"/>
          </p:nvPr>
        </p:nvSpPr>
        <p:spPr>
          <a:xfrm>
            <a:off x="381000" y="1219200"/>
            <a:ext cx="1524000" cy="1524000"/>
          </a:xfrm>
        </p:spPr>
        <p:txBody>
          <a:bodyPr tIns="91440" bIns="91440"/>
          <a:lstStyle>
            <a:lvl1pPr>
              <a:defRPr>
                <a:latin typeface="Segoe UI" panose="020B0502040204020203" pitchFamily="34" charset="0"/>
              </a:defRPr>
            </a:lvl1pPr>
          </a:lstStyle>
          <a:p>
            <a:endParaRPr lang="en-US"/>
          </a:p>
        </p:txBody>
      </p:sp>
      <p:pic>
        <p:nvPicPr>
          <p:cNvPr id="22" name="Picture 21">
            <a:extLst>
              <a:ext uri="{FF2B5EF4-FFF2-40B4-BE49-F238E27FC236}">
                <a16:creationId xmlns:a16="http://schemas.microsoft.com/office/drawing/2014/main" id="{305D7476-B275-42B6-8D7C-A4A0C2F78EAC}"/>
              </a:ext>
            </a:extLst>
          </p:cNvPr>
          <p:cNvPicPr>
            <a:picLocks noChangeAspect="1"/>
          </p:cNvPicPr>
          <p:nvPr userDrawn="1"/>
        </p:nvPicPr>
        <p:blipFill rotWithShape="1">
          <a:blip r:embed="rId2" cstate="print">
            <a:extLst>
              <a:ext uri="{28A0092B-C50C-407E-A947-70E740481C1C}">
                <a14:useLocalDpi xmlns:a14="http://schemas.microsoft.com/office/drawing/2010/main" val="0"/>
              </a:ext>
            </a:extLst>
          </a:blip>
          <a:srcRect r="4077"/>
          <a:stretch/>
        </p:blipFill>
        <p:spPr>
          <a:xfrm>
            <a:off x="10820400" y="6400800"/>
            <a:ext cx="709913" cy="228600"/>
          </a:xfrm>
          <a:prstGeom prst="rect">
            <a:avLst/>
          </a:prstGeom>
        </p:spPr>
      </p:pic>
    </p:spTree>
    <p:extLst>
      <p:ext uri="{BB962C8B-B14F-4D97-AF65-F5344CB8AC3E}">
        <p14:creationId xmlns:p14="http://schemas.microsoft.com/office/powerpoint/2010/main" val="272623678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3_Title Only">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lvl1pPr>
              <a:defRPr>
                <a:latin typeface="Segoe UI" panose="020B0502040204020203" pitchFamily="34" charset="0"/>
              </a:defRPr>
            </a:lvl1pPr>
          </a:lstStyle>
          <a:p>
            <a:fld id="{ECB8B563-3EFC-804F-B647-D5A4BD71924D}" type="datetime1">
              <a:rPr lang="en-US" smtClean="0"/>
              <a:t>5/28/2024</a:t>
            </a:fld>
            <a:endParaRPr lang="en-US"/>
          </a:p>
        </p:txBody>
      </p:sp>
      <p:sp>
        <p:nvSpPr>
          <p:cNvPr id="4" name="Footer Placeholder 3"/>
          <p:cNvSpPr>
            <a:spLocks noGrp="1"/>
          </p:cNvSpPr>
          <p:nvPr>
            <p:ph type="ftr" sz="quarter" idx="11"/>
          </p:nvPr>
        </p:nvSpPr>
        <p:spPr/>
        <p:txBody>
          <a:bodyPr/>
          <a:lstStyle>
            <a:lvl1pPr>
              <a:defRPr>
                <a:latin typeface="Segoe UI" panose="020B0502040204020203" pitchFamily="34" charset="0"/>
              </a:defRPr>
            </a:lvl1pPr>
          </a:lstStyle>
          <a:p>
            <a:endParaRPr lang="en-US"/>
          </a:p>
        </p:txBody>
      </p:sp>
      <p:sp>
        <p:nvSpPr>
          <p:cNvPr id="5" name="Slide Number Placeholder 4"/>
          <p:cNvSpPr>
            <a:spLocks noGrp="1"/>
          </p:cNvSpPr>
          <p:nvPr>
            <p:ph type="sldNum" sz="quarter" idx="12"/>
          </p:nvPr>
        </p:nvSpPr>
        <p:spPr/>
        <p:txBody>
          <a:bodyPr/>
          <a:lstStyle>
            <a:lvl1pPr>
              <a:defRPr>
                <a:latin typeface="Segoe UI" panose="020B0502040204020203" pitchFamily="34" charset="0"/>
              </a:defRPr>
            </a:lvl1pPr>
          </a:lstStyle>
          <a:p>
            <a:fld id="{49A40DB5-B054-4B52-B27D-446721D6CC27}" type="slidenum">
              <a:rPr lang="en-US" smtClean="0"/>
              <a:pPr/>
              <a:t>‹#›</a:t>
            </a:fld>
            <a:endParaRPr lang="en-US"/>
          </a:p>
        </p:txBody>
      </p:sp>
      <p:pic>
        <p:nvPicPr>
          <p:cNvPr id="7" name="Picture 6"/>
          <p:cNvPicPr>
            <a:picLocks noChangeAspect="1"/>
          </p:cNvPicPr>
          <p:nvPr/>
        </p:nvPicPr>
        <p:blipFill>
          <a:blip r:embed="rId2"/>
          <a:stretch>
            <a:fillRect/>
          </a:stretch>
        </p:blipFill>
        <p:spPr>
          <a:xfrm>
            <a:off x="3" y="4"/>
            <a:ext cx="9980838" cy="818148"/>
          </a:xfrm>
          <a:prstGeom prst="rect">
            <a:avLst/>
          </a:prstGeom>
        </p:spPr>
      </p:pic>
      <p:sp>
        <p:nvSpPr>
          <p:cNvPr id="12" name="Rectangle 11"/>
          <p:cNvSpPr/>
          <p:nvPr/>
        </p:nvSpPr>
        <p:spPr>
          <a:xfrm>
            <a:off x="2" y="0"/>
            <a:ext cx="12192000" cy="990600"/>
          </a:xfrm>
          <a:prstGeom prst="rect">
            <a:avLst/>
          </a:prstGeom>
          <a:solidFill>
            <a:srgbClr val="004E59"/>
          </a:solidFill>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endParaRPr lang="en-US" sz="1765">
              <a:solidFill>
                <a:schemeClr val="bg1"/>
              </a:solidFill>
              <a:latin typeface="Segoe UI" panose="020B0502040204020203" pitchFamily="34" charset="0"/>
            </a:endParaRPr>
          </a:p>
        </p:txBody>
      </p:sp>
      <p:sp>
        <p:nvSpPr>
          <p:cNvPr id="2" name="Title 1"/>
          <p:cNvSpPr>
            <a:spLocks noGrp="1"/>
          </p:cNvSpPr>
          <p:nvPr>
            <p:ph type="title"/>
          </p:nvPr>
        </p:nvSpPr>
        <p:spPr>
          <a:xfrm>
            <a:off x="381000" y="228600"/>
            <a:ext cx="10997080" cy="533400"/>
          </a:xfrm>
        </p:spPr>
        <p:txBody>
          <a:bodyPr tIns="91440" bIns="91440">
            <a:noAutofit/>
          </a:bodyPr>
          <a:lstStyle>
            <a:lvl1pPr>
              <a:defRPr>
                <a:solidFill>
                  <a:schemeClr val="bg1"/>
                </a:solidFill>
                <a:latin typeface="+mj-lt"/>
              </a:defRPr>
            </a:lvl1pPr>
          </a:lstStyle>
          <a:p>
            <a:r>
              <a:rPr lang="en-US"/>
              <a:t>Click to edit Master title style</a:t>
            </a:r>
          </a:p>
        </p:txBody>
      </p:sp>
      <p:cxnSp>
        <p:nvCxnSpPr>
          <p:cNvPr id="9" name="Straight Connector 8"/>
          <p:cNvCxnSpPr/>
          <p:nvPr/>
        </p:nvCxnSpPr>
        <p:spPr>
          <a:xfrm>
            <a:off x="6095999" y="1219200"/>
            <a:ext cx="0" cy="4953000"/>
          </a:xfrm>
          <a:prstGeom prst="line">
            <a:avLst/>
          </a:prstGeom>
          <a:ln>
            <a:solidFill>
              <a:schemeClr val="tx1"/>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0" name="Straight Connector 9"/>
          <p:cNvCxnSpPr/>
          <p:nvPr/>
        </p:nvCxnSpPr>
        <p:spPr>
          <a:xfrm flipV="1">
            <a:off x="914400" y="3578424"/>
            <a:ext cx="10668000" cy="0"/>
          </a:xfrm>
          <a:prstGeom prst="line">
            <a:avLst/>
          </a:prstGeom>
          <a:ln>
            <a:solidFill>
              <a:schemeClr val="tx1"/>
            </a:solidFill>
            <a:headEnd type="none"/>
            <a:tailEnd type="none"/>
          </a:ln>
        </p:spPr>
        <p:style>
          <a:lnRef idx="1">
            <a:schemeClr val="accent1"/>
          </a:lnRef>
          <a:fillRef idx="0">
            <a:schemeClr val="accent1"/>
          </a:fillRef>
          <a:effectRef idx="0">
            <a:schemeClr val="accent1"/>
          </a:effectRef>
          <a:fontRef idx="minor">
            <a:schemeClr val="tx1"/>
          </a:fontRef>
        </p:style>
      </p:cxnSp>
      <p:sp>
        <p:nvSpPr>
          <p:cNvPr id="8" name="Text Placeholder 7"/>
          <p:cNvSpPr>
            <a:spLocks noGrp="1"/>
          </p:cNvSpPr>
          <p:nvPr>
            <p:ph type="body" sz="quarter" idx="13"/>
          </p:nvPr>
        </p:nvSpPr>
        <p:spPr>
          <a:xfrm>
            <a:off x="380999" y="1219201"/>
            <a:ext cx="5334000" cy="2016474"/>
          </a:xfrm>
        </p:spPr>
        <p:txBody>
          <a:bodyPr>
            <a:noAutofit/>
          </a:bodyPr>
          <a:lstStyle>
            <a:lvl1pPr marL="0" indent="0">
              <a:lnSpc>
                <a:spcPct val="120000"/>
              </a:lnSpc>
              <a:spcBef>
                <a:spcPts val="1000"/>
              </a:spcBef>
              <a:buNone/>
              <a:defRPr sz="1167" u="none">
                <a:latin typeface="Segoe UI" panose="020B0502040204020203" pitchFamily="34" charset="0"/>
              </a:defRPr>
            </a:lvl1pPr>
            <a:lvl2pPr marL="448267" indent="0">
              <a:lnSpc>
                <a:spcPct val="120000"/>
              </a:lnSpc>
              <a:spcBef>
                <a:spcPts val="1000"/>
              </a:spcBef>
              <a:buNone/>
              <a:defRPr sz="1167" u="none">
                <a:latin typeface="Segoe UI" panose="020B0502040204020203" pitchFamily="34" charset="0"/>
              </a:defRPr>
            </a:lvl2pPr>
            <a:lvl3pPr marL="896533" indent="0">
              <a:lnSpc>
                <a:spcPct val="120000"/>
              </a:lnSpc>
              <a:spcBef>
                <a:spcPts val="1000"/>
              </a:spcBef>
              <a:buNone/>
              <a:defRPr sz="1167" u="none">
                <a:latin typeface="Segoe UI" panose="020B0502040204020203" pitchFamily="34" charset="0"/>
              </a:defRPr>
            </a:lvl3pPr>
            <a:lvl4pPr marL="1344800" indent="0">
              <a:lnSpc>
                <a:spcPct val="120000"/>
              </a:lnSpc>
              <a:spcBef>
                <a:spcPts val="1000"/>
              </a:spcBef>
              <a:buNone/>
              <a:defRPr sz="1167" u="none">
                <a:latin typeface="Segoe UI" panose="020B0502040204020203" pitchFamily="34" charset="0"/>
              </a:defRPr>
            </a:lvl4pPr>
            <a:lvl5pPr marL="1793067" indent="0">
              <a:lnSpc>
                <a:spcPct val="120000"/>
              </a:lnSpc>
              <a:spcBef>
                <a:spcPts val="1000"/>
              </a:spcBef>
              <a:buNone/>
              <a:defRPr sz="1167" u="none">
                <a:latin typeface="Segoe UI" panose="020B0502040204020203" pitchFamily="34"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pic>
        <p:nvPicPr>
          <p:cNvPr id="22" name="Picture 21">
            <a:extLst>
              <a:ext uri="{FF2B5EF4-FFF2-40B4-BE49-F238E27FC236}">
                <a16:creationId xmlns:a16="http://schemas.microsoft.com/office/drawing/2014/main" id="{AC2313EE-4E04-435C-9E05-266AC0400A12}"/>
              </a:ext>
            </a:extLst>
          </p:cNvPr>
          <p:cNvPicPr>
            <a:picLocks noChangeAspect="1"/>
          </p:cNvPicPr>
          <p:nvPr userDrawn="1"/>
        </p:nvPicPr>
        <p:blipFill rotWithShape="1">
          <a:blip r:embed="rId3" cstate="print">
            <a:extLst>
              <a:ext uri="{28A0092B-C50C-407E-A947-70E740481C1C}">
                <a14:useLocalDpi xmlns:a14="http://schemas.microsoft.com/office/drawing/2010/main" val="0"/>
              </a:ext>
            </a:extLst>
          </a:blip>
          <a:srcRect r="4077"/>
          <a:stretch/>
        </p:blipFill>
        <p:spPr>
          <a:xfrm>
            <a:off x="10820400" y="6400800"/>
            <a:ext cx="709913" cy="228600"/>
          </a:xfrm>
          <a:prstGeom prst="rect">
            <a:avLst/>
          </a:prstGeom>
        </p:spPr>
      </p:pic>
      <p:sp>
        <p:nvSpPr>
          <p:cNvPr id="23" name="Text Placeholder 7">
            <a:extLst>
              <a:ext uri="{FF2B5EF4-FFF2-40B4-BE49-F238E27FC236}">
                <a16:creationId xmlns:a16="http://schemas.microsoft.com/office/drawing/2014/main" id="{3AE54BA5-9B86-4728-A69D-A321E9398458}"/>
              </a:ext>
            </a:extLst>
          </p:cNvPr>
          <p:cNvSpPr>
            <a:spLocks noGrp="1"/>
          </p:cNvSpPr>
          <p:nvPr>
            <p:ph type="body" sz="quarter" idx="14"/>
          </p:nvPr>
        </p:nvSpPr>
        <p:spPr>
          <a:xfrm>
            <a:off x="6477000" y="1219201"/>
            <a:ext cx="5334000" cy="2016474"/>
          </a:xfrm>
        </p:spPr>
        <p:txBody>
          <a:bodyPr>
            <a:noAutofit/>
          </a:bodyPr>
          <a:lstStyle>
            <a:lvl1pPr marL="0" indent="0">
              <a:lnSpc>
                <a:spcPct val="120000"/>
              </a:lnSpc>
              <a:spcBef>
                <a:spcPts val="1000"/>
              </a:spcBef>
              <a:buNone/>
              <a:defRPr sz="1167" u="none">
                <a:latin typeface="Segoe UI" panose="020B0502040204020203" pitchFamily="34" charset="0"/>
              </a:defRPr>
            </a:lvl1pPr>
            <a:lvl2pPr marL="448267" indent="0">
              <a:lnSpc>
                <a:spcPct val="120000"/>
              </a:lnSpc>
              <a:spcBef>
                <a:spcPts val="1000"/>
              </a:spcBef>
              <a:buNone/>
              <a:defRPr sz="1167" u="none">
                <a:latin typeface="Segoe UI" panose="020B0502040204020203" pitchFamily="34" charset="0"/>
              </a:defRPr>
            </a:lvl2pPr>
            <a:lvl3pPr marL="896533" indent="0">
              <a:lnSpc>
                <a:spcPct val="120000"/>
              </a:lnSpc>
              <a:spcBef>
                <a:spcPts val="1000"/>
              </a:spcBef>
              <a:buNone/>
              <a:defRPr sz="1167" u="none">
                <a:latin typeface="Segoe UI" panose="020B0502040204020203" pitchFamily="34" charset="0"/>
              </a:defRPr>
            </a:lvl3pPr>
            <a:lvl4pPr marL="1344800" indent="0">
              <a:lnSpc>
                <a:spcPct val="120000"/>
              </a:lnSpc>
              <a:spcBef>
                <a:spcPts val="1000"/>
              </a:spcBef>
              <a:buNone/>
              <a:defRPr sz="1167" u="none">
                <a:latin typeface="Segoe UI" panose="020B0502040204020203" pitchFamily="34" charset="0"/>
              </a:defRPr>
            </a:lvl4pPr>
            <a:lvl5pPr marL="1793067" indent="0">
              <a:lnSpc>
                <a:spcPct val="120000"/>
              </a:lnSpc>
              <a:spcBef>
                <a:spcPts val="1000"/>
              </a:spcBef>
              <a:buNone/>
              <a:defRPr sz="1167" u="none">
                <a:latin typeface="Segoe UI" panose="020B0502040204020203" pitchFamily="34"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24" name="Text Placeholder 7">
            <a:extLst>
              <a:ext uri="{FF2B5EF4-FFF2-40B4-BE49-F238E27FC236}">
                <a16:creationId xmlns:a16="http://schemas.microsoft.com/office/drawing/2014/main" id="{920F2E92-1F2E-4441-B0DE-CFEB5FE92A2F}"/>
              </a:ext>
            </a:extLst>
          </p:cNvPr>
          <p:cNvSpPr>
            <a:spLocks noGrp="1"/>
          </p:cNvSpPr>
          <p:nvPr>
            <p:ph type="body" sz="quarter" idx="15"/>
          </p:nvPr>
        </p:nvSpPr>
        <p:spPr>
          <a:xfrm>
            <a:off x="391583" y="3810001"/>
            <a:ext cx="5334000" cy="2016474"/>
          </a:xfrm>
        </p:spPr>
        <p:txBody>
          <a:bodyPr>
            <a:noAutofit/>
          </a:bodyPr>
          <a:lstStyle>
            <a:lvl1pPr marL="0" indent="0">
              <a:lnSpc>
                <a:spcPct val="120000"/>
              </a:lnSpc>
              <a:spcBef>
                <a:spcPts val="1000"/>
              </a:spcBef>
              <a:buNone/>
              <a:defRPr sz="1167" u="none">
                <a:latin typeface="Segoe UI" panose="020B0502040204020203" pitchFamily="34" charset="0"/>
              </a:defRPr>
            </a:lvl1pPr>
            <a:lvl2pPr marL="448267" indent="0">
              <a:lnSpc>
                <a:spcPct val="120000"/>
              </a:lnSpc>
              <a:spcBef>
                <a:spcPts val="1000"/>
              </a:spcBef>
              <a:buNone/>
              <a:defRPr sz="1167" u="none">
                <a:latin typeface="Segoe UI" panose="020B0502040204020203" pitchFamily="34" charset="0"/>
              </a:defRPr>
            </a:lvl2pPr>
            <a:lvl3pPr marL="896533" indent="0">
              <a:lnSpc>
                <a:spcPct val="120000"/>
              </a:lnSpc>
              <a:spcBef>
                <a:spcPts val="1000"/>
              </a:spcBef>
              <a:buNone/>
              <a:defRPr sz="1167" u="none">
                <a:latin typeface="Segoe UI" panose="020B0502040204020203" pitchFamily="34" charset="0"/>
              </a:defRPr>
            </a:lvl3pPr>
            <a:lvl4pPr marL="1344800" indent="0">
              <a:lnSpc>
                <a:spcPct val="120000"/>
              </a:lnSpc>
              <a:spcBef>
                <a:spcPts val="1000"/>
              </a:spcBef>
              <a:buNone/>
              <a:defRPr sz="1167" u="none">
                <a:latin typeface="Segoe UI" panose="020B0502040204020203" pitchFamily="34" charset="0"/>
              </a:defRPr>
            </a:lvl4pPr>
            <a:lvl5pPr marL="1793067" indent="0">
              <a:lnSpc>
                <a:spcPct val="120000"/>
              </a:lnSpc>
              <a:spcBef>
                <a:spcPts val="1000"/>
              </a:spcBef>
              <a:buNone/>
              <a:defRPr sz="1167" u="none">
                <a:latin typeface="Segoe UI" panose="020B0502040204020203" pitchFamily="34"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25" name="Text Placeholder 7">
            <a:extLst>
              <a:ext uri="{FF2B5EF4-FFF2-40B4-BE49-F238E27FC236}">
                <a16:creationId xmlns:a16="http://schemas.microsoft.com/office/drawing/2014/main" id="{72231F7B-8ACB-4A68-883B-D5361B594F34}"/>
              </a:ext>
            </a:extLst>
          </p:cNvPr>
          <p:cNvSpPr>
            <a:spLocks noGrp="1"/>
          </p:cNvSpPr>
          <p:nvPr>
            <p:ph type="body" sz="quarter" idx="16"/>
          </p:nvPr>
        </p:nvSpPr>
        <p:spPr>
          <a:xfrm>
            <a:off x="6487583" y="3810001"/>
            <a:ext cx="5334000" cy="2016474"/>
          </a:xfrm>
        </p:spPr>
        <p:txBody>
          <a:bodyPr>
            <a:noAutofit/>
          </a:bodyPr>
          <a:lstStyle>
            <a:lvl1pPr marL="0" indent="0">
              <a:lnSpc>
                <a:spcPct val="120000"/>
              </a:lnSpc>
              <a:spcBef>
                <a:spcPts val="1000"/>
              </a:spcBef>
              <a:buNone/>
              <a:defRPr sz="1167" u="none">
                <a:latin typeface="Segoe UI" panose="020B0502040204020203" pitchFamily="34" charset="0"/>
              </a:defRPr>
            </a:lvl1pPr>
            <a:lvl2pPr marL="448267" indent="0">
              <a:lnSpc>
                <a:spcPct val="120000"/>
              </a:lnSpc>
              <a:spcBef>
                <a:spcPts val="1000"/>
              </a:spcBef>
              <a:buNone/>
              <a:defRPr sz="1167" u="none">
                <a:latin typeface="Segoe UI" panose="020B0502040204020203" pitchFamily="34" charset="0"/>
              </a:defRPr>
            </a:lvl2pPr>
            <a:lvl3pPr marL="896533" indent="0">
              <a:lnSpc>
                <a:spcPct val="120000"/>
              </a:lnSpc>
              <a:spcBef>
                <a:spcPts val="1000"/>
              </a:spcBef>
              <a:buNone/>
              <a:defRPr sz="1167" u="none">
                <a:latin typeface="Segoe UI" panose="020B0502040204020203" pitchFamily="34" charset="0"/>
              </a:defRPr>
            </a:lvl3pPr>
            <a:lvl4pPr marL="1344800" indent="0">
              <a:lnSpc>
                <a:spcPct val="120000"/>
              </a:lnSpc>
              <a:spcBef>
                <a:spcPts val="1000"/>
              </a:spcBef>
              <a:buNone/>
              <a:defRPr sz="1167" u="none">
                <a:latin typeface="Segoe UI" panose="020B0502040204020203" pitchFamily="34" charset="0"/>
              </a:defRPr>
            </a:lvl4pPr>
            <a:lvl5pPr marL="1793067" indent="0">
              <a:lnSpc>
                <a:spcPct val="120000"/>
              </a:lnSpc>
              <a:spcBef>
                <a:spcPts val="1000"/>
              </a:spcBef>
              <a:buNone/>
              <a:defRPr sz="1167" u="none">
                <a:latin typeface="Segoe UI" panose="020B0502040204020203" pitchFamily="34"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05982652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6C933DAD-64FD-4C29-9D9B-272B0C756FD1}"/>
              </a:ext>
            </a:extLst>
          </p:cNvPr>
          <p:cNvSpPr/>
          <p:nvPr userDrawn="1"/>
        </p:nvSpPr>
        <p:spPr>
          <a:xfrm>
            <a:off x="2" y="0"/>
            <a:ext cx="12192000" cy="990600"/>
          </a:xfrm>
          <a:prstGeom prst="rect">
            <a:avLst/>
          </a:prstGeom>
          <a:solidFill>
            <a:srgbClr val="004E59"/>
          </a:solidFill>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endParaRPr lang="en-US" sz="1765">
              <a:solidFill>
                <a:schemeClr val="bg1"/>
              </a:solidFill>
              <a:latin typeface="Segoe UI" panose="020B0502040204020203" pitchFamily="34" charset="0"/>
            </a:endParaRPr>
          </a:p>
        </p:txBody>
      </p:sp>
      <p:sp>
        <p:nvSpPr>
          <p:cNvPr id="2" name="Title 1"/>
          <p:cNvSpPr>
            <a:spLocks noGrp="1"/>
          </p:cNvSpPr>
          <p:nvPr>
            <p:ph type="title"/>
          </p:nvPr>
        </p:nvSpPr>
        <p:spPr>
          <a:xfrm>
            <a:off x="381000" y="228600"/>
            <a:ext cx="11430000" cy="533400"/>
          </a:xfrm>
        </p:spPr>
        <p:txBody>
          <a:bodyPr lIns="91440" tIns="91440" rIns="91440" bIns="91440"/>
          <a:lstStyle>
            <a:lvl1pPr>
              <a:defRPr>
                <a:solidFill>
                  <a:schemeClr val="bg1"/>
                </a:solidFill>
                <a:latin typeface="+mj-lt"/>
              </a:defRPr>
            </a:lvl1pPr>
          </a:lstStyle>
          <a:p>
            <a:r>
              <a:rPr lang="en-US"/>
              <a:t>Click to edit Master title style</a:t>
            </a:r>
          </a:p>
        </p:txBody>
      </p:sp>
      <p:sp>
        <p:nvSpPr>
          <p:cNvPr id="3" name="Content Placeholder 2"/>
          <p:cNvSpPr>
            <a:spLocks noGrp="1"/>
          </p:cNvSpPr>
          <p:nvPr>
            <p:ph sz="half" idx="1"/>
          </p:nvPr>
        </p:nvSpPr>
        <p:spPr>
          <a:xfrm>
            <a:off x="381000" y="1219199"/>
            <a:ext cx="5334000" cy="4953000"/>
          </a:xfrm>
        </p:spPr>
        <p:txBody>
          <a:bodyPr tIns="91440" bIns="91440">
            <a:noAutofit/>
          </a:bodyPr>
          <a:lstStyle>
            <a:lvl1pPr marL="0" indent="0">
              <a:lnSpc>
                <a:spcPct val="120000"/>
              </a:lnSpc>
              <a:spcBef>
                <a:spcPts val="1000"/>
              </a:spcBef>
              <a:buNone/>
              <a:defRPr sz="1167">
                <a:latin typeface="Segoe UI" panose="020B0502040204020203" pitchFamily="34" charset="0"/>
              </a:defRPr>
            </a:lvl1pPr>
            <a:lvl2pPr marL="448266" indent="0">
              <a:lnSpc>
                <a:spcPct val="120000"/>
              </a:lnSpc>
              <a:spcBef>
                <a:spcPts val="1000"/>
              </a:spcBef>
              <a:buNone/>
              <a:defRPr sz="1167">
                <a:latin typeface="Segoe UI" panose="020B0502040204020203" pitchFamily="34" charset="0"/>
              </a:defRPr>
            </a:lvl2pPr>
            <a:lvl3pPr marL="896533" indent="0">
              <a:lnSpc>
                <a:spcPct val="120000"/>
              </a:lnSpc>
              <a:spcBef>
                <a:spcPts val="1000"/>
              </a:spcBef>
              <a:buNone/>
              <a:defRPr sz="1167">
                <a:latin typeface="Segoe UI" panose="020B0502040204020203" pitchFamily="34" charset="0"/>
              </a:defRPr>
            </a:lvl3pPr>
            <a:lvl4pPr marL="1344800" indent="0">
              <a:lnSpc>
                <a:spcPct val="120000"/>
              </a:lnSpc>
              <a:spcBef>
                <a:spcPts val="1000"/>
              </a:spcBef>
              <a:buNone/>
              <a:defRPr sz="1167">
                <a:latin typeface="Segoe UI" panose="020B0502040204020203" pitchFamily="34" charset="0"/>
              </a:defRPr>
            </a:lvl4pPr>
            <a:lvl5pPr marL="1793067" indent="0">
              <a:lnSpc>
                <a:spcPct val="120000"/>
              </a:lnSpc>
              <a:spcBef>
                <a:spcPts val="1000"/>
              </a:spcBef>
              <a:buNone/>
              <a:defRPr sz="1167">
                <a:latin typeface="Segoe UI" panose="020B0502040204020203" pitchFamily="34"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477000" y="1219199"/>
            <a:ext cx="5334000" cy="4953000"/>
          </a:xfrm>
        </p:spPr>
        <p:txBody>
          <a:bodyPr tIns="91440" bIns="91440">
            <a:noAutofit/>
          </a:bodyPr>
          <a:lstStyle>
            <a:lvl1pPr marL="0" indent="0">
              <a:lnSpc>
                <a:spcPct val="120000"/>
              </a:lnSpc>
              <a:spcBef>
                <a:spcPts val="1000"/>
              </a:spcBef>
              <a:buNone/>
              <a:defRPr sz="1167">
                <a:latin typeface="Segoe UI" panose="020B0502040204020203" pitchFamily="34" charset="0"/>
              </a:defRPr>
            </a:lvl1pPr>
            <a:lvl2pPr marL="448266" indent="0">
              <a:lnSpc>
                <a:spcPct val="120000"/>
              </a:lnSpc>
              <a:spcBef>
                <a:spcPts val="1000"/>
              </a:spcBef>
              <a:buNone/>
              <a:defRPr sz="1167">
                <a:latin typeface="Segoe UI" panose="020B0502040204020203" pitchFamily="34" charset="0"/>
              </a:defRPr>
            </a:lvl2pPr>
            <a:lvl3pPr marL="896533" indent="0">
              <a:lnSpc>
                <a:spcPct val="120000"/>
              </a:lnSpc>
              <a:spcBef>
                <a:spcPts val="1000"/>
              </a:spcBef>
              <a:buNone/>
              <a:defRPr sz="1167">
                <a:latin typeface="Segoe UI" panose="020B0502040204020203" pitchFamily="34" charset="0"/>
              </a:defRPr>
            </a:lvl3pPr>
            <a:lvl4pPr marL="1344800" indent="0">
              <a:lnSpc>
                <a:spcPct val="120000"/>
              </a:lnSpc>
              <a:spcBef>
                <a:spcPts val="1000"/>
              </a:spcBef>
              <a:buNone/>
              <a:defRPr sz="1167">
                <a:latin typeface="Segoe UI" panose="020B0502040204020203" pitchFamily="34" charset="0"/>
              </a:defRPr>
            </a:lvl4pPr>
            <a:lvl5pPr marL="1793067" indent="0">
              <a:lnSpc>
                <a:spcPct val="120000"/>
              </a:lnSpc>
              <a:spcBef>
                <a:spcPts val="1000"/>
              </a:spcBef>
              <a:buNone/>
              <a:defRPr sz="1167">
                <a:latin typeface="Segoe UI" panose="020B0502040204020203" pitchFamily="34"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lvl1pPr>
              <a:defRPr>
                <a:latin typeface="Segoe UI" panose="020B0502040204020203" pitchFamily="34" charset="0"/>
              </a:defRPr>
            </a:lvl1pPr>
          </a:lstStyle>
          <a:p>
            <a:fld id="{8A791F29-2AFC-914F-9E28-28E4A4FB3427}" type="datetime1">
              <a:rPr lang="en-US" smtClean="0"/>
              <a:t>5/28/2024</a:t>
            </a:fld>
            <a:endParaRPr lang="en-US"/>
          </a:p>
        </p:txBody>
      </p:sp>
      <p:sp>
        <p:nvSpPr>
          <p:cNvPr id="6" name="Footer Placeholder 5"/>
          <p:cNvSpPr>
            <a:spLocks noGrp="1"/>
          </p:cNvSpPr>
          <p:nvPr>
            <p:ph type="ftr" sz="quarter" idx="11"/>
          </p:nvPr>
        </p:nvSpPr>
        <p:spPr/>
        <p:txBody>
          <a:bodyPr/>
          <a:lstStyle>
            <a:lvl1pPr>
              <a:defRPr>
                <a:latin typeface="Segoe UI" panose="020B0502040204020203" pitchFamily="34" charset="0"/>
              </a:defRPr>
            </a:lvl1pPr>
          </a:lstStyle>
          <a:p>
            <a:endParaRPr lang="en-US"/>
          </a:p>
        </p:txBody>
      </p:sp>
      <p:sp>
        <p:nvSpPr>
          <p:cNvPr id="7" name="Slide Number Placeholder 6"/>
          <p:cNvSpPr>
            <a:spLocks noGrp="1"/>
          </p:cNvSpPr>
          <p:nvPr>
            <p:ph type="sldNum" sz="quarter" idx="12"/>
          </p:nvPr>
        </p:nvSpPr>
        <p:spPr/>
        <p:txBody>
          <a:bodyPr/>
          <a:lstStyle>
            <a:lvl1pPr>
              <a:defRPr>
                <a:latin typeface="Segoe UI" panose="020B0502040204020203" pitchFamily="34" charset="0"/>
              </a:defRPr>
            </a:lvl1pPr>
          </a:lstStyle>
          <a:p>
            <a:fld id="{49A40DB5-B054-4B52-B27D-446721D6CC27}" type="slidenum">
              <a:rPr lang="en-US" smtClean="0"/>
              <a:pPr/>
              <a:t>‹#›</a:t>
            </a:fld>
            <a:endParaRPr lang="en-US"/>
          </a:p>
        </p:txBody>
      </p:sp>
      <p:pic>
        <p:nvPicPr>
          <p:cNvPr id="9" name="Picture 8">
            <a:extLst>
              <a:ext uri="{FF2B5EF4-FFF2-40B4-BE49-F238E27FC236}">
                <a16:creationId xmlns:a16="http://schemas.microsoft.com/office/drawing/2014/main" id="{18F32470-D5C9-4EB9-BF19-627B706D9959}"/>
              </a:ext>
            </a:extLst>
          </p:cNvPr>
          <p:cNvPicPr>
            <a:picLocks noChangeAspect="1"/>
          </p:cNvPicPr>
          <p:nvPr userDrawn="1"/>
        </p:nvPicPr>
        <p:blipFill rotWithShape="1">
          <a:blip r:embed="rId2" cstate="print">
            <a:extLst>
              <a:ext uri="{28A0092B-C50C-407E-A947-70E740481C1C}">
                <a14:useLocalDpi xmlns:a14="http://schemas.microsoft.com/office/drawing/2010/main" val="0"/>
              </a:ext>
            </a:extLst>
          </a:blip>
          <a:srcRect r="4077"/>
          <a:stretch/>
        </p:blipFill>
        <p:spPr>
          <a:xfrm>
            <a:off x="10820400" y="6400800"/>
            <a:ext cx="709913" cy="228600"/>
          </a:xfrm>
          <a:prstGeom prst="rect">
            <a:avLst/>
          </a:prstGeom>
        </p:spPr>
      </p:pic>
    </p:spTree>
    <p:extLst>
      <p:ext uri="{BB962C8B-B14F-4D97-AF65-F5344CB8AC3E}">
        <p14:creationId xmlns:p14="http://schemas.microsoft.com/office/powerpoint/2010/main" val="117683226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B01256AD-643F-4750-86FB-FD02C1741CFB}"/>
              </a:ext>
            </a:extLst>
          </p:cNvPr>
          <p:cNvSpPr/>
          <p:nvPr userDrawn="1"/>
        </p:nvSpPr>
        <p:spPr>
          <a:xfrm>
            <a:off x="0" y="0"/>
            <a:ext cx="12192000" cy="990600"/>
          </a:xfrm>
          <a:prstGeom prst="rect">
            <a:avLst/>
          </a:prstGeom>
          <a:solidFill>
            <a:srgbClr val="004E59"/>
          </a:solidFill>
          <a:ln>
            <a:solidFill>
              <a:srgbClr val="004E59"/>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endParaRPr lang="en-US" sz="1765">
              <a:solidFill>
                <a:schemeClr val="bg1"/>
              </a:solidFill>
              <a:latin typeface="Segoe UI" panose="020B0502040204020203" pitchFamily="34" charset="0"/>
            </a:endParaRPr>
          </a:p>
        </p:txBody>
      </p:sp>
      <p:sp>
        <p:nvSpPr>
          <p:cNvPr id="2" name="Title 1"/>
          <p:cNvSpPr>
            <a:spLocks noGrp="1"/>
          </p:cNvSpPr>
          <p:nvPr>
            <p:ph type="title"/>
          </p:nvPr>
        </p:nvSpPr>
        <p:spPr>
          <a:xfrm>
            <a:off x="381000" y="228600"/>
            <a:ext cx="11430000" cy="533400"/>
          </a:xfrm>
        </p:spPr>
        <p:txBody>
          <a:bodyPr tIns="91440" bIns="91440"/>
          <a:lstStyle>
            <a:lvl1pPr>
              <a:defRPr>
                <a:solidFill>
                  <a:schemeClr val="bg1"/>
                </a:solidFill>
                <a:latin typeface="+mj-lt"/>
              </a:defRPr>
            </a:lvl1pPr>
          </a:lstStyle>
          <a:p>
            <a:r>
              <a:rPr lang="en-US"/>
              <a:t>Click to edit Master title style</a:t>
            </a:r>
          </a:p>
        </p:txBody>
      </p:sp>
      <p:sp>
        <p:nvSpPr>
          <p:cNvPr id="3" name="Text Placeholder 2"/>
          <p:cNvSpPr>
            <a:spLocks noGrp="1"/>
          </p:cNvSpPr>
          <p:nvPr>
            <p:ph type="body" idx="1"/>
          </p:nvPr>
        </p:nvSpPr>
        <p:spPr>
          <a:xfrm>
            <a:off x="380999" y="1681035"/>
            <a:ext cx="5334000" cy="823397"/>
          </a:xfrm>
        </p:spPr>
        <p:txBody>
          <a:bodyPr anchor="b"/>
          <a:lstStyle>
            <a:lvl1pPr marL="0" indent="0">
              <a:buNone/>
              <a:defRPr sz="2353" b="1">
                <a:latin typeface="+mj-lt"/>
              </a:defRPr>
            </a:lvl1pPr>
            <a:lvl2pPr marL="448267" indent="0">
              <a:buNone/>
              <a:defRPr sz="1961" b="1"/>
            </a:lvl2pPr>
            <a:lvl3pPr marL="896533" indent="0">
              <a:buNone/>
              <a:defRPr sz="1765" b="1"/>
            </a:lvl3pPr>
            <a:lvl4pPr marL="1344800" indent="0">
              <a:buNone/>
              <a:defRPr sz="1569" b="1"/>
            </a:lvl4pPr>
            <a:lvl5pPr marL="1793067" indent="0">
              <a:buNone/>
              <a:defRPr sz="1569" b="1"/>
            </a:lvl5pPr>
            <a:lvl6pPr marL="2241334" indent="0">
              <a:buNone/>
              <a:defRPr sz="1569" b="1"/>
            </a:lvl6pPr>
            <a:lvl7pPr marL="2689600" indent="0">
              <a:buNone/>
              <a:defRPr sz="1569" b="1"/>
            </a:lvl7pPr>
            <a:lvl8pPr marL="3137867" indent="0">
              <a:buNone/>
              <a:defRPr sz="1569" b="1"/>
            </a:lvl8pPr>
            <a:lvl9pPr marL="3586133" indent="0">
              <a:buNone/>
              <a:defRPr sz="1569" b="1"/>
            </a:lvl9pPr>
          </a:lstStyle>
          <a:p>
            <a:pPr lvl="0"/>
            <a:r>
              <a:rPr lang="en-US"/>
              <a:t>Edit Master text styles</a:t>
            </a:r>
          </a:p>
        </p:txBody>
      </p:sp>
      <p:sp>
        <p:nvSpPr>
          <p:cNvPr id="4" name="Content Placeholder 3"/>
          <p:cNvSpPr>
            <a:spLocks noGrp="1"/>
          </p:cNvSpPr>
          <p:nvPr>
            <p:ph sz="half" idx="2"/>
          </p:nvPr>
        </p:nvSpPr>
        <p:spPr>
          <a:xfrm>
            <a:off x="380999" y="2504431"/>
            <a:ext cx="5334000" cy="3685825"/>
          </a:xfrm>
        </p:spPr>
        <p:txBody>
          <a:bodyPr>
            <a:noAutofit/>
          </a:bodyPr>
          <a:lstStyle>
            <a:lvl1pPr marL="0" indent="0">
              <a:buNone/>
              <a:defRPr>
                <a:latin typeface="Segoe UI" panose="020B0502040204020203" pitchFamily="34" charset="0"/>
              </a:defRPr>
            </a:lvl1pPr>
            <a:lvl2pPr marL="448266" indent="0">
              <a:buNone/>
              <a:defRPr>
                <a:latin typeface="Segoe UI" panose="020B0502040204020203" pitchFamily="34" charset="0"/>
              </a:defRPr>
            </a:lvl2pPr>
            <a:lvl3pPr marL="896533" indent="0">
              <a:buNone/>
              <a:defRPr>
                <a:latin typeface="Segoe UI" panose="020B0502040204020203" pitchFamily="34" charset="0"/>
              </a:defRPr>
            </a:lvl3pPr>
            <a:lvl4pPr marL="1344800" indent="0">
              <a:buNone/>
              <a:defRPr>
                <a:latin typeface="Segoe UI" panose="020B0502040204020203" pitchFamily="34" charset="0"/>
              </a:defRPr>
            </a:lvl4pPr>
            <a:lvl5pPr marL="1793067" indent="0">
              <a:buNone/>
              <a:defRPr>
                <a:latin typeface="Segoe UI" panose="020B0502040204020203" pitchFamily="34"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477000" y="1681035"/>
            <a:ext cx="5334000" cy="823397"/>
          </a:xfrm>
        </p:spPr>
        <p:txBody>
          <a:bodyPr anchor="b"/>
          <a:lstStyle>
            <a:lvl1pPr marL="0" indent="0">
              <a:buNone/>
              <a:defRPr sz="2353" b="1">
                <a:latin typeface="+mj-lt"/>
              </a:defRPr>
            </a:lvl1pPr>
            <a:lvl2pPr marL="448267" indent="0">
              <a:buNone/>
              <a:defRPr sz="1961" b="1"/>
            </a:lvl2pPr>
            <a:lvl3pPr marL="896533" indent="0">
              <a:buNone/>
              <a:defRPr sz="1765" b="1"/>
            </a:lvl3pPr>
            <a:lvl4pPr marL="1344800" indent="0">
              <a:buNone/>
              <a:defRPr sz="1569" b="1"/>
            </a:lvl4pPr>
            <a:lvl5pPr marL="1793067" indent="0">
              <a:buNone/>
              <a:defRPr sz="1569" b="1"/>
            </a:lvl5pPr>
            <a:lvl6pPr marL="2241334" indent="0">
              <a:buNone/>
              <a:defRPr sz="1569" b="1"/>
            </a:lvl6pPr>
            <a:lvl7pPr marL="2689600" indent="0">
              <a:buNone/>
              <a:defRPr sz="1569" b="1"/>
            </a:lvl7pPr>
            <a:lvl8pPr marL="3137867" indent="0">
              <a:buNone/>
              <a:defRPr sz="1569" b="1"/>
            </a:lvl8pPr>
            <a:lvl9pPr marL="3586133" indent="0">
              <a:buNone/>
              <a:defRPr sz="1569" b="1"/>
            </a:lvl9pPr>
          </a:lstStyle>
          <a:p>
            <a:pPr lvl="0"/>
            <a:r>
              <a:rPr lang="en-US"/>
              <a:t>Edit Master text styles</a:t>
            </a:r>
          </a:p>
        </p:txBody>
      </p:sp>
      <p:sp>
        <p:nvSpPr>
          <p:cNvPr id="6" name="Content Placeholder 5"/>
          <p:cNvSpPr>
            <a:spLocks noGrp="1"/>
          </p:cNvSpPr>
          <p:nvPr>
            <p:ph sz="quarter" idx="4"/>
          </p:nvPr>
        </p:nvSpPr>
        <p:spPr>
          <a:xfrm>
            <a:off x="6477000" y="2504431"/>
            <a:ext cx="5334000" cy="3685825"/>
          </a:xfrm>
        </p:spPr>
        <p:txBody>
          <a:bodyPr>
            <a:noAutofit/>
          </a:bodyPr>
          <a:lstStyle>
            <a:lvl1pPr marL="0" indent="0">
              <a:buNone/>
              <a:defRPr>
                <a:latin typeface="Segoe UI" panose="020B0502040204020203" pitchFamily="34" charset="0"/>
              </a:defRPr>
            </a:lvl1pPr>
            <a:lvl2pPr marL="448266" indent="0">
              <a:buNone/>
              <a:defRPr>
                <a:latin typeface="Segoe UI" panose="020B0502040204020203" pitchFamily="34" charset="0"/>
              </a:defRPr>
            </a:lvl2pPr>
            <a:lvl3pPr marL="896533" indent="0">
              <a:buNone/>
              <a:defRPr>
                <a:latin typeface="Segoe UI" panose="020B0502040204020203" pitchFamily="34" charset="0"/>
              </a:defRPr>
            </a:lvl3pPr>
            <a:lvl4pPr marL="1344800" indent="0">
              <a:buNone/>
              <a:defRPr>
                <a:latin typeface="Segoe UI" panose="020B0502040204020203" pitchFamily="34" charset="0"/>
              </a:defRPr>
            </a:lvl4pPr>
            <a:lvl5pPr marL="1793067" indent="0">
              <a:buNone/>
              <a:defRPr>
                <a:latin typeface="Segoe UI" panose="020B0502040204020203" pitchFamily="34"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lvl1pPr>
              <a:defRPr>
                <a:latin typeface="Segoe UI" panose="020B0502040204020203" pitchFamily="34" charset="0"/>
              </a:defRPr>
            </a:lvl1pPr>
          </a:lstStyle>
          <a:p>
            <a:fld id="{C8D3AA0E-C5E4-624A-ADD2-D47F8E3B6530}" type="datetime1">
              <a:rPr lang="en-US" smtClean="0"/>
              <a:t>5/28/2024</a:t>
            </a:fld>
            <a:endParaRPr lang="en-US"/>
          </a:p>
        </p:txBody>
      </p:sp>
      <p:sp>
        <p:nvSpPr>
          <p:cNvPr id="8" name="Footer Placeholder 7"/>
          <p:cNvSpPr>
            <a:spLocks noGrp="1"/>
          </p:cNvSpPr>
          <p:nvPr>
            <p:ph type="ftr" sz="quarter" idx="11"/>
          </p:nvPr>
        </p:nvSpPr>
        <p:spPr/>
        <p:txBody>
          <a:bodyPr/>
          <a:lstStyle>
            <a:lvl1pPr>
              <a:defRPr>
                <a:latin typeface="Segoe UI" panose="020B0502040204020203" pitchFamily="34" charset="0"/>
              </a:defRPr>
            </a:lvl1pPr>
          </a:lstStyle>
          <a:p>
            <a:endParaRPr lang="en-US"/>
          </a:p>
        </p:txBody>
      </p:sp>
      <p:sp>
        <p:nvSpPr>
          <p:cNvPr id="9" name="Slide Number Placeholder 8"/>
          <p:cNvSpPr>
            <a:spLocks noGrp="1"/>
          </p:cNvSpPr>
          <p:nvPr>
            <p:ph type="sldNum" sz="quarter" idx="12"/>
          </p:nvPr>
        </p:nvSpPr>
        <p:spPr/>
        <p:txBody>
          <a:bodyPr/>
          <a:lstStyle>
            <a:lvl1pPr>
              <a:defRPr>
                <a:latin typeface="Segoe UI" panose="020B0502040204020203" pitchFamily="34" charset="0"/>
              </a:defRPr>
            </a:lvl1pPr>
          </a:lstStyle>
          <a:p>
            <a:fld id="{49A40DB5-B054-4B52-B27D-446721D6CC27}" type="slidenum">
              <a:rPr lang="en-US" smtClean="0"/>
              <a:pPr/>
              <a:t>‹#›</a:t>
            </a:fld>
            <a:endParaRPr lang="en-US"/>
          </a:p>
        </p:txBody>
      </p:sp>
      <p:pic>
        <p:nvPicPr>
          <p:cNvPr id="11" name="Picture 10">
            <a:extLst>
              <a:ext uri="{FF2B5EF4-FFF2-40B4-BE49-F238E27FC236}">
                <a16:creationId xmlns:a16="http://schemas.microsoft.com/office/drawing/2014/main" id="{C4C4B624-09C9-4734-9996-D8363B05C62A}"/>
              </a:ext>
            </a:extLst>
          </p:cNvPr>
          <p:cNvPicPr>
            <a:picLocks noChangeAspect="1"/>
          </p:cNvPicPr>
          <p:nvPr userDrawn="1"/>
        </p:nvPicPr>
        <p:blipFill rotWithShape="1">
          <a:blip r:embed="rId2" cstate="print">
            <a:extLst>
              <a:ext uri="{28A0092B-C50C-407E-A947-70E740481C1C}">
                <a14:useLocalDpi xmlns:a14="http://schemas.microsoft.com/office/drawing/2010/main" val="0"/>
              </a:ext>
            </a:extLst>
          </a:blip>
          <a:srcRect r="4077"/>
          <a:stretch/>
        </p:blipFill>
        <p:spPr>
          <a:xfrm>
            <a:off x="10820400" y="6400800"/>
            <a:ext cx="709913" cy="228600"/>
          </a:xfrm>
          <a:prstGeom prst="rect">
            <a:avLst/>
          </a:prstGeom>
        </p:spPr>
      </p:pic>
    </p:spTree>
    <p:extLst>
      <p:ext uri="{BB962C8B-B14F-4D97-AF65-F5344CB8AC3E}">
        <p14:creationId xmlns:p14="http://schemas.microsoft.com/office/powerpoint/2010/main" val="361988730"/>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a:defRPr>
                <a:latin typeface="Segoe UI" panose="020B0502040204020203" pitchFamily="34" charset="0"/>
              </a:defRPr>
            </a:lvl1pPr>
          </a:lstStyle>
          <a:p>
            <a:fld id="{8EE4D178-0184-3445-AE21-265E89A2F044}" type="datetime1">
              <a:rPr lang="en-US" smtClean="0"/>
              <a:t>5/28/2024</a:t>
            </a:fld>
            <a:endParaRPr lang="en-US"/>
          </a:p>
        </p:txBody>
      </p:sp>
      <p:sp>
        <p:nvSpPr>
          <p:cNvPr id="3" name="Footer Placeholder 2"/>
          <p:cNvSpPr>
            <a:spLocks noGrp="1"/>
          </p:cNvSpPr>
          <p:nvPr>
            <p:ph type="ftr" sz="quarter" idx="11"/>
          </p:nvPr>
        </p:nvSpPr>
        <p:spPr/>
        <p:txBody>
          <a:bodyPr/>
          <a:lstStyle>
            <a:lvl1pPr>
              <a:defRPr>
                <a:latin typeface="Segoe UI" panose="020B0502040204020203" pitchFamily="34" charset="0"/>
              </a:defRPr>
            </a:lvl1pPr>
          </a:lstStyle>
          <a:p>
            <a:endParaRPr lang="en-US"/>
          </a:p>
        </p:txBody>
      </p:sp>
      <p:sp>
        <p:nvSpPr>
          <p:cNvPr id="4" name="Slide Number Placeholder 3"/>
          <p:cNvSpPr>
            <a:spLocks noGrp="1"/>
          </p:cNvSpPr>
          <p:nvPr>
            <p:ph type="sldNum" sz="quarter" idx="12"/>
          </p:nvPr>
        </p:nvSpPr>
        <p:spPr/>
        <p:txBody>
          <a:bodyPr/>
          <a:lstStyle>
            <a:lvl1pPr>
              <a:defRPr>
                <a:latin typeface="Segoe UI" panose="020B0502040204020203" pitchFamily="34" charset="0"/>
              </a:defRPr>
            </a:lvl1pPr>
          </a:lstStyle>
          <a:p>
            <a:fld id="{49A40DB5-B054-4B52-B27D-446721D6CC27}" type="slidenum">
              <a:rPr lang="en-US" smtClean="0"/>
              <a:pPr/>
              <a:t>‹#›</a:t>
            </a:fld>
            <a:endParaRPr lang="en-US"/>
          </a:p>
        </p:txBody>
      </p:sp>
      <p:pic>
        <p:nvPicPr>
          <p:cNvPr id="7" name="Picture 6">
            <a:extLst>
              <a:ext uri="{FF2B5EF4-FFF2-40B4-BE49-F238E27FC236}">
                <a16:creationId xmlns:a16="http://schemas.microsoft.com/office/drawing/2014/main" id="{27699787-C03F-45A9-825C-0DE0DCF4B9EE}"/>
              </a:ext>
            </a:extLst>
          </p:cNvPr>
          <p:cNvPicPr>
            <a:picLocks noChangeAspect="1"/>
          </p:cNvPicPr>
          <p:nvPr userDrawn="1"/>
        </p:nvPicPr>
        <p:blipFill rotWithShape="1">
          <a:blip r:embed="rId2" cstate="print">
            <a:extLst>
              <a:ext uri="{28A0092B-C50C-407E-A947-70E740481C1C}">
                <a14:useLocalDpi xmlns:a14="http://schemas.microsoft.com/office/drawing/2010/main" val="0"/>
              </a:ext>
            </a:extLst>
          </a:blip>
          <a:srcRect r="4077"/>
          <a:stretch/>
        </p:blipFill>
        <p:spPr>
          <a:xfrm>
            <a:off x="10820400" y="6400800"/>
            <a:ext cx="709913" cy="228600"/>
          </a:xfrm>
          <a:prstGeom prst="rect">
            <a:avLst/>
          </a:prstGeom>
        </p:spPr>
      </p:pic>
    </p:spTree>
    <p:extLst>
      <p:ext uri="{BB962C8B-B14F-4D97-AF65-F5344CB8AC3E}">
        <p14:creationId xmlns:p14="http://schemas.microsoft.com/office/powerpoint/2010/main" val="183453622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itle" preserve="1">
  <p:cSld name="1_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414273" y="2689656"/>
            <a:ext cx="3259815" cy="537931"/>
          </a:xfrm>
        </p:spPr>
        <p:txBody>
          <a:bodyPr wrap="none" anchor="t" anchorCtr="0">
            <a:noAutofit/>
          </a:bodyPr>
          <a:lstStyle>
            <a:lvl1pPr algn="r">
              <a:defRPr sz="3530">
                <a:solidFill>
                  <a:srgbClr val="E45A1E"/>
                </a:solidFill>
              </a:defRPr>
            </a:lvl1pPr>
          </a:lstStyle>
          <a:p>
            <a:r>
              <a:rPr lang="en-US"/>
              <a:t>Click to edit Master title style</a:t>
            </a:r>
          </a:p>
        </p:txBody>
      </p:sp>
      <p:sp>
        <p:nvSpPr>
          <p:cNvPr id="3" name="Subtitle 2"/>
          <p:cNvSpPr>
            <a:spLocks noGrp="1"/>
          </p:cNvSpPr>
          <p:nvPr>
            <p:ph type="subTitle" idx="1"/>
          </p:nvPr>
        </p:nvSpPr>
        <p:spPr>
          <a:xfrm>
            <a:off x="1414273" y="3317243"/>
            <a:ext cx="3259815" cy="1656131"/>
          </a:xfrm>
        </p:spPr>
        <p:txBody>
          <a:bodyPr>
            <a:normAutofit/>
          </a:bodyPr>
          <a:lstStyle>
            <a:lvl1pPr marL="0" indent="0" algn="r">
              <a:buNone/>
              <a:defRPr sz="1765">
                <a:solidFill>
                  <a:srgbClr val="E45A1E"/>
                </a:solidFill>
                <a:latin typeface="Segoe UI Semilight" panose="020B0402040204020203" pitchFamily="34" charset="0"/>
                <a:cs typeface="Segoe UI Semilight" panose="020B0402040204020203" pitchFamily="34" charset="0"/>
              </a:defRPr>
            </a:lvl1pPr>
            <a:lvl2pPr marL="448267" indent="0" algn="ctr">
              <a:buNone/>
              <a:defRPr sz="1961"/>
            </a:lvl2pPr>
            <a:lvl3pPr marL="896533" indent="0" algn="ctr">
              <a:buNone/>
              <a:defRPr sz="1765"/>
            </a:lvl3pPr>
            <a:lvl4pPr marL="1344800" indent="0" algn="ctr">
              <a:buNone/>
              <a:defRPr sz="1569"/>
            </a:lvl4pPr>
            <a:lvl5pPr marL="1793067" indent="0" algn="ctr">
              <a:buNone/>
              <a:defRPr sz="1569"/>
            </a:lvl5pPr>
            <a:lvl6pPr marL="2241334" indent="0" algn="ctr">
              <a:buNone/>
              <a:defRPr sz="1569"/>
            </a:lvl6pPr>
            <a:lvl7pPr marL="2689600" indent="0" algn="ctr">
              <a:buNone/>
              <a:defRPr sz="1569"/>
            </a:lvl7pPr>
            <a:lvl8pPr marL="3137867" indent="0" algn="ctr">
              <a:buNone/>
              <a:defRPr sz="1569"/>
            </a:lvl8pPr>
            <a:lvl9pPr marL="3586133" indent="0" algn="ctr">
              <a:buNone/>
              <a:defRPr sz="1569"/>
            </a:lvl9pPr>
          </a:lstStyle>
          <a:p>
            <a:r>
              <a:rPr lang="en-US"/>
              <a:t>Click to edit Master subtitle style</a:t>
            </a:r>
          </a:p>
        </p:txBody>
      </p:sp>
      <p:sp>
        <p:nvSpPr>
          <p:cNvPr id="4" name="Date Placeholder 3"/>
          <p:cNvSpPr>
            <a:spLocks noGrp="1"/>
          </p:cNvSpPr>
          <p:nvPr>
            <p:ph type="dt" sz="half" idx="10"/>
          </p:nvPr>
        </p:nvSpPr>
        <p:spPr/>
        <p:txBody>
          <a:bodyPr/>
          <a:lstStyle>
            <a:lvl1pPr>
              <a:defRPr>
                <a:latin typeface="Segoe UI" panose="020B0502040204020203" pitchFamily="34" charset="0"/>
              </a:defRPr>
            </a:lvl1pPr>
          </a:lstStyle>
          <a:p>
            <a:fld id="{A659B49B-8CB2-1840-BFA5-C88B3A2AEE97}" type="datetime1">
              <a:rPr lang="en-US" smtClean="0"/>
              <a:t>5/28/2024</a:t>
            </a:fld>
            <a:endParaRPr lang="en-US"/>
          </a:p>
        </p:txBody>
      </p:sp>
      <p:sp>
        <p:nvSpPr>
          <p:cNvPr id="5" name="Footer Placeholder 4"/>
          <p:cNvSpPr>
            <a:spLocks noGrp="1"/>
          </p:cNvSpPr>
          <p:nvPr>
            <p:ph type="ftr" sz="quarter" idx="11"/>
          </p:nvPr>
        </p:nvSpPr>
        <p:spPr/>
        <p:txBody>
          <a:bodyPr/>
          <a:lstStyle>
            <a:lvl1pPr>
              <a:defRPr>
                <a:latin typeface="Segoe UI" panose="020B0502040204020203" pitchFamily="34" charset="0"/>
              </a:defRPr>
            </a:lvl1pPr>
          </a:lstStyle>
          <a:p>
            <a:endParaRPr lang="en-US"/>
          </a:p>
        </p:txBody>
      </p:sp>
      <p:sp>
        <p:nvSpPr>
          <p:cNvPr id="6" name="Slide Number Placeholder 5"/>
          <p:cNvSpPr>
            <a:spLocks noGrp="1"/>
          </p:cNvSpPr>
          <p:nvPr>
            <p:ph type="sldNum" sz="quarter" idx="12"/>
          </p:nvPr>
        </p:nvSpPr>
        <p:spPr/>
        <p:txBody>
          <a:bodyPr/>
          <a:lstStyle>
            <a:lvl1pPr>
              <a:defRPr>
                <a:latin typeface="Segoe UI" panose="020B0502040204020203" pitchFamily="34" charset="0"/>
              </a:defRPr>
            </a:lvl1pPr>
          </a:lstStyle>
          <a:p>
            <a:fld id="{49A40DB5-B054-4B52-B27D-446721D6CC27}" type="slidenum">
              <a:rPr lang="en-US" smtClean="0"/>
              <a:pPr/>
              <a:t>‹#›</a:t>
            </a:fld>
            <a:endParaRPr lang="en-US"/>
          </a:p>
        </p:txBody>
      </p:sp>
      <p:sp>
        <p:nvSpPr>
          <p:cNvPr id="7" name="Rectangle 6"/>
          <p:cNvSpPr/>
          <p:nvPr/>
        </p:nvSpPr>
        <p:spPr>
          <a:xfrm>
            <a:off x="6096002" y="1"/>
            <a:ext cx="6095999" cy="6857999"/>
          </a:xfrm>
          <a:prstGeom prst="rect">
            <a:avLst/>
          </a:prstGeom>
          <a:solidFill>
            <a:srgbClr val="004E5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192">
              <a:latin typeface="Segoe UI" panose="020B0502040204020203" pitchFamily="34" charset="0"/>
            </a:endParaRPr>
          </a:p>
        </p:txBody>
      </p:sp>
      <p:pic>
        <p:nvPicPr>
          <p:cNvPr id="8" name="Picture 7" descr="affirmastudioslogo.png"/>
          <p:cNvPicPr>
            <a:picLocks noChangeAspect="1"/>
          </p:cNvPicPr>
          <p:nvPr/>
        </p:nvPicPr>
        <p:blipFill>
          <a:blip r:embed="rId2" cstate="print">
            <a:extLst>
              <a:ext uri="{28A0092B-C50C-407E-A947-70E740481C1C}">
                <a14:useLocalDpi xmlns:a14="http://schemas.microsoft.com/office/drawing/2010/main"/>
              </a:ext>
            </a:extLst>
          </a:blip>
          <a:stretch>
            <a:fillRect/>
          </a:stretch>
        </p:blipFill>
        <p:spPr>
          <a:xfrm>
            <a:off x="7866624" y="2689656"/>
            <a:ext cx="2204778" cy="562410"/>
          </a:xfrm>
          <a:prstGeom prst="rect">
            <a:avLst/>
          </a:prstGeom>
        </p:spPr>
      </p:pic>
    </p:spTree>
    <p:extLst>
      <p:ext uri="{BB962C8B-B14F-4D97-AF65-F5344CB8AC3E}">
        <p14:creationId xmlns:p14="http://schemas.microsoft.com/office/powerpoint/2010/main" val="2508107325"/>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blank" preserve="1">
  <p:cSld name="1_Blank">
    <p:bg>
      <p:bgPr>
        <a:solidFill>
          <a:srgbClr val="004E59"/>
        </a:solidFill>
        <a:effectLst/>
      </p:bgPr>
    </p:bg>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a:defRPr>
                <a:latin typeface="Segoe UI" panose="020B0502040204020203" pitchFamily="34" charset="0"/>
              </a:defRPr>
            </a:lvl1pPr>
          </a:lstStyle>
          <a:p>
            <a:fld id="{E5F1D005-E872-694B-BE96-7AA740867576}" type="datetime1">
              <a:rPr lang="en-US" smtClean="0"/>
              <a:t>5/28/2024</a:t>
            </a:fld>
            <a:endParaRPr lang="en-US"/>
          </a:p>
        </p:txBody>
      </p:sp>
      <p:sp>
        <p:nvSpPr>
          <p:cNvPr id="3" name="Footer Placeholder 2"/>
          <p:cNvSpPr>
            <a:spLocks noGrp="1"/>
          </p:cNvSpPr>
          <p:nvPr>
            <p:ph type="ftr" sz="quarter" idx="11"/>
          </p:nvPr>
        </p:nvSpPr>
        <p:spPr/>
        <p:txBody>
          <a:bodyPr/>
          <a:lstStyle>
            <a:lvl1pPr>
              <a:defRPr>
                <a:latin typeface="Segoe UI" panose="020B0502040204020203" pitchFamily="34" charset="0"/>
              </a:defRPr>
            </a:lvl1pPr>
          </a:lstStyle>
          <a:p>
            <a:endParaRPr lang="en-US"/>
          </a:p>
        </p:txBody>
      </p:sp>
      <p:sp>
        <p:nvSpPr>
          <p:cNvPr id="4" name="Slide Number Placeholder 3"/>
          <p:cNvSpPr>
            <a:spLocks noGrp="1"/>
          </p:cNvSpPr>
          <p:nvPr>
            <p:ph type="sldNum" sz="quarter" idx="12"/>
          </p:nvPr>
        </p:nvSpPr>
        <p:spPr/>
        <p:txBody>
          <a:bodyPr/>
          <a:lstStyle>
            <a:lvl1pPr>
              <a:defRPr>
                <a:latin typeface="Segoe UI" panose="020B0502040204020203" pitchFamily="34" charset="0"/>
              </a:defRPr>
            </a:lvl1pPr>
          </a:lstStyle>
          <a:p>
            <a:fld id="{49A40DB5-B054-4B52-B27D-446721D6CC27}" type="slidenum">
              <a:rPr lang="en-US" smtClean="0"/>
              <a:pPr/>
              <a:t>‹#›</a:t>
            </a:fld>
            <a:endParaRPr lang="en-US"/>
          </a:p>
        </p:txBody>
      </p:sp>
      <p:pic>
        <p:nvPicPr>
          <p:cNvPr id="6" name="Picture 5">
            <a:extLst>
              <a:ext uri="{FF2B5EF4-FFF2-40B4-BE49-F238E27FC236}">
                <a16:creationId xmlns:a16="http://schemas.microsoft.com/office/drawing/2014/main" id="{171D8278-5719-41B5-BA0B-62F901BD5A88}"/>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820400" y="6400800"/>
            <a:ext cx="704426" cy="182880"/>
          </a:xfrm>
          <a:prstGeom prst="rect">
            <a:avLst/>
          </a:prstGeom>
        </p:spPr>
      </p:pic>
    </p:spTree>
    <p:extLst>
      <p:ext uri="{BB962C8B-B14F-4D97-AF65-F5344CB8AC3E}">
        <p14:creationId xmlns:p14="http://schemas.microsoft.com/office/powerpoint/2010/main" val="4110164246"/>
      </p:ext>
    </p:extLst>
  </p:cSld>
  <p:clrMapOvr>
    <a:overrideClrMapping bg1="dk1" tx1="lt1" bg2="dk2" tx2="lt2" accent1="accent1" accent2="accent2" accent3="accent3" accent4="accent4" accent5="accent5" accent6="accent6" hlink="hlink" folHlink="folHlink"/>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blank" preserve="1">
  <p:cSld name="3_Blank">
    <p:bg>
      <p:bgPr>
        <a:solidFill>
          <a:srgbClr val="E45A1E"/>
        </a:solidFill>
        <a:effectLst/>
      </p:bgPr>
    </p:bg>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a:defRPr>
                <a:latin typeface="Segoe UI" panose="020B0502040204020203" pitchFamily="34" charset="0"/>
              </a:defRPr>
            </a:lvl1pPr>
          </a:lstStyle>
          <a:p>
            <a:fld id="{09BC5A8B-2F32-C544-B377-8DF2ACD3D51C}" type="datetime1">
              <a:rPr lang="en-US" smtClean="0"/>
              <a:t>5/28/2024</a:t>
            </a:fld>
            <a:endParaRPr lang="en-US"/>
          </a:p>
        </p:txBody>
      </p:sp>
      <p:sp>
        <p:nvSpPr>
          <p:cNvPr id="3" name="Footer Placeholder 2"/>
          <p:cNvSpPr>
            <a:spLocks noGrp="1"/>
          </p:cNvSpPr>
          <p:nvPr>
            <p:ph type="ftr" sz="quarter" idx="11"/>
          </p:nvPr>
        </p:nvSpPr>
        <p:spPr/>
        <p:txBody>
          <a:bodyPr/>
          <a:lstStyle>
            <a:lvl1pPr>
              <a:defRPr>
                <a:latin typeface="Segoe UI" panose="020B0502040204020203" pitchFamily="34" charset="0"/>
              </a:defRPr>
            </a:lvl1pPr>
          </a:lstStyle>
          <a:p>
            <a:endParaRPr lang="en-US"/>
          </a:p>
        </p:txBody>
      </p:sp>
      <p:sp>
        <p:nvSpPr>
          <p:cNvPr id="4" name="Slide Number Placeholder 3"/>
          <p:cNvSpPr>
            <a:spLocks noGrp="1"/>
          </p:cNvSpPr>
          <p:nvPr>
            <p:ph type="sldNum" sz="quarter" idx="12"/>
          </p:nvPr>
        </p:nvSpPr>
        <p:spPr/>
        <p:txBody>
          <a:bodyPr/>
          <a:lstStyle>
            <a:lvl1pPr>
              <a:defRPr>
                <a:latin typeface="Segoe UI" panose="020B0502040204020203" pitchFamily="34" charset="0"/>
              </a:defRPr>
            </a:lvl1pPr>
          </a:lstStyle>
          <a:p>
            <a:fld id="{49A40DB5-B054-4B52-B27D-446721D6CC27}" type="slidenum">
              <a:rPr lang="en-US" smtClean="0"/>
              <a:pPr/>
              <a:t>‹#›</a:t>
            </a:fld>
            <a:endParaRPr lang="en-US"/>
          </a:p>
        </p:txBody>
      </p:sp>
      <p:pic>
        <p:nvPicPr>
          <p:cNvPr id="7" name="Picture 6">
            <a:extLst>
              <a:ext uri="{FF2B5EF4-FFF2-40B4-BE49-F238E27FC236}">
                <a16:creationId xmlns:a16="http://schemas.microsoft.com/office/drawing/2014/main" id="{2DDC3FBF-8EF6-411E-AA4F-268641FD25DE}"/>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820400" y="6400800"/>
            <a:ext cx="704426" cy="182880"/>
          </a:xfrm>
          <a:prstGeom prst="rect">
            <a:avLst/>
          </a:prstGeom>
        </p:spPr>
      </p:pic>
    </p:spTree>
    <p:extLst>
      <p:ext uri="{BB962C8B-B14F-4D97-AF65-F5344CB8AC3E}">
        <p14:creationId xmlns:p14="http://schemas.microsoft.com/office/powerpoint/2010/main" val="3635354153"/>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blank" preserve="1">
  <p:cSld name="2_Blank">
    <p:bg>
      <p:bgPr>
        <a:solidFill>
          <a:srgbClr val="333333"/>
        </a:solidFill>
        <a:effectLst/>
      </p:bgPr>
    </p:bg>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a:defRPr>
                <a:latin typeface="Segoe UI" panose="020B0502040204020203" pitchFamily="34" charset="0"/>
              </a:defRPr>
            </a:lvl1pPr>
          </a:lstStyle>
          <a:p>
            <a:fld id="{2882AC5F-E35D-3845-871D-370C1E5BD610}" type="datetime1">
              <a:rPr lang="en-US" smtClean="0"/>
              <a:t>5/28/2024</a:t>
            </a:fld>
            <a:endParaRPr lang="en-US"/>
          </a:p>
        </p:txBody>
      </p:sp>
      <p:sp>
        <p:nvSpPr>
          <p:cNvPr id="3" name="Footer Placeholder 2"/>
          <p:cNvSpPr>
            <a:spLocks noGrp="1"/>
          </p:cNvSpPr>
          <p:nvPr>
            <p:ph type="ftr" sz="quarter" idx="11"/>
          </p:nvPr>
        </p:nvSpPr>
        <p:spPr/>
        <p:txBody>
          <a:bodyPr/>
          <a:lstStyle>
            <a:lvl1pPr>
              <a:defRPr>
                <a:latin typeface="Segoe UI" panose="020B0502040204020203" pitchFamily="34" charset="0"/>
              </a:defRPr>
            </a:lvl1pPr>
          </a:lstStyle>
          <a:p>
            <a:endParaRPr lang="en-US"/>
          </a:p>
        </p:txBody>
      </p:sp>
      <p:sp>
        <p:nvSpPr>
          <p:cNvPr id="4" name="Slide Number Placeholder 3"/>
          <p:cNvSpPr>
            <a:spLocks noGrp="1"/>
          </p:cNvSpPr>
          <p:nvPr>
            <p:ph type="sldNum" sz="quarter" idx="12"/>
          </p:nvPr>
        </p:nvSpPr>
        <p:spPr/>
        <p:txBody>
          <a:bodyPr/>
          <a:lstStyle>
            <a:lvl1pPr>
              <a:defRPr>
                <a:latin typeface="Segoe UI" panose="020B0502040204020203" pitchFamily="34" charset="0"/>
              </a:defRPr>
            </a:lvl1pPr>
          </a:lstStyle>
          <a:p>
            <a:fld id="{49A40DB5-B054-4B52-B27D-446721D6CC27}" type="slidenum">
              <a:rPr lang="en-US" smtClean="0"/>
              <a:pPr/>
              <a:t>‹#›</a:t>
            </a:fld>
            <a:endParaRPr lang="en-US"/>
          </a:p>
        </p:txBody>
      </p:sp>
      <p:pic>
        <p:nvPicPr>
          <p:cNvPr id="6" name="Picture 5">
            <a:extLst>
              <a:ext uri="{FF2B5EF4-FFF2-40B4-BE49-F238E27FC236}">
                <a16:creationId xmlns:a16="http://schemas.microsoft.com/office/drawing/2014/main" id="{5982C415-13F0-4D24-97F3-4AB707C09847}"/>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820400" y="6400800"/>
            <a:ext cx="704426" cy="182880"/>
          </a:xfrm>
          <a:prstGeom prst="rect">
            <a:avLst/>
          </a:prstGeom>
        </p:spPr>
      </p:pic>
    </p:spTree>
    <p:extLst>
      <p:ext uri="{BB962C8B-B14F-4D97-AF65-F5344CB8AC3E}">
        <p14:creationId xmlns:p14="http://schemas.microsoft.com/office/powerpoint/2010/main" val="2762347393"/>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40470" y="457615"/>
            <a:ext cx="3932568" cy="1600096"/>
          </a:xfrm>
        </p:spPr>
        <p:txBody>
          <a:bodyPr anchor="b"/>
          <a:lstStyle>
            <a:lvl1pPr>
              <a:defRPr sz="3137"/>
            </a:lvl1pPr>
          </a:lstStyle>
          <a:p>
            <a:r>
              <a:rPr lang="en-US"/>
              <a:t>Click to edit Master title style</a:t>
            </a:r>
          </a:p>
        </p:txBody>
      </p:sp>
      <p:sp>
        <p:nvSpPr>
          <p:cNvPr id="3" name="Picture Placeholder 2"/>
          <p:cNvSpPr>
            <a:spLocks noGrp="1"/>
          </p:cNvSpPr>
          <p:nvPr>
            <p:ph type="pic" idx="1"/>
          </p:nvPr>
        </p:nvSpPr>
        <p:spPr>
          <a:xfrm>
            <a:off x="5183937" y="986833"/>
            <a:ext cx="6171746" cy="4873445"/>
          </a:xfrm>
        </p:spPr>
        <p:txBody>
          <a:bodyPr/>
          <a:lstStyle>
            <a:lvl1pPr marL="0" indent="0">
              <a:buNone/>
              <a:defRPr sz="3137">
                <a:latin typeface="Segoe UI" panose="020B0502040204020203" pitchFamily="34" charset="0"/>
              </a:defRPr>
            </a:lvl1pPr>
            <a:lvl2pPr marL="448267" indent="0">
              <a:buNone/>
              <a:defRPr sz="2745"/>
            </a:lvl2pPr>
            <a:lvl3pPr marL="896533" indent="0">
              <a:buNone/>
              <a:defRPr sz="2353"/>
            </a:lvl3pPr>
            <a:lvl4pPr marL="1344800" indent="0">
              <a:buNone/>
              <a:defRPr sz="1961"/>
            </a:lvl4pPr>
            <a:lvl5pPr marL="1793067" indent="0">
              <a:buNone/>
              <a:defRPr sz="1961"/>
            </a:lvl5pPr>
            <a:lvl6pPr marL="2241334" indent="0">
              <a:buNone/>
              <a:defRPr sz="1961"/>
            </a:lvl6pPr>
            <a:lvl7pPr marL="2689600" indent="0">
              <a:buNone/>
              <a:defRPr sz="1961"/>
            </a:lvl7pPr>
            <a:lvl8pPr marL="3137867" indent="0">
              <a:buNone/>
              <a:defRPr sz="1961"/>
            </a:lvl8pPr>
            <a:lvl9pPr marL="3586133" indent="0">
              <a:buNone/>
              <a:defRPr sz="1961"/>
            </a:lvl9pPr>
          </a:lstStyle>
          <a:p>
            <a:r>
              <a:rPr lang="en-US"/>
              <a:t>Click icon to add picture</a:t>
            </a:r>
          </a:p>
        </p:txBody>
      </p:sp>
      <p:sp>
        <p:nvSpPr>
          <p:cNvPr id="4" name="Text Placeholder 3"/>
          <p:cNvSpPr>
            <a:spLocks noGrp="1"/>
          </p:cNvSpPr>
          <p:nvPr>
            <p:ph type="body" sz="half" idx="2"/>
          </p:nvPr>
        </p:nvSpPr>
        <p:spPr>
          <a:xfrm>
            <a:off x="840470" y="2057712"/>
            <a:ext cx="3932568" cy="3811903"/>
          </a:xfrm>
        </p:spPr>
        <p:txBody>
          <a:bodyPr/>
          <a:lstStyle>
            <a:lvl1pPr marL="0" indent="0">
              <a:buNone/>
              <a:defRPr sz="1569">
                <a:latin typeface="Segoe UI" panose="020B0502040204020203" pitchFamily="34" charset="0"/>
              </a:defRPr>
            </a:lvl1pPr>
            <a:lvl2pPr marL="448267" indent="0">
              <a:buNone/>
              <a:defRPr sz="1372"/>
            </a:lvl2pPr>
            <a:lvl3pPr marL="896533" indent="0">
              <a:buNone/>
              <a:defRPr sz="1177"/>
            </a:lvl3pPr>
            <a:lvl4pPr marL="1344800" indent="0">
              <a:buNone/>
              <a:defRPr sz="981"/>
            </a:lvl4pPr>
            <a:lvl5pPr marL="1793067" indent="0">
              <a:buNone/>
              <a:defRPr sz="981"/>
            </a:lvl5pPr>
            <a:lvl6pPr marL="2241334" indent="0">
              <a:buNone/>
              <a:defRPr sz="981"/>
            </a:lvl6pPr>
            <a:lvl7pPr marL="2689600" indent="0">
              <a:buNone/>
              <a:defRPr sz="981"/>
            </a:lvl7pPr>
            <a:lvl8pPr marL="3137867" indent="0">
              <a:buNone/>
              <a:defRPr sz="981"/>
            </a:lvl8pPr>
            <a:lvl9pPr marL="3586133" indent="0">
              <a:buNone/>
              <a:defRPr sz="981"/>
            </a:lvl9pPr>
          </a:lstStyle>
          <a:p>
            <a:pPr lvl="0"/>
            <a:r>
              <a:rPr lang="en-US"/>
              <a:t>Edit Master text styles</a:t>
            </a:r>
          </a:p>
        </p:txBody>
      </p:sp>
      <p:sp>
        <p:nvSpPr>
          <p:cNvPr id="5" name="Date Placeholder 4"/>
          <p:cNvSpPr>
            <a:spLocks noGrp="1"/>
          </p:cNvSpPr>
          <p:nvPr>
            <p:ph type="dt" sz="half" idx="10"/>
          </p:nvPr>
        </p:nvSpPr>
        <p:spPr/>
        <p:txBody>
          <a:bodyPr/>
          <a:lstStyle>
            <a:lvl1pPr>
              <a:defRPr>
                <a:latin typeface="Segoe UI" panose="020B0502040204020203" pitchFamily="34" charset="0"/>
              </a:defRPr>
            </a:lvl1pPr>
          </a:lstStyle>
          <a:p>
            <a:fld id="{B3768119-B665-3142-A757-F3AC1ED33665}" type="datetime1">
              <a:rPr lang="en-US" smtClean="0"/>
              <a:t>5/28/2024</a:t>
            </a:fld>
            <a:endParaRPr lang="en-US"/>
          </a:p>
        </p:txBody>
      </p:sp>
      <p:sp>
        <p:nvSpPr>
          <p:cNvPr id="6" name="Footer Placeholder 5"/>
          <p:cNvSpPr>
            <a:spLocks noGrp="1"/>
          </p:cNvSpPr>
          <p:nvPr>
            <p:ph type="ftr" sz="quarter" idx="11"/>
          </p:nvPr>
        </p:nvSpPr>
        <p:spPr/>
        <p:txBody>
          <a:bodyPr/>
          <a:lstStyle>
            <a:lvl1pPr>
              <a:defRPr>
                <a:latin typeface="Segoe UI" panose="020B0502040204020203" pitchFamily="34" charset="0"/>
              </a:defRPr>
            </a:lvl1pPr>
          </a:lstStyle>
          <a:p>
            <a:endParaRPr lang="en-US"/>
          </a:p>
        </p:txBody>
      </p:sp>
      <p:sp>
        <p:nvSpPr>
          <p:cNvPr id="7" name="Slide Number Placeholder 6"/>
          <p:cNvSpPr>
            <a:spLocks noGrp="1"/>
          </p:cNvSpPr>
          <p:nvPr>
            <p:ph type="sldNum" sz="quarter" idx="12"/>
          </p:nvPr>
        </p:nvSpPr>
        <p:spPr/>
        <p:txBody>
          <a:bodyPr/>
          <a:lstStyle>
            <a:lvl1pPr>
              <a:defRPr>
                <a:latin typeface="Segoe UI" panose="020B0502040204020203" pitchFamily="34" charset="0"/>
              </a:defRPr>
            </a:lvl1pPr>
          </a:lstStyle>
          <a:p>
            <a:fld id="{49A40DB5-B054-4B52-B27D-446721D6CC27}" type="slidenum">
              <a:rPr lang="en-US" smtClean="0"/>
              <a:pPr/>
              <a:t>‹#›</a:t>
            </a:fld>
            <a:endParaRPr lang="en-US"/>
          </a:p>
        </p:txBody>
      </p:sp>
    </p:spTree>
    <p:extLst>
      <p:ext uri="{BB962C8B-B14F-4D97-AF65-F5344CB8AC3E}">
        <p14:creationId xmlns:p14="http://schemas.microsoft.com/office/powerpoint/2010/main" val="1885861135"/>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userDrawn="1">
  <p:cSld name="Basic">
    <p:spTree>
      <p:nvGrpSpPr>
        <p:cNvPr id="1" name=""/>
        <p:cNvGrpSpPr/>
        <p:nvPr/>
      </p:nvGrpSpPr>
      <p:grpSpPr>
        <a:xfrm>
          <a:off x="0" y="0"/>
          <a:ext cx="0" cy="0"/>
          <a:chOff x="0" y="0"/>
          <a:chExt cx="0" cy="0"/>
        </a:xfrm>
      </p:grpSpPr>
      <p:sp>
        <p:nvSpPr>
          <p:cNvPr id="3" name="Content Placeholder 2"/>
          <p:cNvSpPr>
            <a:spLocks noGrp="1"/>
          </p:cNvSpPr>
          <p:nvPr>
            <p:ph idx="1" hasCustomPrompt="1"/>
          </p:nvPr>
        </p:nvSpPr>
        <p:spPr>
          <a:xfrm>
            <a:off x="381000" y="1432830"/>
            <a:ext cx="11430000" cy="4350456"/>
          </a:xfrm>
        </p:spPr>
        <p:txBody>
          <a:bodyPr vert="horz" lIns="91440" tIns="91440" rIns="91440" bIns="91440" rtlCol="0">
            <a:noAutofit/>
          </a:bodyPr>
          <a:lstStyle>
            <a:lvl1pPr>
              <a:defRPr lang="en-US" dirty="0" smtClean="0">
                <a:latin typeface="Segoe UI" panose="020B0502040204020203" pitchFamily="34" charset="0"/>
              </a:defRPr>
            </a:lvl1pPr>
            <a:lvl2pPr>
              <a:defRPr lang="en-US" dirty="0" smtClean="0">
                <a:latin typeface="Segoe UI" panose="020B0502040204020203" pitchFamily="34" charset="0"/>
              </a:defRPr>
            </a:lvl2pPr>
            <a:lvl3pPr>
              <a:defRPr lang="en-US" dirty="0" smtClean="0">
                <a:latin typeface="Segoe UI" panose="020B0502040204020203" pitchFamily="34" charset="0"/>
              </a:defRPr>
            </a:lvl3pPr>
            <a:lvl4pPr>
              <a:defRPr lang="en-US" dirty="0" smtClean="0">
                <a:latin typeface="Segoe UI" panose="020B0502040204020203" pitchFamily="34" charset="0"/>
              </a:defRPr>
            </a:lvl4pPr>
            <a:lvl5pPr>
              <a:defRPr lang="en-US" dirty="0">
                <a:latin typeface="Segoe UI" panose="020B050204020402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0" name="Text Placeholder 3"/>
          <p:cNvSpPr>
            <a:spLocks noGrp="1"/>
          </p:cNvSpPr>
          <p:nvPr>
            <p:ph type="body" sz="quarter" idx="16"/>
          </p:nvPr>
        </p:nvSpPr>
        <p:spPr>
          <a:xfrm>
            <a:off x="381000" y="1021080"/>
            <a:ext cx="11487856" cy="228535"/>
          </a:xfrm>
        </p:spPr>
        <p:txBody>
          <a:bodyPr lIns="9144" tIns="0" rIns="0" bIns="0">
            <a:spAutoFit/>
          </a:bodyPr>
          <a:lstStyle>
            <a:lvl1pPr marL="0" indent="0">
              <a:buNone/>
              <a:defRPr sz="1650" spc="-14" baseline="0">
                <a:solidFill>
                  <a:schemeClr val="accent2"/>
                </a:solidFill>
                <a:latin typeface="Segoe UI" panose="020B0502040204020203" pitchFamily="34" charset="0"/>
              </a:defRPr>
            </a:lvl1pPr>
          </a:lstStyle>
          <a:p>
            <a:pPr lvl="0"/>
            <a:r>
              <a:rPr lang="en-US"/>
              <a:t>Click to edit Master text styles</a:t>
            </a:r>
          </a:p>
        </p:txBody>
      </p:sp>
      <p:sp>
        <p:nvSpPr>
          <p:cNvPr id="4" name="Title 3"/>
          <p:cNvSpPr>
            <a:spLocks noGrp="1"/>
          </p:cNvSpPr>
          <p:nvPr>
            <p:ph type="title"/>
          </p:nvPr>
        </p:nvSpPr>
        <p:spPr/>
        <p:txBody>
          <a:bodyPr/>
          <a:lstStyle/>
          <a:p>
            <a:r>
              <a:rPr lang="en-US"/>
              <a:t>Click to edit Master title style</a:t>
            </a:r>
          </a:p>
        </p:txBody>
      </p:sp>
      <p:sp>
        <p:nvSpPr>
          <p:cNvPr id="19" name="Footer Placeholder 3"/>
          <p:cNvSpPr>
            <a:spLocks noGrp="1"/>
          </p:cNvSpPr>
          <p:nvPr>
            <p:ph type="ftr" sz="quarter" idx="3"/>
          </p:nvPr>
        </p:nvSpPr>
        <p:spPr>
          <a:xfrm>
            <a:off x="333816" y="6270900"/>
            <a:ext cx="10739714" cy="428383"/>
          </a:xfrm>
          <a:prstGeom prst="rect">
            <a:avLst/>
          </a:prstGeom>
        </p:spPr>
        <p:txBody>
          <a:bodyPr vert="horz" lIns="91440" tIns="45720" rIns="91440" bIns="45720" rtlCol="0" anchor="ctr"/>
          <a:lstStyle>
            <a:lvl1pPr algn="l">
              <a:defRPr sz="687">
                <a:solidFill>
                  <a:schemeClr val="tx1">
                    <a:tint val="75000"/>
                  </a:schemeClr>
                </a:solidFill>
                <a:latin typeface="Segoe UI" panose="020B0502040204020203" pitchFamily="34" charset="0"/>
              </a:defRPr>
            </a:lvl1pPr>
          </a:lstStyle>
          <a:p>
            <a:endParaRPr lang="en-US"/>
          </a:p>
        </p:txBody>
      </p:sp>
    </p:spTree>
    <p:extLst>
      <p:ext uri="{BB962C8B-B14F-4D97-AF65-F5344CB8AC3E}">
        <p14:creationId xmlns:p14="http://schemas.microsoft.com/office/powerpoint/2010/main" val="35388961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5.xml><?xml version="1.0" encoding="utf-8"?>
<p:sldLayout xmlns:a="http://schemas.openxmlformats.org/drawingml/2006/main" xmlns:r="http://schemas.openxmlformats.org/officeDocument/2006/relationships" xmlns:p="http://schemas.openxmlformats.org/presentationml/2006/main" userDrawn="1">
  <p:cSld name="2_Case Study Single Slide - Data Results">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0E93CEEC-4F06-5349-BB63-F02B2B211B29}"/>
              </a:ext>
            </a:extLst>
          </p:cNvPr>
          <p:cNvSpPr>
            <a:spLocks noGrp="1"/>
          </p:cNvSpPr>
          <p:nvPr>
            <p:ph type="ctrTitle" hasCustomPrompt="1"/>
          </p:nvPr>
        </p:nvSpPr>
        <p:spPr>
          <a:xfrm>
            <a:off x="603285" y="388389"/>
            <a:ext cx="5065999" cy="764390"/>
          </a:xfrm>
        </p:spPr>
        <p:txBody>
          <a:bodyPr anchor="b">
            <a:normAutofit/>
          </a:bodyPr>
          <a:lstStyle>
            <a:lvl1pPr algn="l">
              <a:defRPr sz="4000" b="0" i="0">
                <a:solidFill>
                  <a:srgbClr val="008AD9"/>
                </a:solidFill>
                <a:latin typeface="Arial" panose="020B0604020202020204" pitchFamily="34" charset="0"/>
                <a:cs typeface="Arial" panose="020B0604020202020204" pitchFamily="34" charset="0"/>
              </a:defRPr>
            </a:lvl1pPr>
          </a:lstStyle>
          <a:p>
            <a:r>
              <a:rPr lang="en-US"/>
              <a:t>Company Name</a:t>
            </a:r>
          </a:p>
        </p:txBody>
      </p:sp>
      <p:sp>
        <p:nvSpPr>
          <p:cNvPr id="10" name="Rectangle 9">
            <a:extLst>
              <a:ext uri="{FF2B5EF4-FFF2-40B4-BE49-F238E27FC236}">
                <a16:creationId xmlns:a16="http://schemas.microsoft.com/office/drawing/2014/main" id="{7CD2D898-C1E4-1C4E-B41C-23A7E59AE640}"/>
              </a:ext>
            </a:extLst>
          </p:cNvPr>
          <p:cNvSpPr/>
          <p:nvPr userDrawn="1"/>
        </p:nvSpPr>
        <p:spPr>
          <a:xfrm flipV="1">
            <a:off x="0" y="365239"/>
            <a:ext cx="243068" cy="764390"/>
          </a:xfrm>
          <a:prstGeom prst="rect">
            <a:avLst/>
          </a:prstGeom>
          <a:solidFill>
            <a:srgbClr val="FF8E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308"/>
              <a:t>  </a:t>
            </a:r>
          </a:p>
        </p:txBody>
      </p:sp>
      <p:pic>
        <p:nvPicPr>
          <p:cNvPr id="23" name="Picture 22">
            <a:extLst>
              <a:ext uri="{FF2B5EF4-FFF2-40B4-BE49-F238E27FC236}">
                <a16:creationId xmlns:a16="http://schemas.microsoft.com/office/drawing/2014/main" id="{0438C21C-6688-CD47-9B39-2BD825F592A9}"/>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603284" y="6440199"/>
            <a:ext cx="767123" cy="264231"/>
          </a:xfrm>
          <a:prstGeom prst="rect">
            <a:avLst/>
          </a:prstGeom>
        </p:spPr>
      </p:pic>
      <p:sp>
        <p:nvSpPr>
          <p:cNvPr id="4" name="Text Placeholder 3">
            <a:extLst>
              <a:ext uri="{FF2B5EF4-FFF2-40B4-BE49-F238E27FC236}">
                <a16:creationId xmlns:a16="http://schemas.microsoft.com/office/drawing/2014/main" id="{E5DB3430-93CA-9540-9380-D85F161C9580}"/>
              </a:ext>
            </a:extLst>
          </p:cNvPr>
          <p:cNvSpPr>
            <a:spLocks noGrp="1"/>
          </p:cNvSpPr>
          <p:nvPr>
            <p:ph type="body" sz="quarter" idx="20"/>
          </p:nvPr>
        </p:nvSpPr>
        <p:spPr>
          <a:xfrm>
            <a:off x="603250" y="1450136"/>
            <a:ext cx="5066030" cy="4795100"/>
          </a:xfrm>
        </p:spPr>
        <p:txBody>
          <a:bodyPr/>
          <a:lstStyle>
            <a:lvl1pPr marL="0" indent="0">
              <a:lnSpc>
                <a:spcPct val="150000"/>
              </a:lnSpc>
              <a:buNone/>
              <a:defRPr sz="1600">
                <a:solidFill>
                  <a:schemeClr val="tx1">
                    <a:lumMod val="75000"/>
                    <a:lumOff val="25000"/>
                  </a:schemeClr>
                </a:solidFill>
              </a:defRPr>
            </a:lvl1pPr>
            <a:lvl2pPr>
              <a:lnSpc>
                <a:spcPct val="150000"/>
              </a:lnSpc>
              <a:defRPr sz="1400">
                <a:solidFill>
                  <a:schemeClr val="tx1">
                    <a:lumMod val="75000"/>
                    <a:lumOff val="25000"/>
                  </a:schemeClr>
                </a:solidFill>
              </a:defRPr>
            </a:lvl2pPr>
            <a:lvl3pPr>
              <a:lnSpc>
                <a:spcPct val="150000"/>
              </a:lnSpc>
              <a:defRPr sz="1400">
                <a:solidFill>
                  <a:schemeClr val="tx1">
                    <a:lumMod val="75000"/>
                    <a:lumOff val="25000"/>
                  </a:schemeClr>
                </a:solidFill>
              </a:defRPr>
            </a:lvl3pPr>
            <a:lvl4pPr>
              <a:lnSpc>
                <a:spcPct val="150000"/>
              </a:lnSpc>
              <a:defRPr sz="1400">
                <a:solidFill>
                  <a:schemeClr val="tx1">
                    <a:lumMod val="75000"/>
                    <a:lumOff val="25000"/>
                  </a:schemeClr>
                </a:solidFill>
              </a:defRPr>
            </a:lvl4pPr>
            <a:lvl5pPr>
              <a:lnSpc>
                <a:spcPct val="150000"/>
              </a:lnSpc>
              <a:defRPr sz="140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54196873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6.xml><?xml version="1.0" encoding="utf-8"?>
<p:sldLayout xmlns:a="http://schemas.openxmlformats.org/drawingml/2006/main" xmlns:r="http://schemas.openxmlformats.org/officeDocument/2006/relationships" xmlns:p="http://schemas.openxmlformats.org/presentationml/2006/main" userDrawn="1">
  <p:cSld name="Default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449832679"/>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userDrawn="1">
  <p:cSld name="Content: Title only">
    <p:spTree>
      <p:nvGrpSpPr>
        <p:cNvPr id="1" name=""/>
        <p:cNvGrpSpPr/>
        <p:nvPr/>
      </p:nvGrpSpPr>
      <p:grpSpPr>
        <a:xfrm>
          <a:off x="0" y="0"/>
          <a:ext cx="0" cy="0"/>
          <a:chOff x="0" y="0"/>
          <a:chExt cx="0" cy="0"/>
        </a:xfrm>
      </p:grpSpPr>
      <p:sp>
        <p:nvSpPr>
          <p:cNvPr id="8" name="Slide Number Placeholder 5">
            <a:extLst>
              <a:ext uri="{FF2B5EF4-FFF2-40B4-BE49-F238E27FC236}">
                <a16:creationId xmlns:a16="http://schemas.microsoft.com/office/drawing/2014/main" id="{6C0C770B-B4AF-E443-922A-886366399C36}"/>
              </a:ext>
            </a:extLst>
          </p:cNvPr>
          <p:cNvSpPr>
            <a:spLocks noGrp="1"/>
          </p:cNvSpPr>
          <p:nvPr>
            <p:ph type="sldNum" sz="quarter" idx="12"/>
          </p:nvPr>
        </p:nvSpPr>
        <p:spPr>
          <a:xfrm>
            <a:off x="8845516" y="6454781"/>
            <a:ext cx="2743200" cy="154809"/>
          </a:xfrm>
        </p:spPr>
        <p:txBody>
          <a:bodyPr/>
          <a:lstStyle>
            <a:lvl1pPr>
              <a:defRPr sz="700">
                <a:solidFill>
                  <a:schemeClr val="tx1">
                    <a:lumMod val="85000"/>
                    <a:lumOff val="15000"/>
                  </a:schemeClr>
                </a:solidFill>
              </a:defRPr>
            </a:lvl1pPr>
          </a:lstStyle>
          <a:p>
            <a:fld id="{056F86DB-78DF-EB43-A6BE-40415A3A0052}" type="slidenum">
              <a:rPr lang="en-US" smtClean="0"/>
              <a:pPr/>
              <a:t>‹#›</a:t>
            </a:fld>
            <a:endParaRPr lang="en-US"/>
          </a:p>
        </p:txBody>
      </p:sp>
      <p:sp>
        <p:nvSpPr>
          <p:cNvPr id="9" name="Title 1">
            <a:extLst>
              <a:ext uri="{FF2B5EF4-FFF2-40B4-BE49-F238E27FC236}">
                <a16:creationId xmlns:a16="http://schemas.microsoft.com/office/drawing/2014/main" id="{0E93CEEC-4F06-5349-BB63-F02B2B211B29}"/>
              </a:ext>
            </a:extLst>
          </p:cNvPr>
          <p:cNvSpPr>
            <a:spLocks noGrp="1"/>
          </p:cNvSpPr>
          <p:nvPr>
            <p:ph type="ctrTitle" hasCustomPrompt="1"/>
          </p:nvPr>
        </p:nvSpPr>
        <p:spPr>
          <a:xfrm>
            <a:off x="603284" y="388389"/>
            <a:ext cx="10985432" cy="764390"/>
          </a:xfrm>
        </p:spPr>
        <p:txBody>
          <a:bodyPr anchor="b">
            <a:normAutofit/>
          </a:bodyPr>
          <a:lstStyle>
            <a:lvl1pPr algn="l">
              <a:defRPr sz="4000" b="0" i="0">
                <a:solidFill>
                  <a:srgbClr val="063A79"/>
                </a:solidFill>
                <a:latin typeface="Arial" panose="020B0604020202020204" pitchFamily="34" charset="0"/>
                <a:cs typeface="Arial" panose="020B0604020202020204" pitchFamily="34" charset="0"/>
              </a:defRPr>
            </a:lvl1pPr>
          </a:lstStyle>
          <a:p>
            <a:r>
              <a:rPr lang="en-US"/>
              <a:t>Placeholder for Title</a:t>
            </a:r>
          </a:p>
        </p:txBody>
      </p:sp>
      <p:pic>
        <p:nvPicPr>
          <p:cNvPr id="20" name="Picture 19">
            <a:extLst>
              <a:ext uri="{FF2B5EF4-FFF2-40B4-BE49-F238E27FC236}">
                <a16:creationId xmlns:a16="http://schemas.microsoft.com/office/drawing/2014/main" id="{60499D1E-B5BB-3141-A0F0-C62AD4413DC7}"/>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603284" y="6440199"/>
            <a:ext cx="767123" cy="264231"/>
          </a:xfrm>
          <a:prstGeom prst="rect">
            <a:avLst/>
          </a:prstGeom>
        </p:spPr>
      </p:pic>
    </p:spTree>
    <p:extLst>
      <p:ext uri="{BB962C8B-B14F-4D97-AF65-F5344CB8AC3E}">
        <p14:creationId xmlns:p14="http://schemas.microsoft.com/office/powerpoint/2010/main" val="34265016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8.xml><?xml version="1.0" encoding="utf-8"?>
<p:sldLayout xmlns:a="http://schemas.openxmlformats.org/drawingml/2006/main" xmlns:r="http://schemas.openxmlformats.org/officeDocument/2006/relationships" xmlns:p="http://schemas.openxmlformats.org/presentationml/2006/main" userDrawn="1">
  <p:cSld name="Content: 8 grid ">
    <p:spTree>
      <p:nvGrpSpPr>
        <p:cNvPr id="1" name=""/>
        <p:cNvGrpSpPr/>
        <p:nvPr/>
      </p:nvGrpSpPr>
      <p:grpSpPr>
        <a:xfrm>
          <a:off x="0" y="0"/>
          <a:ext cx="0" cy="0"/>
          <a:chOff x="0" y="0"/>
          <a:chExt cx="0" cy="0"/>
        </a:xfrm>
      </p:grpSpPr>
      <p:sp>
        <p:nvSpPr>
          <p:cNvPr id="27" name="Text Placeholder 4">
            <a:extLst>
              <a:ext uri="{FF2B5EF4-FFF2-40B4-BE49-F238E27FC236}">
                <a16:creationId xmlns:a16="http://schemas.microsoft.com/office/drawing/2014/main" id="{6EA12840-236E-2A46-905C-291BEDC73E4D}"/>
              </a:ext>
            </a:extLst>
          </p:cNvPr>
          <p:cNvSpPr>
            <a:spLocks noGrp="1"/>
          </p:cNvSpPr>
          <p:nvPr>
            <p:ph type="body" sz="quarter" idx="23" hasCustomPrompt="1"/>
          </p:nvPr>
        </p:nvSpPr>
        <p:spPr>
          <a:xfrm>
            <a:off x="758593" y="1816851"/>
            <a:ext cx="2423833" cy="368461"/>
          </a:xfrm>
        </p:spPr>
        <p:txBody>
          <a:bodyPr anchor="ctr">
            <a:noAutofit/>
          </a:bodyPr>
          <a:lstStyle>
            <a:lvl1pPr marL="0" indent="0" algn="ctr">
              <a:buNone/>
              <a:defRPr sz="1400" b="1" i="0">
                <a:solidFill>
                  <a:srgbClr val="008AD9"/>
                </a:solidFill>
                <a:latin typeface="Arial" panose="020B0604020202020204" pitchFamily="34" charset="0"/>
                <a:cs typeface="Arial" panose="020B0604020202020204" pitchFamily="34" charset="0"/>
              </a:defRPr>
            </a:lvl1pPr>
            <a:lvl2pPr marL="457182" indent="0" algn="ctr">
              <a:buNone/>
              <a:defRPr sz="1800"/>
            </a:lvl2pPr>
            <a:lvl3pPr marL="914363" indent="0" algn="ctr">
              <a:buNone/>
              <a:defRPr sz="1800"/>
            </a:lvl3pPr>
            <a:lvl4pPr marL="1371545" indent="0" algn="ctr">
              <a:buNone/>
              <a:defRPr sz="1800"/>
            </a:lvl4pPr>
            <a:lvl5pPr marL="1828727" indent="0" algn="ctr">
              <a:buNone/>
              <a:defRPr sz="1800"/>
            </a:lvl5pPr>
          </a:lstStyle>
          <a:p>
            <a:pPr lvl="0"/>
            <a:r>
              <a:rPr lang="en-US"/>
              <a:t>Lorem Ipsum</a:t>
            </a:r>
          </a:p>
        </p:txBody>
      </p:sp>
      <p:sp>
        <p:nvSpPr>
          <p:cNvPr id="28" name="Text Placeholder 4">
            <a:extLst>
              <a:ext uri="{FF2B5EF4-FFF2-40B4-BE49-F238E27FC236}">
                <a16:creationId xmlns:a16="http://schemas.microsoft.com/office/drawing/2014/main" id="{DCDDE330-0916-C845-97A2-AB2191EA29DD}"/>
              </a:ext>
            </a:extLst>
          </p:cNvPr>
          <p:cNvSpPr>
            <a:spLocks noGrp="1"/>
          </p:cNvSpPr>
          <p:nvPr>
            <p:ph type="body" sz="quarter" idx="24" hasCustomPrompt="1"/>
          </p:nvPr>
        </p:nvSpPr>
        <p:spPr>
          <a:xfrm>
            <a:off x="758593" y="2210388"/>
            <a:ext cx="2423839" cy="1333890"/>
          </a:xfrm>
        </p:spPr>
        <p:txBody>
          <a:bodyPr anchor="t">
            <a:noAutofit/>
          </a:bodyPr>
          <a:lstStyle>
            <a:lvl1pPr marL="0" indent="0" algn="ctr">
              <a:lnSpc>
                <a:spcPct val="150000"/>
              </a:lnSpc>
              <a:buNone/>
              <a:defRPr sz="1200" b="0" i="0">
                <a:solidFill>
                  <a:schemeClr val="tx1">
                    <a:lumMod val="75000"/>
                    <a:lumOff val="25000"/>
                  </a:schemeClr>
                </a:solidFill>
                <a:latin typeface="Arial" panose="020B0604020202020204" pitchFamily="34" charset="0"/>
                <a:cs typeface="Arial" panose="020B0604020202020204" pitchFamily="34" charset="0"/>
              </a:defRPr>
            </a:lvl1pPr>
            <a:lvl2pPr marL="457182" indent="0" algn="ctr">
              <a:buNone/>
              <a:defRPr sz="1800"/>
            </a:lvl2pPr>
            <a:lvl3pPr marL="914363" indent="0" algn="ctr">
              <a:buNone/>
              <a:defRPr sz="1800"/>
            </a:lvl3pPr>
            <a:lvl4pPr marL="1371545" indent="0" algn="ctr">
              <a:buNone/>
              <a:defRPr sz="1800"/>
            </a:lvl4pPr>
            <a:lvl5pPr marL="1828727" indent="0" algn="ctr">
              <a:buNone/>
              <a:defRPr sz="1800"/>
            </a:lvl5pPr>
          </a:lstStyle>
          <a:p>
            <a:pPr lvl="0"/>
            <a:r>
              <a:rPr lang="en-US"/>
              <a:t>Nam </a:t>
            </a:r>
            <a:r>
              <a:rPr lang="en-US" err="1"/>
              <a:t>ut</a:t>
            </a:r>
            <a:r>
              <a:rPr lang="en-US"/>
              <a:t> pharetra ex. </a:t>
            </a:r>
            <a:r>
              <a:rPr lang="en-US" err="1"/>
              <a:t>Praesent</a:t>
            </a:r>
            <a:r>
              <a:rPr lang="en-US"/>
              <a:t> fermentum, </a:t>
            </a:r>
            <a:r>
              <a:rPr lang="en-US" err="1"/>
              <a:t>turpis</a:t>
            </a:r>
            <a:r>
              <a:rPr lang="en-US"/>
              <a:t> </a:t>
            </a:r>
            <a:r>
              <a:rPr lang="en-US" err="1"/>
              <a:t>nec</a:t>
            </a:r>
            <a:r>
              <a:rPr lang="en-US"/>
              <a:t>.</a:t>
            </a:r>
          </a:p>
        </p:txBody>
      </p:sp>
      <p:sp>
        <p:nvSpPr>
          <p:cNvPr id="37" name="Text Placeholder 4">
            <a:extLst>
              <a:ext uri="{FF2B5EF4-FFF2-40B4-BE49-F238E27FC236}">
                <a16:creationId xmlns:a16="http://schemas.microsoft.com/office/drawing/2014/main" id="{7BDD9E4A-FBB0-F34A-A4AD-43002C80DB02}"/>
              </a:ext>
            </a:extLst>
          </p:cNvPr>
          <p:cNvSpPr>
            <a:spLocks noGrp="1"/>
          </p:cNvSpPr>
          <p:nvPr>
            <p:ph type="body" sz="quarter" idx="25" hasCustomPrompt="1"/>
          </p:nvPr>
        </p:nvSpPr>
        <p:spPr>
          <a:xfrm>
            <a:off x="3509324" y="1811219"/>
            <a:ext cx="2423833" cy="368461"/>
          </a:xfrm>
        </p:spPr>
        <p:txBody>
          <a:bodyPr anchor="ctr">
            <a:noAutofit/>
          </a:bodyPr>
          <a:lstStyle>
            <a:lvl1pPr marL="0" indent="0" algn="ctr">
              <a:buNone/>
              <a:defRPr sz="1400" b="1" i="0">
                <a:solidFill>
                  <a:srgbClr val="008AD9"/>
                </a:solidFill>
                <a:latin typeface="Arial" panose="020B0604020202020204" pitchFamily="34" charset="0"/>
                <a:cs typeface="Arial" panose="020B0604020202020204" pitchFamily="34" charset="0"/>
              </a:defRPr>
            </a:lvl1pPr>
            <a:lvl2pPr marL="457182" indent="0" algn="ctr">
              <a:buNone/>
              <a:defRPr sz="1800"/>
            </a:lvl2pPr>
            <a:lvl3pPr marL="914363" indent="0" algn="ctr">
              <a:buNone/>
              <a:defRPr sz="1800"/>
            </a:lvl3pPr>
            <a:lvl4pPr marL="1371545" indent="0" algn="ctr">
              <a:buNone/>
              <a:defRPr sz="1800"/>
            </a:lvl4pPr>
            <a:lvl5pPr marL="1828727" indent="0" algn="ctr">
              <a:buNone/>
              <a:defRPr sz="1800"/>
            </a:lvl5pPr>
          </a:lstStyle>
          <a:p>
            <a:pPr lvl="0"/>
            <a:r>
              <a:rPr lang="en-US"/>
              <a:t>Lorem Ipsum</a:t>
            </a:r>
          </a:p>
        </p:txBody>
      </p:sp>
      <p:sp>
        <p:nvSpPr>
          <p:cNvPr id="38" name="Text Placeholder 4">
            <a:extLst>
              <a:ext uri="{FF2B5EF4-FFF2-40B4-BE49-F238E27FC236}">
                <a16:creationId xmlns:a16="http://schemas.microsoft.com/office/drawing/2014/main" id="{BF5A558D-9D15-9C47-BE61-669C7571DD00}"/>
              </a:ext>
            </a:extLst>
          </p:cNvPr>
          <p:cNvSpPr>
            <a:spLocks noGrp="1"/>
          </p:cNvSpPr>
          <p:nvPr>
            <p:ph type="body" sz="quarter" idx="26" hasCustomPrompt="1"/>
          </p:nvPr>
        </p:nvSpPr>
        <p:spPr>
          <a:xfrm>
            <a:off x="3509324" y="2204756"/>
            <a:ext cx="2423839" cy="1333890"/>
          </a:xfrm>
        </p:spPr>
        <p:txBody>
          <a:bodyPr anchor="t">
            <a:noAutofit/>
          </a:bodyPr>
          <a:lstStyle>
            <a:lvl1pPr marL="0" indent="0" algn="ctr">
              <a:lnSpc>
                <a:spcPct val="150000"/>
              </a:lnSpc>
              <a:buNone/>
              <a:defRPr sz="1200" b="0" i="0">
                <a:solidFill>
                  <a:schemeClr val="tx1">
                    <a:lumMod val="75000"/>
                    <a:lumOff val="25000"/>
                  </a:schemeClr>
                </a:solidFill>
                <a:latin typeface="Arial" panose="020B0604020202020204" pitchFamily="34" charset="0"/>
                <a:cs typeface="Arial" panose="020B0604020202020204" pitchFamily="34" charset="0"/>
              </a:defRPr>
            </a:lvl1pPr>
            <a:lvl2pPr marL="457182" indent="0" algn="ctr">
              <a:buNone/>
              <a:defRPr sz="1800"/>
            </a:lvl2pPr>
            <a:lvl3pPr marL="914363" indent="0" algn="ctr">
              <a:buNone/>
              <a:defRPr sz="1800"/>
            </a:lvl3pPr>
            <a:lvl4pPr marL="1371545" indent="0" algn="ctr">
              <a:buNone/>
              <a:defRPr sz="1800"/>
            </a:lvl4pPr>
            <a:lvl5pPr marL="1828727" indent="0" algn="ctr">
              <a:buNone/>
              <a:defRPr sz="1800"/>
            </a:lvl5pPr>
          </a:lstStyle>
          <a:p>
            <a:pPr lvl="0"/>
            <a:r>
              <a:rPr lang="en-US"/>
              <a:t>Nam </a:t>
            </a:r>
            <a:r>
              <a:rPr lang="en-US" err="1"/>
              <a:t>ut</a:t>
            </a:r>
            <a:r>
              <a:rPr lang="en-US"/>
              <a:t> pharetra ex. </a:t>
            </a:r>
            <a:r>
              <a:rPr lang="en-US" err="1"/>
              <a:t>Praesent</a:t>
            </a:r>
            <a:r>
              <a:rPr lang="en-US"/>
              <a:t> fermentum, </a:t>
            </a:r>
            <a:r>
              <a:rPr lang="en-US" err="1"/>
              <a:t>turpis</a:t>
            </a:r>
            <a:r>
              <a:rPr lang="en-US"/>
              <a:t> </a:t>
            </a:r>
            <a:r>
              <a:rPr lang="en-US" err="1"/>
              <a:t>nec</a:t>
            </a:r>
            <a:r>
              <a:rPr lang="en-US"/>
              <a:t>.</a:t>
            </a:r>
          </a:p>
        </p:txBody>
      </p:sp>
      <p:sp>
        <p:nvSpPr>
          <p:cNvPr id="40" name="Text Placeholder 4">
            <a:extLst>
              <a:ext uri="{FF2B5EF4-FFF2-40B4-BE49-F238E27FC236}">
                <a16:creationId xmlns:a16="http://schemas.microsoft.com/office/drawing/2014/main" id="{A1FBBADE-FE8C-3A42-80AE-C2F040801900}"/>
              </a:ext>
            </a:extLst>
          </p:cNvPr>
          <p:cNvSpPr>
            <a:spLocks noGrp="1"/>
          </p:cNvSpPr>
          <p:nvPr>
            <p:ph type="body" sz="quarter" idx="27" hasCustomPrompt="1"/>
          </p:nvPr>
        </p:nvSpPr>
        <p:spPr>
          <a:xfrm>
            <a:off x="758587" y="4348078"/>
            <a:ext cx="2423833" cy="368461"/>
          </a:xfrm>
        </p:spPr>
        <p:txBody>
          <a:bodyPr anchor="ctr">
            <a:noAutofit/>
          </a:bodyPr>
          <a:lstStyle>
            <a:lvl1pPr marL="0" indent="0" algn="ctr">
              <a:buNone/>
              <a:defRPr sz="1400" b="1" i="0">
                <a:solidFill>
                  <a:srgbClr val="008AD9"/>
                </a:solidFill>
                <a:latin typeface="Arial" panose="020B0604020202020204" pitchFamily="34" charset="0"/>
                <a:cs typeface="Arial" panose="020B0604020202020204" pitchFamily="34" charset="0"/>
              </a:defRPr>
            </a:lvl1pPr>
            <a:lvl2pPr marL="457182" indent="0" algn="ctr">
              <a:buNone/>
              <a:defRPr sz="1800"/>
            </a:lvl2pPr>
            <a:lvl3pPr marL="914363" indent="0" algn="ctr">
              <a:buNone/>
              <a:defRPr sz="1800"/>
            </a:lvl3pPr>
            <a:lvl4pPr marL="1371545" indent="0" algn="ctr">
              <a:buNone/>
              <a:defRPr sz="1800"/>
            </a:lvl4pPr>
            <a:lvl5pPr marL="1828727" indent="0" algn="ctr">
              <a:buNone/>
              <a:defRPr sz="1800"/>
            </a:lvl5pPr>
          </a:lstStyle>
          <a:p>
            <a:pPr lvl="0"/>
            <a:r>
              <a:rPr lang="en-US"/>
              <a:t>Lorem Ipsum</a:t>
            </a:r>
          </a:p>
        </p:txBody>
      </p:sp>
      <p:sp>
        <p:nvSpPr>
          <p:cNvPr id="42" name="Text Placeholder 4">
            <a:extLst>
              <a:ext uri="{FF2B5EF4-FFF2-40B4-BE49-F238E27FC236}">
                <a16:creationId xmlns:a16="http://schemas.microsoft.com/office/drawing/2014/main" id="{EFB5DFFC-B95F-D74D-8343-03DDBC6C6085}"/>
              </a:ext>
            </a:extLst>
          </p:cNvPr>
          <p:cNvSpPr>
            <a:spLocks noGrp="1"/>
          </p:cNvSpPr>
          <p:nvPr>
            <p:ph type="body" sz="quarter" idx="28" hasCustomPrompt="1"/>
          </p:nvPr>
        </p:nvSpPr>
        <p:spPr>
          <a:xfrm>
            <a:off x="758587" y="4741615"/>
            <a:ext cx="2423839" cy="1333890"/>
          </a:xfrm>
        </p:spPr>
        <p:txBody>
          <a:bodyPr anchor="t">
            <a:noAutofit/>
          </a:bodyPr>
          <a:lstStyle>
            <a:lvl1pPr marL="0" indent="0" algn="ctr">
              <a:lnSpc>
                <a:spcPct val="150000"/>
              </a:lnSpc>
              <a:buNone/>
              <a:defRPr sz="1200" b="0" i="0">
                <a:solidFill>
                  <a:schemeClr val="tx1">
                    <a:lumMod val="75000"/>
                    <a:lumOff val="25000"/>
                  </a:schemeClr>
                </a:solidFill>
                <a:latin typeface="Arial" panose="020B0604020202020204" pitchFamily="34" charset="0"/>
                <a:cs typeface="Arial" panose="020B0604020202020204" pitchFamily="34" charset="0"/>
              </a:defRPr>
            </a:lvl1pPr>
            <a:lvl2pPr marL="457182" indent="0" algn="ctr">
              <a:buNone/>
              <a:defRPr sz="1800"/>
            </a:lvl2pPr>
            <a:lvl3pPr marL="914363" indent="0" algn="ctr">
              <a:buNone/>
              <a:defRPr sz="1800"/>
            </a:lvl3pPr>
            <a:lvl4pPr marL="1371545" indent="0" algn="ctr">
              <a:buNone/>
              <a:defRPr sz="1800"/>
            </a:lvl4pPr>
            <a:lvl5pPr marL="1828727" indent="0" algn="ctr">
              <a:buNone/>
              <a:defRPr sz="1800"/>
            </a:lvl5pPr>
          </a:lstStyle>
          <a:p>
            <a:pPr lvl="0"/>
            <a:r>
              <a:rPr lang="en-US"/>
              <a:t>Nam </a:t>
            </a:r>
            <a:r>
              <a:rPr lang="en-US" err="1"/>
              <a:t>ut</a:t>
            </a:r>
            <a:r>
              <a:rPr lang="en-US"/>
              <a:t> pharetra ex. </a:t>
            </a:r>
            <a:r>
              <a:rPr lang="en-US" err="1"/>
              <a:t>Praesent</a:t>
            </a:r>
            <a:r>
              <a:rPr lang="en-US"/>
              <a:t> fermentum, </a:t>
            </a:r>
            <a:r>
              <a:rPr lang="en-US" err="1"/>
              <a:t>turpis</a:t>
            </a:r>
            <a:r>
              <a:rPr lang="en-US"/>
              <a:t> </a:t>
            </a:r>
            <a:r>
              <a:rPr lang="en-US" err="1"/>
              <a:t>nec</a:t>
            </a:r>
            <a:r>
              <a:rPr lang="en-US"/>
              <a:t>.</a:t>
            </a:r>
          </a:p>
        </p:txBody>
      </p:sp>
      <p:sp>
        <p:nvSpPr>
          <p:cNvPr id="44" name="Text Placeholder 4">
            <a:extLst>
              <a:ext uri="{FF2B5EF4-FFF2-40B4-BE49-F238E27FC236}">
                <a16:creationId xmlns:a16="http://schemas.microsoft.com/office/drawing/2014/main" id="{56F74489-41DA-984A-961A-3BFC7DD97583}"/>
              </a:ext>
            </a:extLst>
          </p:cNvPr>
          <p:cNvSpPr>
            <a:spLocks noGrp="1"/>
          </p:cNvSpPr>
          <p:nvPr>
            <p:ph type="body" sz="quarter" idx="29" hasCustomPrompt="1"/>
          </p:nvPr>
        </p:nvSpPr>
        <p:spPr>
          <a:xfrm>
            <a:off x="3509318" y="4342446"/>
            <a:ext cx="2423833" cy="368461"/>
          </a:xfrm>
        </p:spPr>
        <p:txBody>
          <a:bodyPr anchor="ctr">
            <a:noAutofit/>
          </a:bodyPr>
          <a:lstStyle>
            <a:lvl1pPr marL="0" indent="0" algn="ctr">
              <a:buNone/>
              <a:defRPr sz="1400" b="1" i="0">
                <a:solidFill>
                  <a:srgbClr val="008AD9"/>
                </a:solidFill>
                <a:latin typeface="Arial" panose="020B0604020202020204" pitchFamily="34" charset="0"/>
                <a:cs typeface="Arial" panose="020B0604020202020204" pitchFamily="34" charset="0"/>
              </a:defRPr>
            </a:lvl1pPr>
            <a:lvl2pPr marL="457182" indent="0" algn="ctr">
              <a:buNone/>
              <a:defRPr sz="1800"/>
            </a:lvl2pPr>
            <a:lvl3pPr marL="914363" indent="0" algn="ctr">
              <a:buNone/>
              <a:defRPr sz="1800"/>
            </a:lvl3pPr>
            <a:lvl4pPr marL="1371545" indent="0" algn="ctr">
              <a:buNone/>
              <a:defRPr sz="1800"/>
            </a:lvl4pPr>
            <a:lvl5pPr marL="1828727" indent="0" algn="ctr">
              <a:buNone/>
              <a:defRPr sz="1800"/>
            </a:lvl5pPr>
          </a:lstStyle>
          <a:p>
            <a:pPr lvl="0"/>
            <a:r>
              <a:rPr lang="en-US"/>
              <a:t>Lorem Ipsum</a:t>
            </a:r>
          </a:p>
        </p:txBody>
      </p:sp>
      <p:sp>
        <p:nvSpPr>
          <p:cNvPr id="46" name="Text Placeholder 4">
            <a:extLst>
              <a:ext uri="{FF2B5EF4-FFF2-40B4-BE49-F238E27FC236}">
                <a16:creationId xmlns:a16="http://schemas.microsoft.com/office/drawing/2014/main" id="{3D872FA8-7452-4B42-9E82-0BF661418ABB}"/>
              </a:ext>
            </a:extLst>
          </p:cNvPr>
          <p:cNvSpPr>
            <a:spLocks noGrp="1"/>
          </p:cNvSpPr>
          <p:nvPr>
            <p:ph type="body" sz="quarter" idx="30" hasCustomPrompt="1"/>
          </p:nvPr>
        </p:nvSpPr>
        <p:spPr>
          <a:xfrm>
            <a:off x="3509318" y="4735983"/>
            <a:ext cx="2423839" cy="1333890"/>
          </a:xfrm>
        </p:spPr>
        <p:txBody>
          <a:bodyPr anchor="t">
            <a:noAutofit/>
          </a:bodyPr>
          <a:lstStyle>
            <a:lvl1pPr marL="0" indent="0" algn="ctr">
              <a:lnSpc>
                <a:spcPct val="150000"/>
              </a:lnSpc>
              <a:buNone/>
              <a:defRPr sz="1200" b="0" i="0">
                <a:solidFill>
                  <a:schemeClr val="tx1">
                    <a:lumMod val="75000"/>
                    <a:lumOff val="25000"/>
                  </a:schemeClr>
                </a:solidFill>
                <a:latin typeface="Arial" panose="020B0604020202020204" pitchFamily="34" charset="0"/>
                <a:cs typeface="Arial" panose="020B0604020202020204" pitchFamily="34" charset="0"/>
              </a:defRPr>
            </a:lvl1pPr>
            <a:lvl2pPr marL="457182" indent="0" algn="ctr">
              <a:buNone/>
              <a:defRPr sz="1800"/>
            </a:lvl2pPr>
            <a:lvl3pPr marL="914363" indent="0" algn="ctr">
              <a:buNone/>
              <a:defRPr sz="1800"/>
            </a:lvl3pPr>
            <a:lvl4pPr marL="1371545" indent="0" algn="ctr">
              <a:buNone/>
              <a:defRPr sz="1800"/>
            </a:lvl4pPr>
            <a:lvl5pPr marL="1828727" indent="0" algn="ctr">
              <a:buNone/>
              <a:defRPr sz="1800"/>
            </a:lvl5pPr>
          </a:lstStyle>
          <a:p>
            <a:pPr lvl="0"/>
            <a:r>
              <a:rPr lang="en-US"/>
              <a:t>Nam </a:t>
            </a:r>
            <a:r>
              <a:rPr lang="en-US" err="1"/>
              <a:t>ut</a:t>
            </a:r>
            <a:r>
              <a:rPr lang="en-US"/>
              <a:t> pharetra ex. </a:t>
            </a:r>
            <a:r>
              <a:rPr lang="en-US" err="1"/>
              <a:t>Praesent</a:t>
            </a:r>
            <a:r>
              <a:rPr lang="en-US"/>
              <a:t> fermentum, </a:t>
            </a:r>
            <a:r>
              <a:rPr lang="en-US" err="1"/>
              <a:t>turpis</a:t>
            </a:r>
            <a:r>
              <a:rPr lang="en-US"/>
              <a:t> </a:t>
            </a:r>
            <a:r>
              <a:rPr lang="en-US" err="1"/>
              <a:t>nec</a:t>
            </a:r>
            <a:r>
              <a:rPr lang="en-US"/>
              <a:t>.</a:t>
            </a:r>
          </a:p>
        </p:txBody>
      </p:sp>
      <p:sp>
        <p:nvSpPr>
          <p:cNvPr id="48" name="Text Placeholder 4">
            <a:extLst>
              <a:ext uri="{FF2B5EF4-FFF2-40B4-BE49-F238E27FC236}">
                <a16:creationId xmlns:a16="http://schemas.microsoft.com/office/drawing/2014/main" id="{044088E7-1012-4C48-88F6-ADBFAB2ADF45}"/>
              </a:ext>
            </a:extLst>
          </p:cNvPr>
          <p:cNvSpPr>
            <a:spLocks noGrp="1"/>
          </p:cNvSpPr>
          <p:nvPr>
            <p:ph type="body" sz="quarter" idx="31" hasCustomPrompt="1"/>
          </p:nvPr>
        </p:nvSpPr>
        <p:spPr>
          <a:xfrm>
            <a:off x="6275678" y="1811219"/>
            <a:ext cx="2423833" cy="368461"/>
          </a:xfrm>
        </p:spPr>
        <p:txBody>
          <a:bodyPr anchor="ctr">
            <a:noAutofit/>
          </a:bodyPr>
          <a:lstStyle>
            <a:lvl1pPr marL="0" indent="0" algn="ctr">
              <a:buNone/>
              <a:defRPr sz="1400" b="1" i="0">
                <a:solidFill>
                  <a:srgbClr val="008AD9"/>
                </a:solidFill>
                <a:latin typeface="Arial" panose="020B0604020202020204" pitchFamily="34" charset="0"/>
                <a:cs typeface="Arial" panose="020B0604020202020204" pitchFamily="34" charset="0"/>
              </a:defRPr>
            </a:lvl1pPr>
            <a:lvl2pPr marL="457182" indent="0" algn="ctr">
              <a:buNone/>
              <a:defRPr sz="1800"/>
            </a:lvl2pPr>
            <a:lvl3pPr marL="914363" indent="0" algn="ctr">
              <a:buNone/>
              <a:defRPr sz="1800"/>
            </a:lvl3pPr>
            <a:lvl4pPr marL="1371545" indent="0" algn="ctr">
              <a:buNone/>
              <a:defRPr sz="1800"/>
            </a:lvl4pPr>
            <a:lvl5pPr marL="1828727" indent="0" algn="ctr">
              <a:buNone/>
              <a:defRPr sz="1800"/>
            </a:lvl5pPr>
          </a:lstStyle>
          <a:p>
            <a:pPr lvl="0"/>
            <a:r>
              <a:rPr lang="en-US"/>
              <a:t>Lorem Ipsum</a:t>
            </a:r>
          </a:p>
        </p:txBody>
      </p:sp>
      <p:sp>
        <p:nvSpPr>
          <p:cNvPr id="49" name="Text Placeholder 4">
            <a:extLst>
              <a:ext uri="{FF2B5EF4-FFF2-40B4-BE49-F238E27FC236}">
                <a16:creationId xmlns:a16="http://schemas.microsoft.com/office/drawing/2014/main" id="{295F5CA5-D58F-5C40-8ADA-6539BEA88D36}"/>
              </a:ext>
            </a:extLst>
          </p:cNvPr>
          <p:cNvSpPr>
            <a:spLocks noGrp="1"/>
          </p:cNvSpPr>
          <p:nvPr>
            <p:ph type="body" sz="quarter" idx="32" hasCustomPrompt="1"/>
          </p:nvPr>
        </p:nvSpPr>
        <p:spPr>
          <a:xfrm>
            <a:off x="6275678" y="2204756"/>
            <a:ext cx="2423839" cy="1333890"/>
          </a:xfrm>
        </p:spPr>
        <p:txBody>
          <a:bodyPr anchor="t">
            <a:noAutofit/>
          </a:bodyPr>
          <a:lstStyle>
            <a:lvl1pPr marL="0" indent="0" algn="ctr">
              <a:lnSpc>
                <a:spcPct val="150000"/>
              </a:lnSpc>
              <a:buNone/>
              <a:defRPr sz="1200" b="0" i="0">
                <a:solidFill>
                  <a:schemeClr val="tx1">
                    <a:lumMod val="75000"/>
                    <a:lumOff val="25000"/>
                  </a:schemeClr>
                </a:solidFill>
                <a:latin typeface="Arial" panose="020B0604020202020204" pitchFamily="34" charset="0"/>
                <a:cs typeface="Arial" panose="020B0604020202020204" pitchFamily="34" charset="0"/>
              </a:defRPr>
            </a:lvl1pPr>
            <a:lvl2pPr marL="457182" indent="0" algn="ctr">
              <a:buNone/>
              <a:defRPr sz="1800"/>
            </a:lvl2pPr>
            <a:lvl3pPr marL="914363" indent="0" algn="ctr">
              <a:buNone/>
              <a:defRPr sz="1800"/>
            </a:lvl3pPr>
            <a:lvl4pPr marL="1371545" indent="0" algn="ctr">
              <a:buNone/>
              <a:defRPr sz="1800"/>
            </a:lvl4pPr>
            <a:lvl5pPr marL="1828727" indent="0" algn="ctr">
              <a:buNone/>
              <a:defRPr sz="1800"/>
            </a:lvl5pPr>
          </a:lstStyle>
          <a:p>
            <a:pPr lvl="0"/>
            <a:r>
              <a:rPr lang="en-US"/>
              <a:t>Nam </a:t>
            </a:r>
            <a:r>
              <a:rPr lang="en-US" err="1"/>
              <a:t>ut</a:t>
            </a:r>
            <a:r>
              <a:rPr lang="en-US"/>
              <a:t> pharetra ex. </a:t>
            </a:r>
            <a:r>
              <a:rPr lang="en-US" err="1"/>
              <a:t>Praesent</a:t>
            </a:r>
            <a:r>
              <a:rPr lang="en-US"/>
              <a:t> fermentum, </a:t>
            </a:r>
            <a:r>
              <a:rPr lang="en-US" err="1"/>
              <a:t>turpis</a:t>
            </a:r>
            <a:r>
              <a:rPr lang="en-US"/>
              <a:t> </a:t>
            </a:r>
            <a:r>
              <a:rPr lang="en-US" err="1"/>
              <a:t>nec</a:t>
            </a:r>
            <a:r>
              <a:rPr lang="en-US"/>
              <a:t>.</a:t>
            </a:r>
          </a:p>
        </p:txBody>
      </p:sp>
      <p:sp>
        <p:nvSpPr>
          <p:cNvPr id="58" name="Text Placeholder 4">
            <a:extLst>
              <a:ext uri="{FF2B5EF4-FFF2-40B4-BE49-F238E27FC236}">
                <a16:creationId xmlns:a16="http://schemas.microsoft.com/office/drawing/2014/main" id="{B72F790F-F360-0F40-89D1-D65FBF62278B}"/>
              </a:ext>
            </a:extLst>
          </p:cNvPr>
          <p:cNvSpPr>
            <a:spLocks noGrp="1"/>
          </p:cNvSpPr>
          <p:nvPr>
            <p:ph type="body" sz="quarter" idx="33" hasCustomPrompt="1"/>
          </p:nvPr>
        </p:nvSpPr>
        <p:spPr>
          <a:xfrm>
            <a:off x="9026409" y="1805587"/>
            <a:ext cx="2423833" cy="368461"/>
          </a:xfrm>
        </p:spPr>
        <p:txBody>
          <a:bodyPr anchor="ctr">
            <a:noAutofit/>
          </a:bodyPr>
          <a:lstStyle>
            <a:lvl1pPr marL="0" indent="0" algn="ctr">
              <a:buNone/>
              <a:defRPr sz="1400" b="1" i="0">
                <a:solidFill>
                  <a:srgbClr val="008AD9"/>
                </a:solidFill>
                <a:latin typeface="Arial" panose="020B0604020202020204" pitchFamily="34" charset="0"/>
                <a:cs typeface="Arial" panose="020B0604020202020204" pitchFamily="34" charset="0"/>
              </a:defRPr>
            </a:lvl1pPr>
            <a:lvl2pPr marL="457182" indent="0" algn="ctr">
              <a:buNone/>
              <a:defRPr sz="1800"/>
            </a:lvl2pPr>
            <a:lvl3pPr marL="914363" indent="0" algn="ctr">
              <a:buNone/>
              <a:defRPr sz="1800"/>
            </a:lvl3pPr>
            <a:lvl4pPr marL="1371545" indent="0" algn="ctr">
              <a:buNone/>
              <a:defRPr sz="1800"/>
            </a:lvl4pPr>
            <a:lvl5pPr marL="1828727" indent="0" algn="ctr">
              <a:buNone/>
              <a:defRPr sz="1800"/>
            </a:lvl5pPr>
          </a:lstStyle>
          <a:p>
            <a:pPr lvl="0"/>
            <a:r>
              <a:rPr lang="en-US"/>
              <a:t>Lorem Ipsum</a:t>
            </a:r>
          </a:p>
        </p:txBody>
      </p:sp>
      <p:sp>
        <p:nvSpPr>
          <p:cNvPr id="59" name="Text Placeholder 4">
            <a:extLst>
              <a:ext uri="{FF2B5EF4-FFF2-40B4-BE49-F238E27FC236}">
                <a16:creationId xmlns:a16="http://schemas.microsoft.com/office/drawing/2014/main" id="{7C2FD664-5810-E246-9253-EDF031BDA126}"/>
              </a:ext>
            </a:extLst>
          </p:cNvPr>
          <p:cNvSpPr>
            <a:spLocks noGrp="1"/>
          </p:cNvSpPr>
          <p:nvPr>
            <p:ph type="body" sz="quarter" idx="34" hasCustomPrompt="1"/>
          </p:nvPr>
        </p:nvSpPr>
        <p:spPr>
          <a:xfrm>
            <a:off x="9026409" y="2199124"/>
            <a:ext cx="2423839" cy="1333890"/>
          </a:xfrm>
        </p:spPr>
        <p:txBody>
          <a:bodyPr anchor="t">
            <a:noAutofit/>
          </a:bodyPr>
          <a:lstStyle>
            <a:lvl1pPr marL="0" indent="0" algn="ctr">
              <a:lnSpc>
                <a:spcPct val="150000"/>
              </a:lnSpc>
              <a:buNone/>
              <a:defRPr sz="1200" b="0" i="0">
                <a:solidFill>
                  <a:schemeClr val="tx1">
                    <a:lumMod val="75000"/>
                    <a:lumOff val="25000"/>
                  </a:schemeClr>
                </a:solidFill>
                <a:latin typeface="Arial" panose="020B0604020202020204" pitchFamily="34" charset="0"/>
                <a:cs typeface="Arial" panose="020B0604020202020204" pitchFamily="34" charset="0"/>
              </a:defRPr>
            </a:lvl1pPr>
            <a:lvl2pPr marL="457182" indent="0" algn="ctr">
              <a:buNone/>
              <a:defRPr sz="1800"/>
            </a:lvl2pPr>
            <a:lvl3pPr marL="914363" indent="0" algn="ctr">
              <a:buNone/>
              <a:defRPr sz="1800"/>
            </a:lvl3pPr>
            <a:lvl4pPr marL="1371545" indent="0" algn="ctr">
              <a:buNone/>
              <a:defRPr sz="1800"/>
            </a:lvl4pPr>
            <a:lvl5pPr marL="1828727" indent="0" algn="ctr">
              <a:buNone/>
              <a:defRPr sz="1800"/>
            </a:lvl5pPr>
          </a:lstStyle>
          <a:p>
            <a:pPr lvl="0"/>
            <a:r>
              <a:rPr lang="en-US"/>
              <a:t>Nam </a:t>
            </a:r>
            <a:r>
              <a:rPr lang="en-US" err="1"/>
              <a:t>ut</a:t>
            </a:r>
            <a:r>
              <a:rPr lang="en-US"/>
              <a:t> pharetra ex. </a:t>
            </a:r>
            <a:r>
              <a:rPr lang="en-US" err="1"/>
              <a:t>Praesent</a:t>
            </a:r>
            <a:r>
              <a:rPr lang="en-US"/>
              <a:t> fermentum, </a:t>
            </a:r>
            <a:r>
              <a:rPr lang="en-US" err="1"/>
              <a:t>turpis</a:t>
            </a:r>
            <a:r>
              <a:rPr lang="en-US"/>
              <a:t> </a:t>
            </a:r>
            <a:r>
              <a:rPr lang="en-US" err="1"/>
              <a:t>nec</a:t>
            </a:r>
            <a:r>
              <a:rPr lang="en-US"/>
              <a:t>.</a:t>
            </a:r>
          </a:p>
        </p:txBody>
      </p:sp>
      <p:sp>
        <p:nvSpPr>
          <p:cNvPr id="60" name="Text Placeholder 4">
            <a:extLst>
              <a:ext uri="{FF2B5EF4-FFF2-40B4-BE49-F238E27FC236}">
                <a16:creationId xmlns:a16="http://schemas.microsoft.com/office/drawing/2014/main" id="{8CB335D9-CB53-FD47-8622-151263D4DF84}"/>
              </a:ext>
            </a:extLst>
          </p:cNvPr>
          <p:cNvSpPr>
            <a:spLocks noGrp="1"/>
          </p:cNvSpPr>
          <p:nvPr>
            <p:ph type="body" sz="quarter" idx="35" hasCustomPrompt="1"/>
          </p:nvPr>
        </p:nvSpPr>
        <p:spPr>
          <a:xfrm>
            <a:off x="6275672" y="4342446"/>
            <a:ext cx="2423833" cy="368461"/>
          </a:xfrm>
        </p:spPr>
        <p:txBody>
          <a:bodyPr anchor="ctr">
            <a:noAutofit/>
          </a:bodyPr>
          <a:lstStyle>
            <a:lvl1pPr marL="0" indent="0" algn="ctr">
              <a:buNone/>
              <a:defRPr sz="1400" b="1" i="0">
                <a:solidFill>
                  <a:srgbClr val="008AD9"/>
                </a:solidFill>
                <a:latin typeface="Arial" panose="020B0604020202020204" pitchFamily="34" charset="0"/>
                <a:cs typeface="Arial" panose="020B0604020202020204" pitchFamily="34" charset="0"/>
              </a:defRPr>
            </a:lvl1pPr>
            <a:lvl2pPr marL="457182" indent="0" algn="ctr">
              <a:buNone/>
              <a:defRPr sz="1800"/>
            </a:lvl2pPr>
            <a:lvl3pPr marL="914363" indent="0" algn="ctr">
              <a:buNone/>
              <a:defRPr sz="1800"/>
            </a:lvl3pPr>
            <a:lvl4pPr marL="1371545" indent="0" algn="ctr">
              <a:buNone/>
              <a:defRPr sz="1800"/>
            </a:lvl4pPr>
            <a:lvl5pPr marL="1828727" indent="0" algn="ctr">
              <a:buNone/>
              <a:defRPr sz="1800"/>
            </a:lvl5pPr>
          </a:lstStyle>
          <a:p>
            <a:pPr lvl="0"/>
            <a:r>
              <a:rPr lang="en-US"/>
              <a:t>Lorem Ipsum</a:t>
            </a:r>
          </a:p>
        </p:txBody>
      </p:sp>
      <p:sp>
        <p:nvSpPr>
          <p:cNvPr id="61" name="Text Placeholder 4">
            <a:extLst>
              <a:ext uri="{FF2B5EF4-FFF2-40B4-BE49-F238E27FC236}">
                <a16:creationId xmlns:a16="http://schemas.microsoft.com/office/drawing/2014/main" id="{C9AD0CE0-6870-F343-8A66-506DC93E1B27}"/>
              </a:ext>
            </a:extLst>
          </p:cNvPr>
          <p:cNvSpPr>
            <a:spLocks noGrp="1"/>
          </p:cNvSpPr>
          <p:nvPr>
            <p:ph type="body" sz="quarter" idx="36" hasCustomPrompt="1"/>
          </p:nvPr>
        </p:nvSpPr>
        <p:spPr>
          <a:xfrm>
            <a:off x="6275672" y="4735983"/>
            <a:ext cx="2423839" cy="1333890"/>
          </a:xfrm>
        </p:spPr>
        <p:txBody>
          <a:bodyPr anchor="t">
            <a:noAutofit/>
          </a:bodyPr>
          <a:lstStyle>
            <a:lvl1pPr marL="0" indent="0" algn="ctr">
              <a:lnSpc>
                <a:spcPct val="150000"/>
              </a:lnSpc>
              <a:buNone/>
              <a:defRPr sz="1200" b="0" i="0">
                <a:solidFill>
                  <a:schemeClr val="tx1">
                    <a:lumMod val="75000"/>
                    <a:lumOff val="25000"/>
                  </a:schemeClr>
                </a:solidFill>
                <a:latin typeface="Arial" panose="020B0604020202020204" pitchFamily="34" charset="0"/>
                <a:cs typeface="Arial" panose="020B0604020202020204" pitchFamily="34" charset="0"/>
              </a:defRPr>
            </a:lvl1pPr>
            <a:lvl2pPr marL="457182" indent="0" algn="ctr">
              <a:buNone/>
              <a:defRPr sz="1800"/>
            </a:lvl2pPr>
            <a:lvl3pPr marL="914363" indent="0" algn="ctr">
              <a:buNone/>
              <a:defRPr sz="1800"/>
            </a:lvl3pPr>
            <a:lvl4pPr marL="1371545" indent="0" algn="ctr">
              <a:buNone/>
              <a:defRPr sz="1800"/>
            </a:lvl4pPr>
            <a:lvl5pPr marL="1828727" indent="0" algn="ctr">
              <a:buNone/>
              <a:defRPr sz="1800"/>
            </a:lvl5pPr>
          </a:lstStyle>
          <a:p>
            <a:pPr lvl="0"/>
            <a:r>
              <a:rPr lang="en-US"/>
              <a:t>Nam </a:t>
            </a:r>
            <a:r>
              <a:rPr lang="en-US" err="1"/>
              <a:t>ut</a:t>
            </a:r>
            <a:r>
              <a:rPr lang="en-US"/>
              <a:t> pharetra ex. </a:t>
            </a:r>
            <a:r>
              <a:rPr lang="en-US" err="1"/>
              <a:t>Praesent</a:t>
            </a:r>
            <a:r>
              <a:rPr lang="en-US"/>
              <a:t> fermentum, </a:t>
            </a:r>
            <a:r>
              <a:rPr lang="en-US" err="1"/>
              <a:t>turpis</a:t>
            </a:r>
            <a:r>
              <a:rPr lang="en-US"/>
              <a:t> </a:t>
            </a:r>
            <a:r>
              <a:rPr lang="en-US" err="1"/>
              <a:t>nec</a:t>
            </a:r>
            <a:r>
              <a:rPr lang="en-US"/>
              <a:t>.</a:t>
            </a:r>
          </a:p>
        </p:txBody>
      </p:sp>
      <p:sp>
        <p:nvSpPr>
          <p:cNvPr id="62" name="Text Placeholder 4">
            <a:extLst>
              <a:ext uri="{FF2B5EF4-FFF2-40B4-BE49-F238E27FC236}">
                <a16:creationId xmlns:a16="http://schemas.microsoft.com/office/drawing/2014/main" id="{596F69C4-2AEA-FD41-BC4D-E1893F044232}"/>
              </a:ext>
            </a:extLst>
          </p:cNvPr>
          <p:cNvSpPr>
            <a:spLocks noGrp="1"/>
          </p:cNvSpPr>
          <p:nvPr>
            <p:ph type="body" sz="quarter" idx="37" hasCustomPrompt="1"/>
          </p:nvPr>
        </p:nvSpPr>
        <p:spPr>
          <a:xfrm>
            <a:off x="9026403" y="4336814"/>
            <a:ext cx="2423833" cy="368461"/>
          </a:xfrm>
        </p:spPr>
        <p:txBody>
          <a:bodyPr anchor="ctr">
            <a:noAutofit/>
          </a:bodyPr>
          <a:lstStyle>
            <a:lvl1pPr marL="0" indent="0" algn="ctr">
              <a:buNone/>
              <a:defRPr sz="1400" b="1" i="0">
                <a:solidFill>
                  <a:srgbClr val="008AD9"/>
                </a:solidFill>
                <a:latin typeface="Arial" panose="020B0604020202020204" pitchFamily="34" charset="0"/>
                <a:cs typeface="Arial" panose="020B0604020202020204" pitchFamily="34" charset="0"/>
              </a:defRPr>
            </a:lvl1pPr>
            <a:lvl2pPr marL="457182" indent="0" algn="ctr">
              <a:buNone/>
              <a:defRPr sz="1800"/>
            </a:lvl2pPr>
            <a:lvl3pPr marL="914363" indent="0" algn="ctr">
              <a:buNone/>
              <a:defRPr sz="1800"/>
            </a:lvl3pPr>
            <a:lvl4pPr marL="1371545" indent="0" algn="ctr">
              <a:buNone/>
              <a:defRPr sz="1800"/>
            </a:lvl4pPr>
            <a:lvl5pPr marL="1828727" indent="0" algn="ctr">
              <a:buNone/>
              <a:defRPr sz="1800"/>
            </a:lvl5pPr>
          </a:lstStyle>
          <a:p>
            <a:pPr lvl="0"/>
            <a:r>
              <a:rPr lang="en-US"/>
              <a:t>Lorem Ipsum</a:t>
            </a:r>
          </a:p>
        </p:txBody>
      </p:sp>
      <p:sp>
        <p:nvSpPr>
          <p:cNvPr id="63" name="Text Placeholder 4">
            <a:extLst>
              <a:ext uri="{FF2B5EF4-FFF2-40B4-BE49-F238E27FC236}">
                <a16:creationId xmlns:a16="http://schemas.microsoft.com/office/drawing/2014/main" id="{8449D13F-0852-6D44-A899-74D116F6C4B7}"/>
              </a:ext>
            </a:extLst>
          </p:cNvPr>
          <p:cNvSpPr>
            <a:spLocks noGrp="1"/>
          </p:cNvSpPr>
          <p:nvPr>
            <p:ph type="body" sz="quarter" idx="38" hasCustomPrompt="1"/>
          </p:nvPr>
        </p:nvSpPr>
        <p:spPr>
          <a:xfrm>
            <a:off x="9026403" y="4730351"/>
            <a:ext cx="2423839" cy="1333890"/>
          </a:xfrm>
        </p:spPr>
        <p:txBody>
          <a:bodyPr anchor="t">
            <a:noAutofit/>
          </a:bodyPr>
          <a:lstStyle>
            <a:lvl1pPr marL="0" indent="0" algn="ctr">
              <a:lnSpc>
                <a:spcPct val="150000"/>
              </a:lnSpc>
              <a:buNone/>
              <a:defRPr sz="1200" b="0" i="0">
                <a:solidFill>
                  <a:schemeClr val="tx1">
                    <a:lumMod val="75000"/>
                    <a:lumOff val="25000"/>
                  </a:schemeClr>
                </a:solidFill>
                <a:latin typeface="Arial" panose="020B0604020202020204" pitchFamily="34" charset="0"/>
                <a:cs typeface="Arial" panose="020B0604020202020204" pitchFamily="34" charset="0"/>
              </a:defRPr>
            </a:lvl1pPr>
            <a:lvl2pPr marL="457182" indent="0" algn="ctr">
              <a:buNone/>
              <a:defRPr sz="1800"/>
            </a:lvl2pPr>
            <a:lvl3pPr marL="914363" indent="0" algn="ctr">
              <a:buNone/>
              <a:defRPr sz="1800"/>
            </a:lvl3pPr>
            <a:lvl4pPr marL="1371545" indent="0" algn="ctr">
              <a:buNone/>
              <a:defRPr sz="1800"/>
            </a:lvl4pPr>
            <a:lvl5pPr marL="1828727" indent="0" algn="ctr">
              <a:buNone/>
              <a:defRPr sz="1800"/>
            </a:lvl5pPr>
          </a:lstStyle>
          <a:p>
            <a:pPr lvl="0"/>
            <a:r>
              <a:rPr lang="en-US"/>
              <a:t>Nam </a:t>
            </a:r>
            <a:r>
              <a:rPr lang="en-US" err="1"/>
              <a:t>ut</a:t>
            </a:r>
            <a:r>
              <a:rPr lang="en-US"/>
              <a:t> pharetra ex. </a:t>
            </a:r>
            <a:r>
              <a:rPr lang="en-US" err="1"/>
              <a:t>Praesent</a:t>
            </a:r>
            <a:r>
              <a:rPr lang="en-US"/>
              <a:t> fermentum, </a:t>
            </a:r>
            <a:r>
              <a:rPr lang="en-US" err="1"/>
              <a:t>turpis</a:t>
            </a:r>
            <a:r>
              <a:rPr lang="en-US"/>
              <a:t> </a:t>
            </a:r>
            <a:r>
              <a:rPr lang="en-US" err="1"/>
              <a:t>nec</a:t>
            </a:r>
            <a:r>
              <a:rPr lang="en-US"/>
              <a:t>.</a:t>
            </a:r>
          </a:p>
        </p:txBody>
      </p:sp>
      <p:sp>
        <p:nvSpPr>
          <p:cNvPr id="8" name="Slide Number Placeholder 5">
            <a:extLst>
              <a:ext uri="{FF2B5EF4-FFF2-40B4-BE49-F238E27FC236}">
                <a16:creationId xmlns:a16="http://schemas.microsoft.com/office/drawing/2014/main" id="{6C0C770B-B4AF-E443-922A-886366399C36}"/>
              </a:ext>
            </a:extLst>
          </p:cNvPr>
          <p:cNvSpPr>
            <a:spLocks noGrp="1"/>
          </p:cNvSpPr>
          <p:nvPr>
            <p:ph type="sldNum" sz="quarter" idx="12"/>
          </p:nvPr>
        </p:nvSpPr>
        <p:spPr>
          <a:xfrm>
            <a:off x="8845516" y="6454781"/>
            <a:ext cx="2743200" cy="154809"/>
          </a:xfrm>
        </p:spPr>
        <p:txBody>
          <a:bodyPr/>
          <a:lstStyle>
            <a:lvl1pPr>
              <a:defRPr sz="700">
                <a:solidFill>
                  <a:schemeClr val="tx1">
                    <a:lumMod val="85000"/>
                    <a:lumOff val="15000"/>
                  </a:schemeClr>
                </a:solidFill>
              </a:defRPr>
            </a:lvl1pPr>
          </a:lstStyle>
          <a:p>
            <a:fld id="{056F86DB-78DF-EB43-A6BE-40415A3A0052}" type="slidenum">
              <a:rPr lang="en-US" smtClean="0"/>
              <a:pPr/>
              <a:t>‹#›</a:t>
            </a:fld>
            <a:endParaRPr lang="en-US"/>
          </a:p>
        </p:txBody>
      </p:sp>
      <p:sp>
        <p:nvSpPr>
          <p:cNvPr id="9" name="Title 1">
            <a:extLst>
              <a:ext uri="{FF2B5EF4-FFF2-40B4-BE49-F238E27FC236}">
                <a16:creationId xmlns:a16="http://schemas.microsoft.com/office/drawing/2014/main" id="{0E93CEEC-4F06-5349-BB63-F02B2B211B29}"/>
              </a:ext>
            </a:extLst>
          </p:cNvPr>
          <p:cNvSpPr>
            <a:spLocks noGrp="1"/>
          </p:cNvSpPr>
          <p:nvPr>
            <p:ph type="ctrTitle" hasCustomPrompt="1"/>
          </p:nvPr>
        </p:nvSpPr>
        <p:spPr>
          <a:xfrm>
            <a:off x="603284" y="388389"/>
            <a:ext cx="10985432" cy="764390"/>
          </a:xfrm>
        </p:spPr>
        <p:txBody>
          <a:bodyPr anchor="b">
            <a:normAutofit/>
          </a:bodyPr>
          <a:lstStyle>
            <a:lvl1pPr algn="l">
              <a:defRPr sz="4000" b="0" i="0">
                <a:solidFill>
                  <a:srgbClr val="063A79"/>
                </a:solidFill>
                <a:latin typeface="Arial" panose="020B0604020202020204" pitchFamily="34" charset="0"/>
                <a:cs typeface="Arial" panose="020B0604020202020204" pitchFamily="34" charset="0"/>
              </a:defRPr>
            </a:lvl1pPr>
          </a:lstStyle>
          <a:p>
            <a:r>
              <a:rPr lang="en-US"/>
              <a:t>Placeholder for Title</a:t>
            </a:r>
          </a:p>
        </p:txBody>
      </p:sp>
      <p:grpSp>
        <p:nvGrpSpPr>
          <p:cNvPr id="11" name="Group 10">
            <a:extLst>
              <a:ext uri="{FF2B5EF4-FFF2-40B4-BE49-F238E27FC236}">
                <a16:creationId xmlns:a16="http://schemas.microsoft.com/office/drawing/2014/main" id="{8854810B-47D0-5246-90EB-05FA984D86FF}"/>
              </a:ext>
            </a:extLst>
          </p:cNvPr>
          <p:cNvGrpSpPr/>
          <p:nvPr userDrawn="1"/>
        </p:nvGrpSpPr>
        <p:grpSpPr>
          <a:xfrm>
            <a:off x="596874" y="1433091"/>
            <a:ext cx="11009005" cy="4798008"/>
            <a:chOff x="596874" y="1429514"/>
            <a:chExt cx="11009005" cy="4798008"/>
          </a:xfrm>
        </p:grpSpPr>
        <p:cxnSp>
          <p:nvCxnSpPr>
            <p:cNvPr id="30" name="Straight Connector 29">
              <a:extLst>
                <a:ext uri="{FF2B5EF4-FFF2-40B4-BE49-F238E27FC236}">
                  <a16:creationId xmlns:a16="http://schemas.microsoft.com/office/drawing/2014/main" id="{7803C822-73C3-0C46-ACB9-6D6A06621920}"/>
                </a:ext>
              </a:extLst>
            </p:cNvPr>
            <p:cNvCxnSpPr>
              <a:cxnSpLocks/>
            </p:cNvCxnSpPr>
            <p:nvPr userDrawn="1"/>
          </p:nvCxnSpPr>
          <p:spPr>
            <a:xfrm>
              <a:off x="3349642" y="1429514"/>
              <a:ext cx="0" cy="4798008"/>
            </a:xfrm>
            <a:prstGeom prst="line">
              <a:avLst/>
            </a:prstGeom>
            <a:ln>
              <a:solidFill>
                <a:srgbClr val="AAAAAA"/>
              </a:solidFill>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D1BB804C-92D6-2A4C-8F6F-57F4DDCE454E}"/>
                </a:ext>
              </a:extLst>
            </p:cNvPr>
            <p:cNvCxnSpPr>
              <a:cxnSpLocks/>
            </p:cNvCxnSpPr>
            <p:nvPr userDrawn="1"/>
          </p:nvCxnSpPr>
          <p:spPr>
            <a:xfrm>
              <a:off x="6104416" y="1429514"/>
              <a:ext cx="0" cy="4798008"/>
            </a:xfrm>
            <a:prstGeom prst="line">
              <a:avLst/>
            </a:prstGeom>
            <a:ln>
              <a:solidFill>
                <a:srgbClr val="AAAAAA"/>
              </a:solidFill>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420E6D13-E1B8-464B-A3CB-B4A769155C7E}"/>
                </a:ext>
              </a:extLst>
            </p:cNvPr>
            <p:cNvCxnSpPr>
              <a:cxnSpLocks/>
            </p:cNvCxnSpPr>
            <p:nvPr userDrawn="1"/>
          </p:nvCxnSpPr>
          <p:spPr>
            <a:xfrm>
              <a:off x="8862678" y="1429514"/>
              <a:ext cx="0" cy="4798008"/>
            </a:xfrm>
            <a:prstGeom prst="line">
              <a:avLst/>
            </a:prstGeom>
            <a:ln>
              <a:solidFill>
                <a:srgbClr val="AAAAAA"/>
              </a:solidFill>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F1A4C113-6F2A-E047-A4AF-E5DA5BF8548F}"/>
                </a:ext>
              </a:extLst>
            </p:cNvPr>
            <p:cNvCxnSpPr>
              <a:cxnSpLocks/>
            </p:cNvCxnSpPr>
            <p:nvPr userDrawn="1"/>
          </p:nvCxnSpPr>
          <p:spPr>
            <a:xfrm flipH="1">
              <a:off x="596874" y="3824979"/>
              <a:ext cx="11009005" cy="0"/>
            </a:xfrm>
            <a:prstGeom prst="line">
              <a:avLst/>
            </a:prstGeom>
            <a:ln>
              <a:solidFill>
                <a:srgbClr val="AAAAAA"/>
              </a:solidFill>
            </a:ln>
          </p:spPr>
          <p:style>
            <a:lnRef idx="1">
              <a:schemeClr val="accent1"/>
            </a:lnRef>
            <a:fillRef idx="0">
              <a:schemeClr val="accent1"/>
            </a:fillRef>
            <a:effectRef idx="0">
              <a:schemeClr val="accent1"/>
            </a:effectRef>
            <a:fontRef idx="minor">
              <a:schemeClr val="tx1"/>
            </a:fontRef>
          </p:style>
        </p:cxnSp>
      </p:grpSp>
      <p:sp>
        <p:nvSpPr>
          <p:cNvPr id="26" name="Rectangle 25">
            <a:extLst>
              <a:ext uri="{FF2B5EF4-FFF2-40B4-BE49-F238E27FC236}">
                <a16:creationId xmlns:a16="http://schemas.microsoft.com/office/drawing/2014/main" id="{EEEE3EBE-0A2A-3C4B-BE4E-8F881671DBC0}"/>
              </a:ext>
            </a:extLst>
          </p:cNvPr>
          <p:cNvSpPr/>
          <p:nvPr userDrawn="1"/>
        </p:nvSpPr>
        <p:spPr>
          <a:xfrm>
            <a:off x="-5311" y="6730048"/>
            <a:ext cx="12200696" cy="127952"/>
          </a:xfrm>
          <a:prstGeom prst="rect">
            <a:avLst/>
          </a:prstGeom>
          <a:solidFill>
            <a:srgbClr val="008AD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308"/>
          </a:p>
        </p:txBody>
      </p:sp>
      <p:pic>
        <p:nvPicPr>
          <p:cNvPr id="29" name="Picture 28">
            <a:extLst>
              <a:ext uri="{FF2B5EF4-FFF2-40B4-BE49-F238E27FC236}">
                <a16:creationId xmlns:a16="http://schemas.microsoft.com/office/drawing/2014/main" id="{FDCC37A0-8967-3647-BA4A-2371275A98D0}"/>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603284" y="6440199"/>
            <a:ext cx="767123" cy="264231"/>
          </a:xfrm>
          <a:prstGeom prst="rect">
            <a:avLst/>
          </a:prstGeom>
        </p:spPr>
      </p:pic>
    </p:spTree>
    <p:extLst>
      <p:ext uri="{BB962C8B-B14F-4D97-AF65-F5344CB8AC3E}">
        <p14:creationId xmlns:p14="http://schemas.microsoft.com/office/powerpoint/2010/main" val="5276190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81000" y="228600"/>
            <a:ext cx="11430000" cy="5334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380999" y="1143000"/>
            <a:ext cx="11430000" cy="4572000"/>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1" y="6356806"/>
            <a:ext cx="2743459" cy="304800"/>
          </a:xfrm>
          <a:prstGeom prst="rect">
            <a:avLst/>
          </a:prstGeom>
        </p:spPr>
        <p:txBody>
          <a:bodyPr vert="horz" lIns="91440" tIns="45720" rIns="91440" bIns="45720" rtlCol="0" anchor="ctr"/>
          <a:lstStyle>
            <a:lvl1pPr algn="l">
              <a:defRPr sz="1177">
                <a:solidFill>
                  <a:schemeClr val="tx1">
                    <a:tint val="75000"/>
                  </a:schemeClr>
                </a:solidFill>
                <a:latin typeface="Segoe UI" panose="020B0502040204020203" pitchFamily="34" charset="0"/>
              </a:defRPr>
            </a:lvl1pPr>
          </a:lstStyle>
          <a:p>
            <a:fld id="{8E4FC9A8-8E21-424F-85FA-A24278DCAA7E}" type="datetime1">
              <a:rPr lang="en-US" smtClean="0"/>
              <a:t>5/28/2024</a:t>
            </a:fld>
            <a:endParaRPr lang="en-US"/>
          </a:p>
        </p:txBody>
      </p:sp>
      <p:sp>
        <p:nvSpPr>
          <p:cNvPr id="5" name="Footer Placeholder 4"/>
          <p:cNvSpPr>
            <a:spLocks noGrp="1"/>
          </p:cNvSpPr>
          <p:nvPr>
            <p:ph type="ftr" sz="quarter" idx="3"/>
          </p:nvPr>
        </p:nvSpPr>
        <p:spPr>
          <a:xfrm>
            <a:off x="4038408" y="6356806"/>
            <a:ext cx="4115189" cy="364224"/>
          </a:xfrm>
          <a:prstGeom prst="rect">
            <a:avLst/>
          </a:prstGeom>
        </p:spPr>
        <p:txBody>
          <a:bodyPr vert="horz" lIns="91440" tIns="45720" rIns="91440" bIns="45720" rtlCol="0" anchor="ctr"/>
          <a:lstStyle>
            <a:lvl1pPr algn="ctr">
              <a:defRPr sz="1177">
                <a:solidFill>
                  <a:schemeClr val="tx1">
                    <a:tint val="75000"/>
                  </a:schemeClr>
                </a:solidFill>
                <a:latin typeface="Segoe UI" panose="020B0502040204020203" pitchFamily="34" charset="0"/>
              </a:defRPr>
            </a:lvl1pPr>
          </a:lstStyle>
          <a:p>
            <a:endParaRPr lang="en-US"/>
          </a:p>
        </p:txBody>
      </p:sp>
      <p:sp>
        <p:nvSpPr>
          <p:cNvPr id="6" name="Slide Number Placeholder 5"/>
          <p:cNvSpPr>
            <a:spLocks noGrp="1"/>
          </p:cNvSpPr>
          <p:nvPr>
            <p:ph type="sldNum" sz="quarter" idx="4"/>
          </p:nvPr>
        </p:nvSpPr>
        <p:spPr>
          <a:xfrm>
            <a:off x="11277600" y="6356805"/>
            <a:ext cx="533400" cy="304800"/>
          </a:xfrm>
          <a:prstGeom prst="rect">
            <a:avLst/>
          </a:prstGeom>
        </p:spPr>
        <p:txBody>
          <a:bodyPr vert="horz" lIns="91440" tIns="45720" rIns="91440" bIns="45720" rtlCol="0" anchor="ctr"/>
          <a:lstStyle>
            <a:lvl1pPr algn="r">
              <a:defRPr sz="1177">
                <a:solidFill>
                  <a:schemeClr val="tx1">
                    <a:tint val="75000"/>
                  </a:schemeClr>
                </a:solidFill>
                <a:latin typeface="Segoe UI" panose="020B0502040204020203" pitchFamily="34" charset="0"/>
              </a:defRPr>
            </a:lvl1pPr>
          </a:lstStyle>
          <a:p>
            <a:fld id="{49A40DB5-B054-4B52-B27D-446721D6CC27}" type="slidenum">
              <a:rPr lang="en-US" smtClean="0"/>
              <a:pPr/>
              <a:t>‹#›</a:t>
            </a:fld>
            <a:endParaRPr lang="en-US"/>
          </a:p>
        </p:txBody>
      </p:sp>
    </p:spTree>
    <p:extLst>
      <p:ext uri="{BB962C8B-B14F-4D97-AF65-F5344CB8AC3E}">
        <p14:creationId xmlns:p14="http://schemas.microsoft.com/office/powerpoint/2010/main" val="283994108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 id="2147483680" r:id="rId20"/>
    <p:sldLayoutId id="2147483681" r:id="rId21"/>
    <p:sldLayoutId id="2147483682" r:id="rId22"/>
    <p:sldLayoutId id="2147483683" r:id="rId23"/>
    <p:sldLayoutId id="2147483684" r:id="rId24"/>
    <p:sldLayoutId id="2147483685" r:id="rId25"/>
    <p:sldLayoutId id="2147483686" r:id="rId26"/>
    <p:sldLayoutId id="2147483687" r:id="rId27"/>
    <p:sldLayoutId id="2147483688" r:id="rId28"/>
  </p:sldLayoutIdLst>
  <p:hf sldNum="0" hdr="0" ftr="0" dt="0"/>
  <p:txStyles>
    <p:titleStyle>
      <a:lvl1pPr algn="l" defTabSz="896533" rtl="0" eaLnBrk="1" latinLnBrk="0" hangingPunct="1">
        <a:lnSpc>
          <a:spcPct val="90000"/>
        </a:lnSpc>
        <a:spcBef>
          <a:spcPct val="0"/>
        </a:spcBef>
        <a:buNone/>
        <a:defRPr sz="3333" kern="1200">
          <a:solidFill>
            <a:schemeClr val="tx1"/>
          </a:solidFill>
          <a:latin typeface="+mj-lt"/>
          <a:ea typeface="+mj-ea"/>
          <a:cs typeface="+mj-cs"/>
        </a:defRPr>
      </a:lvl1pPr>
    </p:titleStyle>
    <p:bodyStyle>
      <a:lvl1pPr marL="224134" indent="-224134" algn="l" defTabSz="896533" rtl="0" eaLnBrk="1" latinLnBrk="0" hangingPunct="1">
        <a:lnSpc>
          <a:spcPct val="90000"/>
        </a:lnSpc>
        <a:spcBef>
          <a:spcPts val="981"/>
        </a:spcBef>
        <a:buFont typeface="Arial" panose="020B0604020202020204" pitchFamily="34" charset="0"/>
        <a:buChar char="•"/>
        <a:defRPr sz="1961" kern="1200">
          <a:solidFill>
            <a:schemeClr val="tx1"/>
          </a:solidFill>
          <a:latin typeface="Segoe UI" panose="020B0502040204020203" pitchFamily="34" charset="0"/>
          <a:ea typeface="+mn-ea"/>
          <a:cs typeface="+mn-cs"/>
        </a:defRPr>
      </a:lvl1pPr>
      <a:lvl2pPr marL="672400" indent="-224134" algn="l" defTabSz="896533" rtl="0" eaLnBrk="1" latinLnBrk="0" hangingPunct="1">
        <a:lnSpc>
          <a:spcPct val="90000"/>
        </a:lnSpc>
        <a:spcBef>
          <a:spcPts val="490"/>
        </a:spcBef>
        <a:buFont typeface="Arial" panose="020B0604020202020204" pitchFamily="34" charset="0"/>
        <a:buChar char="•"/>
        <a:defRPr sz="1765" kern="1200">
          <a:solidFill>
            <a:schemeClr val="tx1"/>
          </a:solidFill>
          <a:latin typeface="Segoe UI" panose="020B0502040204020203" pitchFamily="34" charset="0"/>
          <a:ea typeface="+mn-ea"/>
          <a:cs typeface="+mn-cs"/>
        </a:defRPr>
      </a:lvl2pPr>
      <a:lvl3pPr marL="1120667" indent="-224134" algn="l" defTabSz="896533" rtl="0" eaLnBrk="1" latinLnBrk="0" hangingPunct="1">
        <a:lnSpc>
          <a:spcPct val="90000"/>
        </a:lnSpc>
        <a:spcBef>
          <a:spcPts val="490"/>
        </a:spcBef>
        <a:buFont typeface="Arial" panose="020B0604020202020204" pitchFamily="34" charset="0"/>
        <a:buChar char="•"/>
        <a:defRPr sz="1569" kern="1200">
          <a:solidFill>
            <a:schemeClr val="tx1"/>
          </a:solidFill>
          <a:latin typeface="Segoe UI" panose="020B0502040204020203" pitchFamily="34" charset="0"/>
          <a:ea typeface="+mn-ea"/>
          <a:cs typeface="+mn-cs"/>
        </a:defRPr>
      </a:lvl3pPr>
      <a:lvl4pPr marL="1568933" indent="-224134" algn="l" defTabSz="896533" rtl="0" eaLnBrk="1" latinLnBrk="0" hangingPunct="1">
        <a:lnSpc>
          <a:spcPct val="90000"/>
        </a:lnSpc>
        <a:spcBef>
          <a:spcPts val="490"/>
        </a:spcBef>
        <a:buFont typeface="Arial" panose="020B0604020202020204" pitchFamily="34" charset="0"/>
        <a:buChar char="•"/>
        <a:defRPr sz="1372" kern="1200">
          <a:solidFill>
            <a:schemeClr val="tx1"/>
          </a:solidFill>
          <a:latin typeface="Segoe UI" panose="020B0502040204020203" pitchFamily="34" charset="0"/>
          <a:ea typeface="+mn-ea"/>
          <a:cs typeface="+mn-cs"/>
        </a:defRPr>
      </a:lvl4pPr>
      <a:lvl5pPr marL="2017200" indent="-224134" algn="l" defTabSz="896533" rtl="0" eaLnBrk="1" latinLnBrk="0" hangingPunct="1">
        <a:lnSpc>
          <a:spcPct val="90000"/>
        </a:lnSpc>
        <a:spcBef>
          <a:spcPts val="490"/>
        </a:spcBef>
        <a:buFont typeface="Arial" panose="020B0604020202020204" pitchFamily="34" charset="0"/>
        <a:buChar char="•"/>
        <a:defRPr sz="1372" kern="1200">
          <a:solidFill>
            <a:schemeClr val="tx1"/>
          </a:solidFill>
          <a:latin typeface="Segoe UI" panose="020B0502040204020203" pitchFamily="34" charset="0"/>
          <a:ea typeface="+mn-ea"/>
          <a:cs typeface="+mn-cs"/>
        </a:defRPr>
      </a:lvl5pPr>
      <a:lvl6pPr marL="2465466" indent="-224134" algn="l" defTabSz="896533" rtl="0" eaLnBrk="1" latinLnBrk="0" hangingPunct="1">
        <a:lnSpc>
          <a:spcPct val="90000"/>
        </a:lnSpc>
        <a:spcBef>
          <a:spcPts val="490"/>
        </a:spcBef>
        <a:buFont typeface="Arial" panose="020B0604020202020204" pitchFamily="34" charset="0"/>
        <a:buChar char="•"/>
        <a:defRPr sz="1765" kern="1200">
          <a:solidFill>
            <a:schemeClr val="tx1"/>
          </a:solidFill>
          <a:latin typeface="+mn-lt"/>
          <a:ea typeface="+mn-ea"/>
          <a:cs typeface="+mn-cs"/>
        </a:defRPr>
      </a:lvl6pPr>
      <a:lvl7pPr marL="2913733" indent="-224134" algn="l" defTabSz="896533" rtl="0" eaLnBrk="1" latinLnBrk="0" hangingPunct="1">
        <a:lnSpc>
          <a:spcPct val="90000"/>
        </a:lnSpc>
        <a:spcBef>
          <a:spcPts val="490"/>
        </a:spcBef>
        <a:buFont typeface="Arial" panose="020B0604020202020204" pitchFamily="34" charset="0"/>
        <a:buChar char="•"/>
        <a:defRPr sz="1765" kern="1200">
          <a:solidFill>
            <a:schemeClr val="tx1"/>
          </a:solidFill>
          <a:latin typeface="+mn-lt"/>
          <a:ea typeface="+mn-ea"/>
          <a:cs typeface="+mn-cs"/>
        </a:defRPr>
      </a:lvl7pPr>
      <a:lvl8pPr marL="3362000" indent="-224134" algn="l" defTabSz="896533" rtl="0" eaLnBrk="1" latinLnBrk="0" hangingPunct="1">
        <a:lnSpc>
          <a:spcPct val="90000"/>
        </a:lnSpc>
        <a:spcBef>
          <a:spcPts val="490"/>
        </a:spcBef>
        <a:buFont typeface="Arial" panose="020B0604020202020204" pitchFamily="34" charset="0"/>
        <a:buChar char="•"/>
        <a:defRPr sz="1765" kern="1200">
          <a:solidFill>
            <a:schemeClr val="tx1"/>
          </a:solidFill>
          <a:latin typeface="+mn-lt"/>
          <a:ea typeface="+mn-ea"/>
          <a:cs typeface="+mn-cs"/>
        </a:defRPr>
      </a:lvl8pPr>
      <a:lvl9pPr marL="3810267" indent="-224134" algn="l" defTabSz="896533" rtl="0" eaLnBrk="1" latinLnBrk="0" hangingPunct="1">
        <a:lnSpc>
          <a:spcPct val="90000"/>
        </a:lnSpc>
        <a:spcBef>
          <a:spcPts val="490"/>
        </a:spcBef>
        <a:buFont typeface="Arial" panose="020B0604020202020204" pitchFamily="34" charset="0"/>
        <a:buChar char="•"/>
        <a:defRPr sz="1765" kern="1200">
          <a:solidFill>
            <a:schemeClr val="tx1"/>
          </a:solidFill>
          <a:latin typeface="+mn-lt"/>
          <a:ea typeface="+mn-ea"/>
          <a:cs typeface="+mn-cs"/>
        </a:defRPr>
      </a:lvl9pPr>
    </p:bodyStyle>
    <p:otherStyle>
      <a:defPPr>
        <a:defRPr lang="en-US"/>
      </a:defPPr>
      <a:lvl1pPr marL="0" algn="l" defTabSz="896533" rtl="0" eaLnBrk="1" latinLnBrk="0" hangingPunct="1">
        <a:defRPr sz="1765" kern="1200">
          <a:solidFill>
            <a:schemeClr val="tx1"/>
          </a:solidFill>
          <a:latin typeface="+mn-lt"/>
          <a:ea typeface="+mn-ea"/>
          <a:cs typeface="+mn-cs"/>
        </a:defRPr>
      </a:lvl1pPr>
      <a:lvl2pPr marL="448267" algn="l" defTabSz="896533" rtl="0" eaLnBrk="1" latinLnBrk="0" hangingPunct="1">
        <a:defRPr sz="1765" kern="1200">
          <a:solidFill>
            <a:schemeClr val="tx1"/>
          </a:solidFill>
          <a:latin typeface="+mn-lt"/>
          <a:ea typeface="+mn-ea"/>
          <a:cs typeface="+mn-cs"/>
        </a:defRPr>
      </a:lvl2pPr>
      <a:lvl3pPr marL="896533" algn="l" defTabSz="896533" rtl="0" eaLnBrk="1" latinLnBrk="0" hangingPunct="1">
        <a:defRPr sz="1765" kern="1200">
          <a:solidFill>
            <a:schemeClr val="tx1"/>
          </a:solidFill>
          <a:latin typeface="+mn-lt"/>
          <a:ea typeface="+mn-ea"/>
          <a:cs typeface="+mn-cs"/>
        </a:defRPr>
      </a:lvl3pPr>
      <a:lvl4pPr marL="1344800" algn="l" defTabSz="896533" rtl="0" eaLnBrk="1" latinLnBrk="0" hangingPunct="1">
        <a:defRPr sz="1765" kern="1200">
          <a:solidFill>
            <a:schemeClr val="tx1"/>
          </a:solidFill>
          <a:latin typeface="+mn-lt"/>
          <a:ea typeface="+mn-ea"/>
          <a:cs typeface="+mn-cs"/>
        </a:defRPr>
      </a:lvl4pPr>
      <a:lvl5pPr marL="1793067" algn="l" defTabSz="896533" rtl="0" eaLnBrk="1" latinLnBrk="0" hangingPunct="1">
        <a:defRPr sz="1765" kern="1200">
          <a:solidFill>
            <a:schemeClr val="tx1"/>
          </a:solidFill>
          <a:latin typeface="+mn-lt"/>
          <a:ea typeface="+mn-ea"/>
          <a:cs typeface="+mn-cs"/>
        </a:defRPr>
      </a:lvl5pPr>
      <a:lvl6pPr marL="2241334" algn="l" defTabSz="896533" rtl="0" eaLnBrk="1" latinLnBrk="0" hangingPunct="1">
        <a:defRPr sz="1765" kern="1200">
          <a:solidFill>
            <a:schemeClr val="tx1"/>
          </a:solidFill>
          <a:latin typeface="+mn-lt"/>
          <a:ea typeface="+mn-ea"/>
          <a:cs typeface="+mn-cs"/>
        </a:defRPr>
      </a:lvl6pPr>
      <a:lvl7pPr marL="2689600" algn="l" defTabSz="896533" rtl="0" eaLnBrk="1" latinLnBrk="0" hangingPunct="1">
        <a:defRPr sz="1765" kern="1200">
          <a:solidFill>
            <a:schemeClr val="tx1"/>
          </a:solidFill>
          <a:latin typeface="+mn-lt"/>
          <a:ea typeface="+mn-ea"/>
          <a:cs typeface="+mn-cs"/>
        </a:defRPr>
      </a:lvl7pPr>
      <a:lvl8pPr marL="3137867" algn="l" defTabSz="896533" rtl="0" eaLnBrk="1" latinLnBrk="0" hangingPunct="1">
        <a:defRPr sz="1765" kern="1200">
          <a:solidFill>
            <a:schemeClr val="tx1"/>
          </a:solidFill>
          <a:latin typeface="+mn-lt"/>
          <a:ea typeface="+mn-ea"/>
          <a:cs typeface="+mn-cs"/>
        </a:defRPr>
      </a:lvl8pPr>
      <a:lvl9pPr marL="3586133" algn="l" defTabSz="896533" rtl="0" eaLnBrk="1" latinLnBrk="0" hangingPunct="1">
        <a:defRPr sz="1765"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592">
          <p15:clr>
            <a:srgbClr val="F26B43"/>
          </p15:clr>
        </p15:guide>
        <p15:guide id="2" pos="4608">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xml"/><Relationship Id="rId1" Type="http://schemas.openxmlformats.org/officeDocument/2006/relationships/slideLayout" Target="../slideLayouts/slideLayout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088F94-B25D-4165-A05B-C919FE124538}"/>
              </a:ext>
            </a:extLst>
          </p:cNvPr>
          <p:cNvSpPr>
            <a:spLocks noGrp="1"/>
          </p:cNvSpPr>
          <p:nvPr>
            <p:ph type="title"/>
          </p:nvPr>
        </p:nvSpPr>
        <p:spPr/>
        <p:txBody>
          <a:bodyPr/>
          <a:lstStyle/>
          <a:p>
            <a:r>
              <a:rPr lang="en-US"/>
              <a:t>WA State Parks – Dynamics 365 Implementation</a:t>
            </a:r>
          </a:p>
        </p:txBody>
      </p:sp>
      <p:sp>
        <p:nvSpPr>
          <p:cNvPr id="9" name="TextBox 8">
            <a:extLst>
              <a:ext uri="{FF2B5EF4-FFF2-40B4-BE49-F238E27FC236}">
                <a16:creationId xmlns:a16="http://schemas.microsoft.com/office/drawing/2014/main" id="{977E7440-243D-4314-97FF-1FC3D4DEC54E}"/>
              </a:ext>
            </a:extLst>
          </p:cNvPr>
          <p:cNvSpPr txBox="1"/>
          <p:nvPr/>
        </p:nvSpPr>
        <p:spPr>
          <a:xfrm>
            <a:off x="381000" y="1234702"/>
            <a:ext cx="8059550" cy="1937325"/>
          </a:xfrm>
          <a:prstGeom prst="rect">
            <a:avLst/>
          </a:prstGeom>
          <a:noFill/>
        </p:spPr>
        <p:txBody>
          <a:bodyPr wrap="square" rtlCol="0">
            <a:spAutoFit/>
          </a:bodyPr>
          <a:lstStyle/>
          <a:p>
            <a:pPr defTabSz="976845"/>
            <a:r>
              <a:rPr lang="en-US" sz="2667" b="1">
                <a:solidFill>
                  <a:srgbClr val="0096A9"/>
                </a:solidFill>
                <a:latin typeface="Segoe UI" panose="020B0502040204020203" pitchFamily="34" charset="0"/>
                <a:ea typeface="Calibri" panose="020F0502020204030204" pitchFamily="34" charset="0"/>
                <a:cs typeface="Segoe UI" panose="020B0502040204020203" pitchFamily="34" charset="0"/>
              </a:rPr>
              <a:t>Business Need</a:t>
            </a:r>
            <a:endParaRPr lang="en-US" sz="2667">
              <a:solidFill>
                <a:prstClr val="black"/>
              </a:solidFill>
              <a:latin typeface="Segoe UI" panose="020B0502040204020203" pitchFamily="34" charset="0"/>
              <a:cs typeface="Segoe UI" panose="020B0502040204020203" pitchFamily="34" charset="0"/>
            </a:endParaRPr>
          </a:p>
          <a:p>
            <a:pPr defTabSz="976845">
              <a:lnSpc>
                <a:spcPct val="120000"/>
              </a:lnSpc>
            </a:pPr>
            <a:r>
              <a:rPr lang="en-US" sz="1583">
                <a:solidFill>
                  <a:srgbClr val="2B2B2B"/>
                </a:solidFill>
                <a:latin typeface="Segoe UI" panose="020B0502040204020203" pitchFamily="34" charset="0"/>
                <a:ea typeface="MS Mincho" panose="02020609040205080304" pitchFamily="49" charset="-128"/>
                <a:cs typeface="Segoe UI" panose="020B0502040204020203" pitchFamily="34" charset="0"/>
              </a:rPr>
              <a:t>Washington State Parks &amp; Recreation selected Affirma to support their business transformation initiative and modernize their entire IT infrastructure using Dynamics CRM and Microsoft Business Intelligence platforms. The first project within this effort was implementing Dynamics 365 to automate a variety of manual processes within the Marine Law Enforcement program. </a:t>
            </a:r>
          </a:p>
        </p:txBody>
      </p:sp>
      <p:sp>
        <p:nvSpPr>
          <p:cNvPr id="13" name="TextBox 12">
            <a:extLst>
              <a:ext uri="{FF2B5EF4-FFF2-40B4-BE49-F238E27FC236}">
                <a16:creationId xmlns:a16="http://schemas.microsoft.com/office/drawing/2014/main" id="{5CC9D2C9-1394-4E6F-906A-05A8C185F0A2}"/>
              </a:ext>
            </a:extLst>
          </p:cNvPr>
          <p:cNvSpPr txBox="1"/>
          <p:nvPr/>
        </p:nvSpPr>
        <p:spPr>
          <a:xfrm>
            <a:off x="381000" y="3286749"/>
            <a:ext cx="8158062" cy="3106620"/>
          </a:xfrm>
          <a:prstGeom prst="rect">
            <a:avLst/>
          </a:prstGeom>
          <a:noFill/>
        </p:spPr>
        <p:txBody>
          <a:bodyPr wrap="square" rtlCol="0">
            <a:spAutoFit/>
          </a:bodyPr>
          <a:lstStyle/>
          <a:p>
            <a:pPr defTabSz="976845"/>
            <a:r>
              <a:rPr lang="en-US" sz="2667" b="1">
                <a:solidFill>
                  <a:srgbClr val="0096A9"/>
                </a:solidFill>
                <a:latin typeface="Segoe UI" panose="020B0502040204020203" pitchFamily="34" charset="0"/>
                <a:cs typeface="Segoe UI" panose="020B0502040204020203" pitchFamily="34" charset="0"/>
              </a:rPr>
              <a:t>What We Did</a:t>
            </a:r>
            <a:endParaRPr lang="en-US" sz="2667">
              <a:solidFill>
                <a:prstClr val="black"/>
              </a:solidFill>
              <a:latin typeface="Segoe UI" panose="020B0502040204020203" pitchFamily="34" charset="0"/>
              <a:cs typeface="Segoe UI" panose="020B0502040204020203" pitchFamily="34" charset="0"/>
            </a:endParaRPr>
          </a:p>
          <a:p>
            <a:pPr marL="285739" indent="-285739" defTabSz="976845">
              <a:lnSpc>
                <a:spcPct val="120000"/>
              </a:lnSpc>
              <a:buFont typeface="Arial" panose="020B0604020202020204" pitchFamily="34" charset="0"/>
              <a:buChar char="•"/>
            </a:pPr>
            <a:r>
              <a:rPr lang="en-US" sz="1583">
                <a:solidFill>
                  <a:srgbClr val="2B2B2B"/>
                </a:solidFill>
                <a:latin typeface="Segoe UI" panose="020B0502040204020203" pitchFamily="34" charset="0"/>
                <a:ea typeface="MS Mincho" panose="02020609040205080304" pitchFamily="49" charset="-128"/>
                <a:cs typeface="Segoe UI" panose="020B0502040204020203" pitchFamily="34" charset="0"/>
              </a:rPr>
              <a:t>Through our discovery, we identified a number of processes and forms to automate with Dynamics 365. Front-end web forms were created for Marine Law Enforcement officers to submit data which directly feeds into Dynamics 365. </a:t>
            </a:r>
          </a:p>
          <a:p>
            <a:pPr marL="285739" indent="-285739" defTabSz="976845">
              <a:lnSpc>
                <a:spcPct val="120000"/>
              </a:lnSpc>
              <a:buFont typeface="Arial" panose="020B0604020202020204" pitchFamily="34" charset="0"/>
              <a:buChar char="•"/>
            </a:pPr>
            <a:r>
              <a:rPr lang="en-US" sz="1583">
                <a:solidFill>
                  <a:srgbClr val="2B2B2B"/>
                </a:solidFill>
                <a:latin typeface="Segoe UI" panose="020B0502040204020203" pitchFamily="34" charset="0"/>
                <a:ea typeface="MS Mincho" panose="02020609040205080304" pitchFamily="49" charset="-128"/>
                <a:cs typeface="Segoe UI" panose="020B0502040204020203" pitchFamily="34" charset="0"/>
              </a:rPr>
              <a:t>Affirma worked with the Parks team to identify a number of different sources of where contact information was stored throughout the department. This data was centralized into Dynamics 365 to support improved data integrity, reporting, and communication. </a:t>
            </a:r>
          </a:p>
          <a:p>
            <a:pPr marL="285739" indent="-285739" defTabSz="976845">
              <a:lnSpc>
                <a:spcPct val="120000"/>
              </a:lnSpc>
              <a:buFont typeface="Arial" panose="020B0604020202020204" pitchFamily="34" charset="0"/>
              <a:buChar char="•"/>
            </a:pPr>
            <a:r>
              <a:rPr lang="en-US" sz="1583">
                <a:solidFill>
                  <a:srgbClr val="2B2B2B"/>
                </a:solidFill>
                <a:latin typeface="Segoe UI" panose="020B0502040204020203" pitchFamily="34" charset="0"/>
                <a:ea typeface="MS Mincho" panose="02020609040205080304" pitchFamily="49" charset="-128"/>
                <a:cs typeface="Segoe UI" panose="020B0502040204020203" pitchFamily="34" charset="0"/>
              </a:rPr>
              <a:t>Affirma performed extensive quality assurance on the web form solutions and Dynamics 365 environment. This included test planning, full QA, bug fixing, UAT, smoke testing in production, and ongoing support post-deployment. </a:t>
            </a:r>
            <a:endParaRPr lang="en-US" sz="1750">
              <a:solidFill>
                <a:prstClr val="black"/>
              </a:solidFill>
              <a:latin typeface="Segoe UI" panose="020B0502040204020203" pitchFamily="34" charset="0"/>
              <a:cs typeface="Segoe UI" panose="020B0502040204020203" pitchFamily="34" charset="0"/>
            </a:endParaRPr>
          </a:p>
        </p:txBody>
      </p:sp>
      <p:pic>
        <p:nvPicPr>
          <p:cNvPr id="10" name="Picture 9" descr="Image result for washington state parks logo">
            <a:extLst>
              <a:ext uri="{FF2B5EF4-FFF2-40B4-BE49-F238E27FC236}">
                <a16:creationId xmlns:a16="http://schemas.microsoft.com/office/drawing/2014/main" id="{001CA935-0DC2-4BC9-BF64-4F6B1E972F9D}"/>
              </a:ext>
            </a:extLst>
          </p:cNvPr>
          <p:cNvPicPr>
            <a:picLocks noChangeAspect="1"/>
          </p:cNvPicPr>
          <p:nvPr/>
        </p:nvPicPr>
        <p:blipFill rotWithShape="1">
          <a:blip r:embed="rId3">
            <a:extLst>
              <a:ext uri="{28A0092B-C50C-407E-A947-70E740481C1C}">
                <a14:useLocalDpi xmlns:a14="http://schemas.microsoft.com/office/drawing/2010/main" val="0"/>
              </a:ext>
            </a:extLst>
          </a:blip>
          <a:srcRect l="12141" r="12125"/>
          <a:stretch/>
        </p:blipFill>
        <p:spPr bwMode="auto">
          <a:xfrm>
            <a:off x="9018957" y="1920881"/>
            <a:ext cx="2668752" cy="3677877"/>
          </a:xfrm>
          <a:prstGeom prst="rect">
            <a:avLst/>
          </a:prstGeom>
          <a:noFill/>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2469487873"/>
      </p:ext>
    </p:extLst>
  </p:cSld>
  <p:clrMapOvr>
    <a:masterClrMapping/>
  </p:clrMapOvr>
</p:sld>
</file>

<file path=ppt/theme/theme1.xml><?xml version="1.0" encoding="utf-8"?>
<a:theme xmlns:a="http://schemas.openxmlformats.org/drawingml/2006/main" name="Custom Design">
  <a:themeElements>
    <a:clrScheme name="Affirma">
      <a:dk1>
        <a:sysClr val="windowText" lastClr="000000"/>
      </a:dk1>
      <a:lt1>
        <a:sysClr val="window" lastClr="FFFFFF"/>
      </a:lt1>
      <a:dk2>
        <a:srgbClr val="44546A"/>
      </a:dk2>
      <a:lt2>
        <a:srgbClr val="E7E6E6"/>
      </a:lt2>
      <a:accent1>
        <a:srgbClr val="235A5F"/>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Custom 1">
      <a:majorFont>
        <a:latin typeface="Segoe UI Light"/>
        <a:ea typeface=""/>
        <a:cs typeface=""/>
      </a:majorFont>
      <a:minorFont>
        <a:latin typeface="Segoe UI"/>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Affirma_QBR-CI_FY18 Q2_Prep(Updated)" id="{60F98659-98E9-4C4D-9310-9510EF3F70E3}" vid="{65065986-2AC3-4681-8D2A-70BCEC6AD53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0D23BCBB7020E34DAE994A365BA94206" ma:contentTypeVersion="12" ma:contentTypeDescription="Create a new document." ma:contentTypeScope="" ma:versionID="b1c940a28d9f7ed7841dd66e388476ed">
  <xsd:schema xmlns:xsd="http://www.w3.org/2001/XMLSchema" xmlns:xs="http://www.w3.org/2001/XMLSchema" xmlns:p="http://schemas.microsoft.com/office/2006/metadata/properties" xmlns:ns2="f0ee8362-fa7e-4bc9-ab88-7dcfb17cb19b" targetNamespace="http://schemas.microsoft.com/office/2006/metadata/properties" ma:root="true" ma:fieldsID="8c9fb4aa225d81f58c6fca2e551d2526" ns2:_="">
    <xsd:import namespace="f0ee8362-fa7e-4bc9-ab88-7dcfb17cb19b"/>
    <xsd:element name="properties">
      <xsd:complexType>
        <xsd:sequence>
          <xsd:element name="documentManagement">
            <xsd:complexType>
              <xsd:all>
                <xsd:element ref="ns2:BusinessUnit" minOccurs="0"/>
                <xsd:element ref="ns2:Industries" minOccurs="0"/>
                <xsd:element ref="ns2:Solutions" minOccurs="0"/>
                <xsd:element ref="ns2:PlatTech" minOccurs="0"/>
                <xsd:element ref="ns2:Notes0" minOccurs="0"/>
                <xsd:element ref="ns2:Named_x0020_Account" minOccurs="0"/>
                <xsd:element ref="ns2:MediaServiceMetadata" minOccurs="0"/>
                <xsd:element ref="ns2:MediaServiceFastMetadata" minOccurs="0"/>
                <xsd:element ref="ns2:MediaServiceSearchProperties" minOccurs="0"/>
                <xsd:element ref="ns2:MediaServiceObjectDetectorVersions" minOccurs="0"/>
                <xsd:element ref="ns2:ProjectCompletionDate" minOccurs="0"/>
                <xsd:element ref="ns2:ApprovedByClient"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f0ee8362-fa7e-4bc9-ab88-7dcfb17cb19b" elementFormDefault="qualified">
    <xsd:import namespace="http://schemas.microsoft.com/office/2006/documentManagement/types"/>
    <xsd:import namespace="http://schemas.microsoft.com/office/infopath/2007/PartnerControls"/>
    <xsd:element name="BusinessUnit" ma:index="8" nillable="true" ma:displayName="Business Unit" ma:internalName="BusinessUnit">
      <xsd:complexType>
        <xsd:complexContent>
          <xsd:extension base="dms:MultiChoice">
            <xsd:sequence>
              <xsd:element name="Value" maxOccurs="unbounded" minOccurs="0" nillable="true">
                <xsd:simpleType>
                  <xsd:restriction base="dms:Choice">
                    <xsd:enumeration value="Business Process Outsourcing"/>
                    <xsd:enumeration value="Content and Change Management"/>
                    <xsd:enumeration value="Creative"/>
                    <xsd:enumeration value="Custom Development"/>
                    <xsd:enumeration value="Customer Relationship Management"/>
                    <xsd:enumeration value="Data and Analytics"/>
                    <xsd:enumeration value="Engagement Marketing"/>
                    <xsd:enumeration value="Infrastructure"/>
                    <xsd:enumeration value="Marketing Services"/>
                    <xsd:enumeration value="Modern Workplace"/>
                    <xsd:enumeration value="NetSuite"/>
                  </xsd:restriction>
                </xsd:simpleType>
              </xsd:element>
            </xsd:sequence>
          </xsd:extension>
        </xsd:complexContent>
      </xsd:complexType>
    </xsd:element>
    <xsd:element name="Industries" ma:index="9" nillable="true" ma:displayName="Industries" ma:format="Dropdown" ma:internalName="Industries">
      <xsd:complexType>
        <xsd:complexContent>
          <xsd:extension base="dms:MultiChoice">
            <xsd:sequence>
              <xsd:element name="Value" maxOccurs="unbounded" minOccurs="0" nillable="true">
                <xsd:simpleType>
                  <xsd:restriction base="dms:Choice">
                    <xsd:enumeration value="Aerospace"/>
                    <xsd:enumeration value="Agriculture"/>
                    <xsd:enumeration value="Agriculture Food"/>
                    <xsd:enumeration value="AI / AI Models"/>
                    <xsd:enumeration value="B2B"/>
                    <xsd:enumeration value="B2C"/>
                    <xsd:enumeration value="Chemical"/>
                    <xsd:enumeration value="Construction"/>
                    <xsd:enumeration value="Defence"/>
                    <xsd:enumeration value="Education"/>
                    <xsd:enumeration value="Energy"/>
                    <xsd:enumeration value="Engineering"/>
                    <xsd:enumeration value="Entertainment"/>
                    <xsd:enumeration value="Financial Services"/>
                    <xsd:enumeration value="Food"/>
                    <xsd:enumeration value="Government"/>
                    <xsd:enumeration value="Healthcare"/>
                    <xsd:enumeration value="Hospitality"/>
                    <xsd:enumeration value="Legal"/>
                    <xsd:enumeration value="Life Sciences"/>
                    <xsd:enumeration value="Manufacturing"/>
                    <xsd:enumeration value="Media"/>
                    <xsd:enumeration value="Non-Profit"/>
                    <xsd:enumeration value="Real Estate"/>
                    <xsd:enumeration value="Retail"/>
                    <xsd:enumeration value="Services"/>
                    <xsd:enumeration value="Technology"/>
                    <xsd:enumeration value="Telecommunications"/>
                    <xsd:enumeration value="Transportation"/>
                    <xsd:enumeration value="Water"/>
                    <xsd:enumeration value="Wellness"/>
                    <xsd:enumeration value="BPO"/>
                  </xsd:restriction>
                </xsd:simpleType>
              </xsd:element>
            </xsd:sequence>
          </xsd:extension>
        </xsd:complexContent>
      </xsd:complexType>
    </xsd:element>
    <xsd:element name="Solutions" ma:index="10" nillable="true" ma:displayName="Solutions" ma:format="Dropdown" ma:internalName="Solutions">
      <xsd:complexType>
        <xsd:complexContent>
          <xsd:extension base="dms:MultiChoice">
            <xsd:sequence>
              <xsd:element name="Value" maxOccurs="unbounded" minOccurs="0" nillable="true">
                <xsd:simpleType>
                  <xsd:restriction base="dms:Choice">
                    <xsd:enumeration value="ABM Marketing"/>
                    <xsd:enumeration value="AI"/>
                    <xsd:enumeration value="Audit"/>
                    <xsd:enumeration value="Change Management"/>
                    <xsd:enumeration value="Cloud"/>
                    <xsd:enumeration value="Configurations"/>
                    <xsd:enumeration value="Content"/>
                    <xsd:enumeration value="Customer &amp; Partner Support BPO"/>
                    <xsd:enumeration value="Customer / Partner Portal"/>
                    <xsd:enumeration value="Custom Search"/>
                    <xsd:enumeration value="Cybersecurity"/>
                    <xsd:enumeration value="Data Analytics"/>
                    <xsd:enumeration value="Design"/>
                    <xsd:enumeration value="Email Campaigns"/>
                    <xsd:enumeration value="Event support"/>
                    <xsd:enumeration value="HelpDesk Outsourcing BPO"/>
                    <xsd:enumeration value="Integrations"/>
                    <xsd:enumeration value="Intranet / Extranet"/>
                    <xsd:enumeration value="IoT"/>
                    <xsd:enumeration value="Link Building"/>
                    <xsd:enumeration value="Marketing Automation"/>
                    <xsd:enumeration value="Marketing Strategy"/>
                    <xsd:enumeration value="Marketing Technology"/>
                    <xsd:enumeration value="Migrations"/>
                    <xsd:enumeration value="Mobile Application"/>
                    <xsd:enumeration value="Organic Social Media"/>
                    <xsd:enumeration value="PPC"/>
                    <xsd:enumeration value="Personas &amp; Journey Mapping"/>
                    <xsd:enumeration value="Process Automation"/>
                    <xsd:enumeration value="Product Development"/>
                    <xsd:enumeration value="Research"/>
                    <xsd:enumeration value="SEO/ AEO"/>
                    <xsd:enumeration value="SPFx"/>
                    <xsd:enumeration value="Training"/>
                    <xsd:enumeration value="UX/ UI Design"/>
                    <xsd:enumeration value="Video Production"/>
                    <xsd:enumeration value="Webinars"/>
                    <xsd:enumeration value="Websites"/>
                    <xsd:enumeration value="DevOps"/>
                  </xsd:restriction>
                </xsd:simpleType>
              </xsd:element>
            </xsd:sequence>
          </xsd:extension>
        </xsd:complexContent>
      </xsd:complexType>
    </xsd:element>
    <xsd:element name="PlatTech" ma:index="11" nillable="true" ma:displayName="Platform / Technology" ma:format="Dropdown" ma:internalName="PlatTech">
      <xsd:complexType>
        <xsd:complexContent>
          <xsd:extension base="dms:MultiChoice">
            <xsd:sequence>
              <xsd:element name="Value" maxOccurs="unbounded" minOccurs="0" nillable="true">
                <xsd:simpleType>
                  <xsd:restriction base="dms:Choice">
                    <xsd:enumeration value=".NET"/>
                    <xsd:enumeration value="Android App"/>
                    <xsd:enumeration value="AWS"/>
                    <xsd:enumeration value="Angular"/>
                    <xsd:enumeration value="Azure"/>
                    <xsd:enumeration value="Azure DevOps"/>
                    <xsd:enumeration value="Boomi"/>
                    <xsd:enumeration value="Drupal"/>
                    <xsd:enumeration value="Dynamics"/>
                    <xsd:enumeration value="Flutter"/>
                    <xsd:enumeration value="GCP"/>
                    <xsd:enumeration value="Google"/>
                    <xsd:enumeration value="Great Plains"/>
                    <xsd:enumeration value="Hootsuite"/>
                    <xsd:enumeration value="HubSpot"/>
                    <xsd:enumeration value="iOS App"/>
                    <xsd:enumeration value="Java"/>
                    <xsd:enumeration value="Kentico"/>
                    <xsd:enumeration value="Looker Studio"/>
                    <xsd:enumeration value="Mobile App"/>
                    <xsd:enumeration value="Marketo / Adobe"/>
                    <xsd:enumeration value="NetSuite"/>
                    <xsd:enumeration value="O365"/>
                    <xsd:enumeration value="OneDrive"/>
                    <xsd:enumeration value="PowerSuite"/>
                    <xsd:enumeration value="Power BI"/>
                    <xsd:enumeration value="QuickBooks"/>
                    <xsd:enumeration value="React"/>
                    <xsd:enumeration value="React Native"/>
                    <xsd:enumeration value="Sage"/>
                    <xsd:enumeration value="Salesforce"/>
                    <xsd:enumeration value="Salesforce Experience Cloud"/>
                    <xsd:enumeration value="Salesforce Marketing Cloud"/>
                    <xsd:enumeration value="Salesforce CPQ"/>
                    <xsd:enumeration value="Salesforce Pardot"/>
                    <xsd:enumeration value="SharePoint"/>
                    <xsd:enumeration value="Shopify"/>
                    <xsd:enumeration value="Sitecore"/>
                    <xsd:enumeration value="Sitefinity"/>
                    <xsd:enumeration value="Snowflake"/>
                    <xsd:enumeration value="Sprinklr"/>
                    <xsd:enumeration value="SproutSocial"/>
                    <xsd:enumeration value="Tableau"/>
                    <xsd:enumeration value="WP Engine"/>
                    <xsd:enumeration value="Webflow"/>
                    <xsd:enumeration value="WooCommerce"/>
                    <xsd:enumeration value="WordPress"/>
                    <xsd:enumeration value="Zoho"/>
                    <xsd:enumeration value="Power Apps"/>
                    <xsd:enumeration value="Teams"/>
                    <xsd:enumeration value="Azure Data Factory"/>
                    <xsd:enumeration value="Zendesk"/>
                    <xsd:enumeration value="Business Central"/>
                    <xsd:enumeration value="Viva"/>
                  </xsd:restriction>
                </xsd:simpleType>
              </xsd:element>
            </xsd:sequence>
          </xsd:extension>
        </xsd:complexContent>
      </xsd:complexType>
    </xsd:element>
    <xsd:element name="Notes0" ma:index="12" nillable="true" ma:displayName="Notes" ma:internalName="Notes0">
      <xsd:simpleType>
        <xsd:restriction base="dms:Text">
          <xsd:maxLength value="255"/>
        </xsd:restriction>
      </xsd:simpleType>
    </xsd:element>
    <xsd:element name="Named_x0020_Account" ma:index="13" nillable="true" ma:displayName="Named Account" ma:format="Dropdown" ma:internalName="Named_x0020_Account">
      <xsd:simpleType>
        <xsd:restriction base="dms:Choice">
          <xsd:enumeration value="Microsoft"/>
          <xsd:enumeration value="Meta"/>
          <xsd:enumeration value="Amazon"/>
        </xsd:restriction>
      </xsd:simpleType>
    </xsd:element>
    <xsd:element name="MediaServiceMetadata" ma:index="14" nillable="true" ma:displayName="MediaServiceMetadata" ma:hidden="true" ma:internalName="MediaServiceMetadata" ma:readOnly="true">
      <xsd:simpleType>
        <xsd:restriction base="dms:Note"/>
      </xsd:simpleType>
    </xsd:element>
    <xsd:element name="MediaServiceFastMetadata" ma:index="15" nillable="true" ma:displayName="MediaServiceFastMetadata" ma:hidden="true" ma:internalName="MediaServiceFastMetadata" ma:readOnly="true">
      <xsd:simpleType>
        <xsd:restriction base="dms:Note"/>
      </xsd:simpleType>
    </xsd:element>
    <xsd:element name="MediaServiceSearchProperties" ma:index="16" nillable="true" ma:displayName="MediaServiceSearchProperties" ma:hidden="true" ma:internalName="MediaServiceSearchProperties" ma:readOnly="true">
      <xsd:simpleType>
        <xsd:restriction base="dms:Note"/>
      </xsd:simpleType>
    </xsd:element>
    <xsd:element name="MediaServiceObjectDetectorVersions" ma:index="17" nillable="true" ma:displayName="MediaServiceObjectDetectorVersions" ma:hidden="true" ma:indexed="true" ma:internalName="MediaServiceObjectDetectorVersions" ma:readOnly="true">
      <xsd:simpleType>
        <xsd:restriction base="dms:Text"/>
      </xsd:simpleType>
    </xsd:element>
    <xsd:element name="ProjectCompletionDate" ma:index="18" nillable="true" ma:displayName="Project Completion Date" ma:format="DateOnly" ma:internalName="ProjectCompletionDate">
      <xsd:simpleType>
        <xsd:restriction base="dms:DateTime"/>
      </xsd:simpleType>
    </xsd:element>
    <xsd:element name="ApprovedByClient" ma:index="19" nillable="true" ma:displayName="Approved By Client" ma:default="0" ma:format="Dropdown" ma:internalName="ApprovedByClient">
      <xsd:simpleType>
        <xsd:restriction base="dms:Boolea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customXsn xmlns="http://schemas.microsoft.com/office/2006/metadata/customXsn">
  <xsnLocation/>
  <cached>True</cached>
  <openByDefault>False</openByDefault>
  <xsnScope/>
</customXsn>
</file>

<file path=customXml/item3.xml><?xml version="1.0" encoding="utf-8"?>
<?mso-contentType ?>
<FormTemplates xmlns="http://schemas.microsoft.com/sharepoint/v3/contenttype/forms">
  <Display>DocumentLibraryForm</Display>
  <Edit>DocumentLibraryForm</Edit>
  <New>DocumentLibraryForm</New>
</FormTemplates>
</file>

<file path=customXml/item4.xml><?xml version="1.0" encoding="utf-8"?>
<p:properties xmlns:p="http://schemas.microsoft.com/office/2006/metadata/properties" xmlns:xsi="http://www.w3.org/2001/XMLSchema-instance" xmlns:pc="http://schemas.microsoft.com/office/infopath/2007/PartnerControls">
  <documentManagement>
    <BusinessUnit xmlns="f0ee8362-fa7e-4bc9-ab88-7dcfb17cb19b">
      <Value>Customer Relationship Management</Value>
    </BusinessUnit>
    <Solutions xmlns="f0ee8362-fa7e-4bc9-ab88-7dcfb17cb19b" xsi:nil="true"/>
    <Industries xmlns="f0ee8362-fa7e-4bc9-ab88-7dcfb17cb19b">
      <Value>Government</Value>
    </Industries>
    <Notes0 xmlns="f0ee8362-fa7e-4bc9-ab88-7dcfb17cb19b" xsi:nil="true"/>
    <Named_x0020_Account xmlns="f0ee8362-fa7e-4bc9-ab88-7dcfb17cb19b" xsi:nil="true"/>
    <PlatTech xmlns="f0ee8362-fa7e-4bc9-ab88-7dcfb17cb19b">
      <Value>Dynamics</Value>
    </PlatTech>
    <ApprovedByClient xmlns="f0ee8362-fa7e-4bc9-ab88-7dcfb17cb19b">false</ApprovedByClient>
    <ProjectCompletionDate xmlns="f0ee8362-fa7e-4bc9-ab88-7dcfb17cb19b" xsi:nil="true"/>
  </documentManagement>
</p:properties>
</file>

<file path=customXml/itemProps1.xml><?xml version="1.0" encoding="utf-8"?>
<ds:datastoreItem xmlns:ds="http://schemas.openxmlformats.org/officeDocument/2006/customXml" ds:itemID="{4760AB8F-84EE-43BA-9A89-CFEBF0E08087}"/>
</file>

<file path=customXml/itemProps2.xml><?xml version="1.0" encoding="utf-8"?>
<ds:datastoreItem xmlns:ds="http://schemas.openxmlformats.org/officeDocument/2006/customXml" ds:itemID="{0307F3DB-3A01-4663-A9CD-541B566CCEA7}"/>
</file>

<file path=customXml/itemProps3.xml><?xml version="1.0" encoding="utf-8"?>
<ds:datastoreItem xmlns:ds="http://schemas.openxmlformats.org/officeDocument/2006/customXml" ds:itemID="{9EA8022B-60B1-4F54-B61C-EB9EA6F413D3}"/>
</file>

<file path=customXml/itemProps4.xml><?xml version="1.0" encoding="utf-8"?>
<ds:datastoreItem xmlns:ds="http://schemas.openxmlformats.org/officeDocument/2006/customXml" ds:itemID="{C31E0837-C4AC-402F-85A6-7C3E79C3770E}"/>
</file>

<file path=docProps/app.xml><?xml version="1.0" encoding="utf-8"?>
<Properties xmlns="http://schemas.openxmlformats.org/officeDocument/2006/extended-properties" xmlns:vt="http://schemas.openxmlformats.org/officeDocument/2006/docPropsVTypes">
  <TotalTime>0</TotalTime>
  <Words>182</Words>
  <Application>Microsoft Office PowerPoint</Application>
  <PresentationFormat>Widescreen</PresentationFormat>
  <Paragraphs>8</Paragraphs>
  <Slides>1</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vt:i4>
      </vt:variant>
    </vt:vector>
  </HeadingPairs>
  <TitlesOfParts>
    <vt:vector size="8" baseType="lpstr">
      <vt:lpstr>Aptos</vt:lpstr>
      <vt:lpstr>Arial</vt:lpstr>
      <vt:lpstr>Calibri</vt:lpstr>
      <vt:lpstr>Segoe UI</vt:lpstr>
      <vt:lpstr>Segoe UI Light</vt:lpstr>
      <vt:lpstr>Segoe UI Semilight</vt:lpstr>
      <vt:lpstr>Custom Design</vt:lpstr>
      <vt:lpstr>WA State Parks – Dynamics 365 Implementation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WA State Parks – Dynamics 365 Implementation</dc:title>
  <dc:creator>Brendan Murphy</dc:creator>
  <cp:lastModifiedBy>Brendan Murphy</cp:lastModifiedBy>
  <cp:revision>1</cp:revision>
  <dcterms:created xsi:type="dcterms:W3CDTF">2024-05-28T15:54:48Z</dcterms:created>
  <dcterms:modified xsi:type="dcterms:W3CDTF">2024-05-28T15:54:57Z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0x0101000D23BCBB7020E34DAE994A365BA94206</vt:lpwstr>
  </property>
</Properties>
</file>