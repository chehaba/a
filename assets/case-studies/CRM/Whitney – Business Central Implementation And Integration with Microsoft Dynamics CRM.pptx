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5"/>
  </p:sldMasterIdLst>
  <p:sldIdLst>
    <p:sldId id="2147469635"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CACD877-04BA-430C-A359-89FFFAB81F99}" v="2" dt="2025-09-29T09:03:51.46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44" d="100"/>
          <a:sy n="144" d="100"/>
        </p:scale>
        <p:origin x="138" y="2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microsoft.com/office/2016/11/relationships/changesInfo" Target="changesInfos/changesInfo1.xml"/><Relationship Id="rId5" Type="http://schemas.openxmlformats.org/officeDocument/2006/relationships/slideMaster" Target="slideMasters/slideMaster1.xml"/><Relationship Id="rId10" Type="http://schemas.openxmlformats.org/officeDocument/2006/relationships/tableStyles" Target="tableStyles.xml"/><Relationship Id="rId4" Type="http://schemas.openxmlformats.org/officeDocument/2006/relationships/customXml" Target="../customXml/item4.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ordan Zagorac" userId="1ecb636c-50bb-49a3-af75-ef19bc8fa735" providerId="ADAL" clId="{ACACD877-04BA-430C-A359-89FFFAB81F99}"/>
    <pc:docChg chg="modSld">
      <pc:chgData name="Gordan Zagorac" userId="1ecb636c-50bb-49a3-af75-ef19bc8fa735" providerId="ADAL" clId="{ACACD877-04BA-430C-A359-89FFFAB81F99}" dt="2025-09-29T09:03:51.460" v="1"/>
      <pc:docMkLst>
        <pc:docMk/>
      </pc:docMkLst>
      <pc:sldChg chg="modSp">
        <pc:chgData name="Gordan Zagorac" userId="1ecb636c-50bb-49a3-af75-ef19bc8fa735" providerId="ADAL" clId="{ACACD877-04BA-430C-A359-89FFFAB81F99}" dt="2025-09-29T09:03:51.460" v="1"/>
        <pc:sldMkLst>
          <pc:docMk/>
          <pc:sldMk cId="2920363097" sldId="2147469635"/>
        </pc:sldMkLst>
        <pc:picChg chg="mod">
          <ac:chgData name="Gordan Zagorac" userId="1ecb636c-50bb-49a3-af75-ef19bc8fa735" providerId="ADAL" clId="{ACACD877-04BA-430C-A359-89FFFAB81F99}" dt="2025-09-29T09:03:51.460" v="1"/>
          <ac:picMkLst>
            <pc:docMk/>
            <pc:sldMk cId="2920363097" sldId="2147469635"/>
            <ac:picMk id="5" creationId="{4F025CB3-63DD-CC65-B1EB-9619D1AB0B71}"/>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7F1AEB-BB9B-8E85-C705-A348AA9BDC4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E"/>
          </a:p>
        </p:txBody>
      </p:sp>
      <p:sp>
        <p:nvSpPr>
          <p:cNvPr id="3" name="Subtitle 2">
            <a:extLst>
              <a:ext uri="{FF2B5EF4-FFF2-40B4-BE49-F238E27FC236}">
                <a16:creationId xmlns:a16="http://schemas.microsoft.com/office/drawing/2014/main" id="{894A74DD-1927-812D-49C1-808DE81AC77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E"/>
          </a:p>
        </p:txBody>
      </p:sp>
      <p:sp>
        <p:nvSpPr>
          <p:cNvPr id="4" name="Date Placeholder 3">
            <a:extLst>
              <a:ext uri="{FF2B5EF4-FFF2-40B4-BE49-F238E27FC236}">
                <a16:creationId xmlns:a16="http://schemas.microsoft.com/office/drawing/2014/main" id="{C3EFF88C-4453-C802-68FC-5D4C6F7F4E87}"/>
              </a:ext>
            </a:extLst>
          </p:cNvPr>
          <p:cNvSpPr>
            <a:spLocks noGrp="1"/>
          </p:cNvSpPr>
          <p:nvPr>
            <p:ph type="dt" sz="half" idx="10"/>
          </p:nvPr>
        </p:nvSpPr>
        <p:spPr/>
        <p:txBody>
          <a:bodyPr/>
          <a:lstStyle/>
          <a:p>
            <a:fld id="{9D5D0B21-9F8C-4D01-8D9A-C841602790D9}" type="datetimeFigureOut">
              <a:rPr lang="en-IE" smtClean="0"/>
              <a:t>29/09/2025</a:t>
            </a:fld>
            <a:endParaRPr lang="en-IE"/>
          </a:p>
        </p:txBody>
      </p:sp>
      <p:sp>
        <p:nvSpPr>
          <p:cNvPr id="5" name="Footer Placeholder 4">
            <a:extLst>
              <a:ext uri="{FF2B5EF4-FFF2-40B4-BE49-F238E27FC236}">
                <a16:creationId xmlns:a16="http://schemas.microsoft.com/office/drawing/2014/main" id="{2D07CD21-EF15-928E-B785-79D0BF2938B7}"/>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B4791E8D-7B89-531C-C775-84CF3D1C279E}"/>
              </a:ext>
            </a:extLst>
          </p:cNvPr>
          <p:cNvSpPr>
            <a:spLocks noGrp="1"/>
          </p:cNvSpPr>
          <p:nvPr>
            <p:ph type="sldNum" sz="quarter" idx="12"/>
          </p:nvPr>
        </p:nvSpPr>
        <p:spPr/>
        <p:txBody>
          <a:bodyPr/>
          <a:lstStyle/>
          <a:p>
            <a:fld id="{2511752F-ABDC-4920-96EF-1735859A7CF5}" type="slidenum">
              <a:rPr lang="en-IE" smtClean="0"/>
              <a:t>‹#›</a:t>
            </a:fld>
            <a:endParaRPr lang="en-IE"/>
          </a:p>
        </p:txBody>
      </p:sp>
    </p:spTree>
    <p:extLst>
      <p:ext uri="{BB962C8B-B14F-4D97-AF65-F5344CB8AC3E}">
        <p14:creationId xmlns:p14="http://schemas.microsoft.com/office/powerpoint/2010/main" val="12991085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807C6-FA8A-5B8D-0271-08CEE2536ECA}"/>
              </a:ext>
            </a:extLst>
          </p:cNvPr>
          <p:cNvSpPr>
            <a:spLocks noGrp="1"/>
          </p:cNvSpPr>
          <p:nvPr>
            <p:ph type="title"/>
          </p:nvPr>
        </p:nvSpPr>
        <p:spPr/>
        <p:txBody>
          <a:bodyPr/>
          <a:lstStyle/>
          <a:p>
            <a:r>
              <a:rPr lang="en-US"/>
              <a:t>Click to edit Master title style</a:t>
            </a:r>
            <a:endParaRPr lang="en-IE"/>
          </a:p>
        </p:txBody>
      </p:sp>
      <p:sp>
        <p:nvSpPr>
          <p:cNvPr id="3" name="Content Placeholder 2">
            <a:extLst>
              <a:ext uri="{FF2B5EF4-FFF2-40B4-BE49-F238E27FC236}">
                <a16:creationId xmlns:a16="http://schemas.microsoft.com/office/drawing/2014/main" id="{65F7C318-6499-EF04-157A-E0300ABCD09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589D3E25-52EF-4E1F-5865-FCD5DE98CEFA}"/>
              </a:ext>
            </a:extLst>
          </p:cNvPr>
          <p:cNvSpPr>
            <a:spLocks noGrp="1"/>
          </p:cNvSpPr>
          <p:nvPr>
            <p:ph type="dt" sz="half" idx="10"/>
          </p:nvPr>
        </p:nvSpPr>
        <p:spPr/>
        <p:txBody>
          <a:bodyPr/>
          <a:lstStyle/>
          <a:p>
            <a:fld id="{9D5D0B21-9F8C-4D01-8D9A-C841602790D9}" type="datetimeFigureOut">
              <a:rPr lang="en-IE" smtClean="0"/>
              <a:t>29/09/2025</a:t>
            </a:fld>
            <a:endParaRPr lang="en-IE"/>
          </a:p>
        </p:txBody>
      </p:sp>
      <p:sp>
        <p:nvSpPr>
          <p:cNvPr id="5" name="Footer Placeholder 4">
            <a:extLst>
              <a:ext uri="{FF2B5EF4-FFF2-40B4-BE49-F238E27FC236}">
                <a16:creationId xmlns:a16="http://schemas.microsoft.com/office/drawing/2014/main" id="{21386000-6F50-4310-759E-7FA63A82724E}"/>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00EB0D7E-76EF-9F4A-FEDE-CA3C32D86608}"/>
              </a:ext>
            </a:extLst>
          </p:cNvPr>
          <p:cNvSpPr>
            <a:spLocks noGrp="1"/>
          </p:cNvSpPr>
          <p:nvPr>
            <p:ph type="sldNum" sz="quarter" idx="12"/>
          </p:nvPr>
        </p:nvSpPr>
        <p:spPr/>
        <p:txBody>
          <a:bodyPr/>
          <a:lstStyle/>
          <a:p>
            <a:fld id="{2511752F-ABDC-4920-96EF-1735859A7CF5}" type="slidenum">
              <a:rPr lang="en-IE" smtClean="0"/>
              <a:t>‹#›</a:t>
            </a:fld>
            <a:endParaRPr lang="en-IE"/>
          </a:p>
        </p:txBody>
      </p:sp>
    </p:spTree>
    <p:extLst>
      <p:ext uri="{BB962C8B-B14F-4D97-AF65-F5344CB8AC3E}">
        <p14:creationId xmlns:p14="http://schemas.microsoft.com/office/powerpoint/2010/main" val="40749546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4BB74-5492-A688-62A1-5DFCAEBFDD7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E"/>
          </a:p>
        </p:txBody>
      </p:sp>
      <p:sp>
        <p:nvSpPr>
          <p:cNvPr id="3" name="Text Placeholder 2">
            <a:extLst>
              <a:ext uri="{FF2B5EF4-FFF2-40B4-BE49-F238E27FC236}">
                <a16:creationId xmlns:a16="http://schemas.microsoft.com/office/drawing/2014/main" id="{4FD58568-13D8-0D55-76EF-540EB356EBC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77120D2-EACE-687E-CEC3-45CEA39CF042}"/>
              </a:ext>
            </a:extLst>
          </p:cNvPr>
          <p:cNvSpPr>
            <a:spLocks noGrp="1"/>
          </p:cNvSpPr>
          <p:nvPr>
            <p:ph type="dt" sz="half" idx="10"/>
          </p:nvPr>
        </p:nvSpPr>
        <p:spPr/>
        <p:txBody>
          <a:bodyPr/>
          <a:lstStyle/>
          <a:p>
            <a:fld id="{9D5D0B21-9F8C-4D01-8D9A-C841602790D9}" type="datetimeFigureOut">
              <a:rPr lang="en-IE" smtClean="0"/>
              <a:t>29/09/2025</a:t>
            </a:fld>
            <a:endParaRPr lang="en-IE"/>
          </a:p>
        </p:txBody>
      </p:sp>
      <p:sp>
        <p:nvSpPr>
          <p:cNvPr id="5" name="Footer Placeholder 4">
            <a:extLst>
              <a:ext uri="{FF2B5EF4-FFF2-40B4-BE49-F238E27FC236}">
                <a16:creationId xmlns:a16="http://schemas.microsoft.com/office/drawing/2014/main" id="{0EE43557-662E-D2A2-41A2-55D04BF2D763}"/>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6CC73B49-1442-A0CD-1881-A8590291F67B}"/>
              </a:ext>
            </a:extLst>
          </p:cNvPr>
          <p:cNvSpPr>
            <a:spLocks noGrp="1"/>
          </p:cNvSpPr>
          <p:nvPr>
            <p:ph type="sldNum" sz="quarter" idx="12"/>
          </p:nvPr>
        </p:nvSpPr>
        <p:spPr/>
        <p:txBody>
          <a:bodyPr/>
          <a:lstStyle/>
          <a:p>
            <a:fld id="{2511752F-ABDC-4920-96EF-1735859A7CF5}" type="slidenum">
              <a:rPr lang="en-IE" smtClean="0"/>
              <a:t>‹#›</a:t>
            </a:fld>
            <a:endParaRPr lang="en-IE"/>
          </a:p>
        </p:txBody>
      </p:sp>
    </p:spTree>
    <p:extLst>
      <p:ext uri="{BB962C8B-B14F-4D97-AF65-F5344CB8AC3E}">
        <p14:creationId xmlns:p14="http://schemas.microsoft.com/office/powerpoint/2010/main" val="30771637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1284A-0F8E-A481-9297-DC941BA55E96}"/>
              </a:ext>
            </a:extLst>
          </p:cNvPr>
          <p:cNvSpPr>
            <a:spLocks noGrp="1"/>
          </p:cNvSpPr>
          <p:nvPr>
            <p:ph type="title"/>
          </p:nvPr>
        </p:nvSpPr>
        <p:spPr/>
        <p:txBody>
          <a:bodyPr/>
          <a:lstStyle/>
          <a:p>
            <a:r>
              <a:rPr lang="en-US"/>
              <a:t>Click to edit Master title style</a:t>
            </a:r>
            <a:endParaRPr lang="en-IE"/>
          </a:p>
        </p:txBody>
      </p:sp>
      <p:sp>
        <p:nvSpPr>
          <p:cNvPr id="3" name="Content Placeholder 2">
            <a:extLst>
              <a:ext uri="{FF2B5EF4-FFF2-40B4-BE49-F238E27FC236}">
                <a16:creationId xmlns:a16="http://schemas.microsoft.com/office/drawing/2014/main" id="{2AB3A0AE-3230-0327-5CF4-5EB04FCDC31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Content Placeholder 3">
            <a:extLst>
              <a:ext uri="{FF2B5EF4-FFF2-40B4-BE49-F238E27FC236}">
                <a16:creationId xmlns:a16="http://schemas.microsoft.com/office/drawing/2014/main" id="{6538C2F6-22A0-49CD-673C-C7B6028BCB0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Date Placeholder 4">
            <a:extLst>
              <a:ext uri="{FF2B5EF4-FFF2-40B4-BE49-F238E27FC236}">
                <a16:creationId xmlns:a16="http://schemas.microsoft.com/office/drawing/2014/main" id="{52CD7B26-9B0A-CEEB-0B44-5C6276D123C3}"/>
              </a:ext>
            </a:extLst>
          </p:cNvPr>
          <p:cNvSpPr>
            <a:spLocks noGrp="1"/>
          </p:cNvSpPr>
          <p:nvPr>
            <p:ph type="dt" sz="half" idx="10"/>
          </p:nvPr>
        </p:nvSpPr>
        <p:spPr/>
        <p:txBody>
          <a:bodyPr/>
          <a:lstStyle/>
          <a:p>
            <a:fld id="{9D5D0B21-9F8C-4D01-8D9A-C841602790D9}" type="datetimeFigureOut">
              <a:rPr lang="en-IE" smtClean="0"/>
              <a:t>29/09/2025</a:t>
            </a:fld>
            <a:endParaRPr lang="en-IE"/>
          </a:p>
        </p:txBody>
      </p:sp>
      <p:sp>
        <p:nvSpPr>
          <p:cNvPr id="6" name="Footer Placeholder 5">
            <a:extLst>
              <a:ext uri="{FF2B5EF4-FFF2-40B4-BE49-F238E27FC236}">
                <a16:creationId xmlns:a16="http://schemas.microsoft.com/office/drawing/2014/main" id="{E871A45B-C105-E95A-D81D-F2D267760AFF}"/>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73C4FAED-7F8A-459B-FB15-B2C656C1FD1F}"/>
              </a:ext>
            </a:extLst>
          </p:cNvPr>
          <p:cNvSpPr>
            <a:spLocks noGrp="1"/>
          </p:cNvSpPr>
          <p:nvPr>
            <p:ph type="sldNum" sz="quarter" idx="12"/>
          </p:nvPr>
        </p:nvSpPr>
        <p:spPr/>
        <p:txBody>
          <a:bodyPr/>
          <a:lstStyle/>
          <a:p>
            <a:fld id="{2511752F-ABDC-4920-96EF-1735859A7CF5}" type="slidenum">
              <a:rPr lang="en-IE" smtClean="0"/>
              <a:t>‹#›</a:t>
            </a:fld>
            <a:endParaRPr lang="en-IE"/>
          </a:p>
        </p:txBody>
      </p:sp>
    </p:spTree>
    <p:extLst>
      <p:ext uri="{BB962C8B-B14F-4D97-AF65-F5344CB8AC3E}">
        <p14:creationId xmlns:p14="http://schemas.microsoft.com/office/powerpoint/2010/main" val="39600644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E66252-54FE-8D35-2DAF-25F1D96A88A5}"/>
              </a:ext>
            </a:extLst>
          </p:cNvPr>
          <p:cNvSpPr>
            <a:spLocks noGrp="1"/>
          </p:cNvSpPr>
          <p:nvPr>
            <p:ph type="title"/>
          </p:nvPr>
        </p:nvSpPr>
        <p:spPr>
          <a:xfrm>
            <a:off x="839788" y="365125"/>
            <a:ext cx="10515600" cy="1325563"/>
          </a:xfrm>
        </p:spPr>
        <p:txBody>
          <a:bodyPr/>
          <a:lstStyle/>
          <a:p>
            <a:r>
              <a:rPr lang="en-US"/>
              <a:t>Click to edit Master title style</a:t>
            </a:r>
            <a:endParaRPr lang="en-IE"/>
          </a:p>
        </p:txBody>
      </p:sp>
      <p:sp>
        <p:nvSpPr>
          <p:cNvPr id="3" name="Text Placeholder 2">
            <a:extLst>
              <a:ext uri="{FF2B5EF4-FFF2-40B4-BE49-F238E27FC236}">
                <a16:creationId xmlns:a16="http://schemas.microsoft.com/office/drawing/2014/main" id="{5826BD5B-58D1-6FE4-9352-16B70FE86B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7FCF96D-42EC-B5C8-E687-488A3984105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Text Placeholder 4">
            <a:extLst>
              <a:ext uri="{FF2B5EF4-FFF2-40B4-BE49-F238E27FC236}">
                <a16:creationId xmlns:a16="http://schemas.microsoft.com/office/drawing/2014/main" id="{3159C821-5D69-6537-EDCC-44E4AF28C67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A9BEC08-1F9D-BFD2-9ABA-6566EB1F955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7" name="Date Placeholder 6">
            <a:extLst>
              <a:ext uri="{FF2B5EF4-FFF2-40B4-BE49-F238E27FC236}">
                <a16:creationId xmlns:a16="http://schemas.microsoft.com/office/drawing/2014/main" id="{13105D38-705B-FA03-20BC-5EE5D266F019}"/>
              </a:ext>
            </a:extLst>
          </p:cNvPr>
          <p:cNvSpPr>
            <a:spLocks noGrp="1"/>
          </p:cNvSpPr>
          <p:nvPr>
            <p:ph type="dt" sz="half" idx="10"/>
          </p:nvPr>
        </p:nvSpPr>
        <p:spPr/>
        <p:txBody>
          <a:bodyPr/>
          <a:lstStyle/>
          <a:p>
            <a:fld id="{9D5D0B21-9F8C-4D01-8D9A-C841602790D9}" type="datetimeFigureOut">
              <a:rPr lang="en-IE" smtClean="0"/>
              <a:t>29/09/2025</a:t>
            </a:fld>
            <a:endParaRPr lang="en-IE"/>
          </a:p>
        </p:txBody>
      </p:sp>
      <p:sp>
        <p:nvSpPr>
          <p:cNvPr id="8" name="Footer Placeholder 7">
            <a:extLst>
              <a:ext uri="{FF2B5EF4-FFF2-40B4-BE49-F238E27FC236}">
                <a16:creationId xmlns:a16="http://schemas.microsoft.com/office/drawing/2014/main" id="{8899C3EB-5DE7-B003-54B3-86F2DE3609C6}"/>
              </a:ext>
            </a:extLst>
          </p:cNvPr>
          <p:cNvSpPr>
            <a:spLocks noGrp="1"/>
          </p:cNvSpPr>
          <p:nvPr>
            <p:ph type="ftr" sz="quarter" idx="11"/>
          </p:nvPr>
        </p:nvSpPr>
        <p:spPr/>
        <p:txBody>
          <a:bodyPr/>
          <a:lstStyle/>
          <a:p>
            <a:endParaRPr lang="en-IE"/>
          </a:p>
        </p:txBody>
      </p:sp>
      <p:sp>
        <p:nvSpPr>
          <p:cNvPr id="9" name="Slide Number Placeholder 8">
            <a:extLst>
              <a:ext uri="{FF2B5EF4-FFF2-40B4-BE49-F238E27FC236}">
                <a16:creationId xmlns:a16="http://schemas.microsoft.com/office/drawing/2014/main" id="{A995B974-66AB-702D-3CC6-27DBA04E23F1}"/>
              </a:ext>
            </a:extLst>
          </p:cNvPr>
          <p:cNvSpPr>
            <a:spLocks noGrp="1"/>
          </p:cNvSpPr>
          <p:nvPr>
            <p:ph type="sldNum" sz="quarter" idx="12"/>
          </p:nvPr>
        </p:nvSpPr>
        <p:spPr/>
        <p:txBody>
          <a:bodyPr/>
          <a:lstStyle/>
          <a:p>
            <a:fld id="{2511752F-ABDC-4920-96EF-1735859A7CF5}" type="slidenum">
              <a:rPr lang="en-IE" smtClean="0"/>
              <a:t>‹#›</a:t>
            </a:fld>
            <a:endParaRPr lang="en-IE"/>
          </a:p>
        </p:txBody>
      </p:sp>
    </p:spTree>
    <p:extLst>
      <p:ext uri="{BB962C8B-B14F-4D97-AF65-F5344CB8AC3E}">
        <p14:creationId xmlns:p14="http://schemas.microsoft.com/office/powerpoint/2010/main" val="32921986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2304C-B78C-39E9-BC96-F5F46534653F}"/>
              </a:ext>
            </a:extLst>
          </p:cNvPr>
          <p:cNvSpPr>
            <a:spLocks noGrp="1"/>
          </p:cNvSpPr>
          <p:nvPr>
            <p:ph type="title"/>
          </p:nvPr>
        </p:nvSpPr>
        <p:spPr/>
        <p:txBody>
          <a:bodyPr/>
          <a:lstStyle/>
          <a:p>
            <a:r>
              <a:rPr lang="en-US"/>
              <a:t>Click to edit Master title style</a:t>
            </a:r>
            <a:endParaRPr lang="en-IE"/>
          </a:p>
        </p:txBody>
      </p:sp>
      <p:sp>
        <p:nvSpPr>
          <p:cNvPr id="3" name="Date Placeholder 2">
            <a:extLst>
              <a:ext uri="{FF2B5EF4-FFF2-40B4-BE49-F238E27FC236}">
                <a16:creationId xmlns:a16="http://schemas.microsoft.com/office/drawing/2014/main" id="{38EA4792-21CB-951A-5204-5D91F8426C57}"/>
              </a:ext>
            </a:extLst>
          </p:cNvPr>
          <p:cNvSpPr>
            <a:spLocks noGrp="1"/>
          </p:cNvSpPr>
          <p:nvPr>
            <p:ph type="dt" sz="half" idx="10"/>
          </p:nvPr>
        </p:nvSpPr>
        <p:spPr/>
        <p:txBody>
          <a:bodyPr/>
          <a:lstStyle/>
          <a:p>
            <a:fld id="{9D5D0B21-9F8C-4D01-8D9A-C841602790D9}" type="datetimeFigureOut">
              <a:rPr lang="en-IE" smtClean="0"/>
              <a:t>29/09/2025</a:t>
            </a:fld>
            <a:endParaRPr lang="en-IE"/>
          </a:p>
        </p:txBody>
      </p:sp>
      <p:sp>
        <p:nvSpPr>
          <p:cNvPr id="4" name="Footer Placeholder 3">
            <a:extLst>
              <a:ext uri="{FF2B5EF4-FFF2-40B4-BE49-F238E27FC236}">
                <a16:creationId xmlns:a16="http://schemas.microsoft.com/office/drawing/2014/main" id="{0C5EBC02-4251-7501-3E94-E9C1E3E5984B}"/>
              </a:ext>
            </a:extLst>
          </p:cNvPr>
          <p:cNvSpPr>
            <a:spLocks noGrp="1"/>
          </p:cNvSpPr>
          <p:nvPr>
            <p:ph type="ftr" sz="quarter" idx="11"/>
          </p:nvPr>
        </p:nvSpPr>
        <p:spPr/>
        <p:txBody>
          <a:bodyPr/>
          <a:lstStyle/>
          <a:p>
            <a:endParaRPr lang="en-IE"/>
          </a:p>
        </p:txBody>
      </p:sp>
      <p:sp>
        <p:nvSpPr>
          <p:cNvPr id="5" name="Slide Number Placeholder 4">
            <a:extLst>
              <a:ext uri="{FF2B5EF4-FFF2-40B4-BE49-F238E27FC236}">
                <a16:creationId xmlns:a16="http://schemas.microsoft.com/office/drawing/2014/main" id="{A805A057-734D-163B-7EEC-7FC9F0FDB4C7}"/>
              </a:ext>
            </a:extLst>
          </p:cNvPr>
          <p:cNvSpPr>
            <a:spLocks noGrp="1"/>
          </p:cNvSpPr>
          <p:nvPr>
            <p:ph type="sldNum" sz="quarter" idx="12"/>
          </p:nvPr>
        </p:nvSpPr>
        <p:spPr/>
        <p:txBody>
          <a:bodyPr/>
          <a:lstStyle/>
          <a:p>
            <a:fld id="{2511752F-ABDC-4920-96EF-1735859A7CF5}" type="slidenum">
              <a:rPr lang="en-IE" smtClean="0"/>
              <a:t>‹#›</a:t>
            </a:fld>
            <a:endParaRPr lang="en-IE"/>
          </a:p>
        </p:txBody>
      </p:sp>
    </p:spTree>
    <p:extLst>
      <p:ext uri="{BB962C8B-B14F-4D97-AF65-F5344CB8AC3E}">
        <p14:creationId xmlns:p14="http://schemas.microsoft.com/office/powerpoint/2010/main" val="14514668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F3480D2-B210-4FE7-DC85-6A3B69ADC947}"/>
              </a:ext>
            </a:extLst>
          </p:cNvPr>
          <p:cNvSpPr>
            <a:spLocks noGrp="1"/>
          </p:cNvSpPr>
          <p:nvPr>
            <p:ph type="dt" sz="half" idx="10"/>
          </p:nvPr>
        </p:nvSpPr>
        <p:spPr/>
        <p:txBody>
          <a:bodyPr/>
          <a:lstStyle/>
          <a:p>
            <a:fld id="{9D5D0B21-9F8C-4D01-8D9A-C841602790D9}" type="datetimeFigureOut">
              <a:rPr lang="en-IE" smtClean="0"/>
              <a:t>29/09/2025</a:t>
            </a:fld>
            <a:endParaRPr lang="en-IE"/>
          </a:p>
        </p:txBody>
      </p:sp>
      <p:sp>
        <p:nvSpPr>
          <p:cNvPr id="3" name="Footer Placeholder 2">
            <a:extLst>
              <a:ext uri="{FF2B5EF4-FFF2-40B4-BE49-F238E27FC236}">
                <a16:creationId xmlns:a16="http://schemas.microsoft.com/office/drawing/2014/main" id="{5B573986-D1B7-E9D2-A45A-0C2954A3F280}"/>
              </a:ext>
            </a:extLst>
          </p:cNvPr>
          <p:cNvSpPr>
            <a:spLocks noGrp="1"/>
          </p:cNvSpPr>
          <p:nvPr>
            <p:ph type="ftr" sz="quarter" idx="11"/>
          </p:nvPr>
        </p:nvSpPr>
        <p:spPr/>
        <p:txBody>
          <a:bodyPr/>
          <a:lstStyle/>
          <a:p>
            <a:endParaRPr lang="en-IE"/>
          </a:p>
        </p:txBody>
      </p:sp>
      <p:sp>
        <p:nvSpPr>
          <p:cNvPr id="4" name="Slide Number Placeholder 3">
            <a:extLst>
              <a:ext uri="{FF2B5EF4-FFF2-40B4-BE49-F238E27FC236}">
                <a16:creationId xmlns:a16="http://schemas.microsoft.com/office/drawing/2014/main" id="{805617B9-2283-52FC-73CF-B4F9B75B59F5}"/>
              </a:ext>
            </a:extLst>
          </p:cNvPr>
          <p:cNvSpPr>
            <a:spLocks noGrp="1"/>
          </p:cNvSpPr>
          <p:nvPr>
            <p:ph type="sldNum" sz="quarter" idx="12"/>
          </p:nvPr>
        </p:nvSpPr>
        <p:spPr/>
        <p:txBody>
          <a:bodyPr/>
          <a:lstStyle/>
          <a:p>
            <a:fld id="{2511752F-ABDC-4920-96EF-1735859A7CF5}" type="slidenum">
              <a:rPr lang="en-IE" smtClean="0"/>
              <a:t>‹#›</a:t>
            </a:fld>
            <a:endParaRPr lang="en-IE"/>
          </a:p>
        </p:txBody>
      </p:sp>
    </p:spTree>
    <p:extLst>
      <p:ext uri="{BB962C8B-B14F-4D97-AF65-F5344CB8AC3E}">
        <p14:creationId xmlns:p14="http://schemas.microsoft.com/office/powerpoint/2010/main" val="34572348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B3663-0D79-64F6-6DFA-0F6EC770752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E"/>
          </a:p>
        </p:txBody>
      </p:sp>
      <p:sp>
        <p:nvSpPr>
          <p:cNvPr id="3" name="Content Placeholder 2">
            <a:extLst>
              <a:ext uri="{FF2B5EF4-FFF2-40B4-BE49-F238E27FC236}">
                <a16:creationId xmlns:a16="http://schemas.microsoft.com/office/drawing/2014/main" id="{76E40B25-9084-B91A-C611-C1495E11C07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Text Placeholder 3">
            <a:extLst>
              <a:ext uri="{FF2B5EF4-FFF2-40B4-BE49-F238E27FC236}">
                <a16:creationId xmlns:a16="http://schemas.microsoft.com/office/drawing/2014/main" id="{A331E652-EFCA-3F11-B58A-EC3CDA27F5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C91AA5-2A5D-BD21-4286-05A85A4F12E0}"/>
              </a:ext>
            </a:extLst>
          </p:cNvPr>
          <p:cNvSpPr>
            <a:spLocks noGrp="1"/>
          </p:cNvSpPr>
          <p:nvPr>
            <p:ph type="dt" sz="half" idx="10"/>
          </p:nvPr>
        </p:nvSpPr>
        <p:spPr/>
        <p:txBody>
          <a:bodyPr/>
          <a:lstStyle/>
          <a:p>
            <a:fld id="{9D5D0B21-9F8C-4D01-8D9A-C841602790D9}" type="datetimeFigureOut">
              <a:rPr lang="en-IE" smtClean="0"/>
              <a:t>29/09/2025</a:t>
            </a:fld>
            <a:endParaRPr lang="en-IE"/>
          </a:p>
        </p:txBody>
      </p:sp>
      <p:sp>
        <p:nvSpPr>
          <p:cNvPr id="6" name="Footer Placeholder 5">
            <a:extLst>
              <a:ext uri="{FF2B5EF4-FFF2-40B4-BE49-F238E27FC236}">
                <a16:creationId xmlns:a16="http://schemas.microsoft.com/office/drawing/2014/main" id="{CD6C715F-28C1-577C-A42A-080F1C9E925E}"/>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FF1B1E07-49EA-E2F4-D7E5-C0A1C1CC2051}"/>
              </a:ext>
            </a:extLst>
          </p:cNvPr>
          <p:cNvSpPr>
            <a:spLocks noGrp="1"/>
          </p:cNvSpPr>
          <p:nvPr>
            <p:ph type="sldNum" sz="quarter" idx="12"/>
          </p:nvPr>
        </p:nvSpPr>
        <p:spPr/>
        <p:txBody>
          <a:bodyPr/>
          <a:lstStyle/>
          <a:p>
            <a:fld id="{2511752F-ABDC-4920-96EF-1735859A7CF5}" type="slidenum">
              <a:rPr lang="en-IE" smtClean="0"/>
              <a:t>‹#›</a:t>
            </a:fld>
            <a:endParaRPr lang="en-IE"/>
          </a:p>
        </p:txBody>
      </p:sp>
    </p:spTree>
    <p:extLst>
      <p:ext uri="{BB962C8B-B14F-4D97-AF65-F5344CB8AC3E}">
        <p14:creationId xmlns:p14="http://schemas.microsoft.com/office/powerpoint/2010/main" val="9252049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B08B2-0F6F-76DE-7835-68DD24D8B35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E"/>
          </a:p>
        </p:txBody>
      </p:sp>
      <p:sp>
        <p:nvSpPr>
          <p:cNvPr id="3" name="Picture Placeholder 2">
            <a:extLst>
              <a:ext uri="{FF2B5EF4-FFF2-40B4-BE49-F238E27FC236}">
                <a16:creationId xmlns:a16="http://schemas.microsoft.com/office/drawing/2014/main" id="{2D936AC3-6F54-2692-84B8-314A9A965EA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E"/>
          </a:p>
        </p:txBody>
      </p:sp>
      <p:sp>
        <p:nvSpPr>
          <p:cNvPr id="4" name="Text Placeholder 3">
            <a:extLst>
              <a:ext uri="{FF2B5EF4-FFF2-40B4-BE49-F238E27FC236}">
                <a16:creationId xmlns:a16="http://schemas.microsoft.com/office/drawing/2014/main" id="{521E8BE7-BBC9-1CA5-AF0B-8F443C92B4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0B9E6E5-E19D-9D7E-2D42-B6621E04F382}"/>
              </a:ext>
            </a:extLst>
          </p:cNvPr>
          <p:cNvSpPr>
            <a:spLocks noGrp="1"/>
          </p:cNvSpPr>
          <p:nvPr>
            <p:ph type="dt" sz="half" idx="10"/>
          </p:nvPr>
        </p:nvSpPr>
        <p:spPr/>
        <p:txBody>
          <a:bodyPr/>
          <a:lstStyle/>
          <a:p>
            <a:fld id="{9D5D0B21-9F8C-4D01-8D9A-C841602790D9}" type="datetimeFigureOut">
              <a:rPr lang="en-IE" smtClean="0"/>
              <a:t>29/09/2025</a:t>
            </a:fld>
            <a:endParaRPr lang="en-IE"/>
          </a:p>
        </p:txBody>
      </p:sp>
      <p:sp>
        <p:nvSpPr>
          <p:cNvPr id="6" name="Footer Placeholder 5">
            <a:extLst>
              <a:ext uri="{FF2B5EF4-FFF2-40B4-BE49-F238E27FC236}">
                <a16:creationId xmlns:a16="http://schemas.microsoft.com/office/drawing/2014/main" id="{68AD248F-6175-F8A9-2AB0-EA47C69783B8}"/>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A2E6A434-246A-506C-23F6-3A96601D4C1E}"/>
              </a:ext>
            </a:extLst>
          </p:cNvPr>
          <p:cNvSpPr>
            <a:spLocks noGrp="1"/>
          </p:cNvSpPr>
          <p:nvPr>
            <p:ph type="sldNum" sz="quarter" idx="12"/>
          </p:nvPr>
        </p:nvSpPr>
        <p:spPr/>
        <p:txBody>
          <a:bodyPr/>
          <a:lstStyle/>
          <a:p>
            <a:fld id="{2511752F-ABDC-4920-96EF-1735859A7CF5}" type="slidenum">
              <a:rPr lang="en-IE" smtClean="0"/>
              <a:t>‹#›</a:t>
            </a:fld>
            <a:endParaRPr lang="en-IE"/>
          </a:p>
        </p:txBody>
      </p:sp>
    </p:spTree>
    <p:extLst>
      <p:ext uri="{BB962C8B-B14F-4D97-AF65-F5344CB8AC3E}">
        <p14:creationId xmlns:p14="http://schemas.microsoft.com/office/powerpoint/2010/main" val="20964119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EE863A-20D9-8CEC-CDF7-A117B440D2E2}"/>
              </a:ext>
            </a:extLst>
          </p:cNvPr>
          <p:cNvSpPr>
            <a:spLocks noGrp="1"/>
          </p:cNvSpPr>
          <p:nvPr>
            <p:ph type="title"/>
          </p:nvPr>
        </p:nvSpPr>
        <p:spPr/>
        <p:txBody>
          <a:bodyPr/>
          <a:lstStyle/>
          <a:p>
            <a:r>
              <a:rPr lang="en-US"/>
              <a:t>Click to edit Master title style</a:t>
            </a:r>
            <a:endParaRPr lang="en-IE"/>
          </a:p>
        </p:txBody>
      </p:sp>
      <p:sp>
        <p:nvSpPr>
          <p:cNvPr id="3" name="Vertical Text Placeholder 2">
            <a:extLst>
              <a:ext uri="{FF2B5EF4-FFF2-40B4-BE49-F238E27FC236}">
                <a16:creationId xmlns:a16="http://schemas.microsoft.com/office/drawing/2014/main" id="{37A8B607-B6DA-A75A-5E2A-B82BD3E4E5C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7AE45386-C070-B5C1-D43B-E8D3421E55FA}"/>
              </a:ext>
            </a:extLst>
          </p:cNvPr>
          <p:cNvSpPr>
            <a:spLocks noGrp="1"/>
          </p:cNvSpPr>
          <p:nvPr>
            <p:ph type="dt" sz="half" idx="10"/>
          </p:nvPr>
        </p:nvSpPr>
        <p:spPr/>
        <p:txBody>
          <a:bodyPr/>
          <a:lstStyle/>
          <a:p>
            <a:fld id="{9D5D0B21-9F8C-4D01-8D9A-C841602790D9}" type="datetimeFigureOut">
              <a:rPr lang="en-IE" smtClean="0"/>
              <a:t>29/09/2025</a:t>
            </a:fld>
            <a:endParaRPr lang="en-IE"/>
          </a:p>
        </p:txBody>
      </p:sp>
      <p:sp>
        <p:nvSpPr>
          <p:cNvPr id="5" name="Footer Placeholder 4">
            <a:extLst>
              <a:ext uri="{FF2B5EF4-FFF2-40B4-BE49-F238E27FC236}">
                <a16:creationId xmlns:a16="http://schemas.microsoft.com/office/drawing/2014/main" id="{9AD46DAB-7F00-5A2D-CAEC-BBADEA837408}"/>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2EB1B073-BB5F-D138-6115-A4743913A83D}"/>
              </a:ext>
            </a:extLst>
          </p:cNvPr>
          <p:cNvSpPr>
            <a:spLocks noGrp="1"/>
          </p:cNvSpPr>
          <p:nvPr>
            <p:ph type="sldNum" sz="quarter" idx="12"/>
          </p:nvPr>
        </p:nvSpPr>
        <p:spPr/>
        <p:txBody>
          <a:bodyPr/>
          <a:lstStyle/>
          <a:p>
            <a:fld id="{2511752F-ABDC-4920-96EF-1735859A7CF5}" type="slidenum">
              <a:rPr lang="en-IE" smtClean="0"/>
              <a:t>‹#›</a:t>
            </a:fld>
            <a:endParaRPr lang="en-IE"/>
          </a:p>
        </p:txBody>
      </p:sp>
    </p:spTree>
    <p:extLst>
      <p:ext uri="{BB962C8B-B14F-4D97-AF65-F5344CB8AC3E}">
        <p14:creationId xmlns:p14="http://schemas.microsoft.com/office/powerpoint/2010/main" val="3101819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349C304-FEAB-01FA-DF2D-C15CBA49EDB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E"/>
          </a:p>
        </p:txBody>
      </p:sp>
      <p:sp>
        <p:nvSpPr>
          <p:cNvPr id="3" name="Vertical Text Placeholder 2">
            <a:extLst>
              <a:ext uri="{FF2B5EF4-FFF2-40B4-BE49-F238E27FC236}">
                <a16:creationId xmlns:a16="http://schemas.microsoft.com/office/drawing/2014/main" id="{F356571D-C146-CD08-1535-B17ABB13233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A5F29EC5-A4B2-BDC3-7F35-54781114B74E}"/>
              </a:ext>
            </a:extLst>
          </p:cNvPr>
          <p:cNvSpPr>
            <a:spLocks noGrp="1"/>
          </p:cNvSpPr>
          <p:nvPr>
            <p:ph type="dt" sz="half" idx="10"/>
          </p:nvPr>
        </p:nvSpPr>
        <p:spPr/>
        <p:txBody>
          <a:bodyPr/>
          <a:lstStyle/>
          <a:p>
            <a:fld id="{9D5D0B21-9F8C-4D01-8D9A-C841602790D9}" type="datetimeFigureOut">
              <a:rPr lang="en-IE" smtClean="0"/>
              <a:t>29/09/2025</a:t>
            </a:fld>
            <a:endParaRPr lang="en-IE"/>
          </a:p>
        </p:txBody>
      </p:sp>
      <p:sp>
        <p:nvSpPr>
          <p:cNvPr id="5" name="Footer Placeholder 4">
            <a:extLst>
              <a:ext uri="{FF2B5EF4-FFF2-40B4-BE49-F238E27FC236}">
                <a16:creationId xmlns:a16="http://schemas.microsoft.com/office/drawing/2014/main" id="{D50C9799-07DB-4DEF-9423-6667F5EADCEA}"/>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AC2055FF-131C-4456-9DC3-AEDA3EDBDA1A}"/>
              </a:ext>
            </a:extLst>
          </p:cNvPr>
          <p:cNvSpPr>
            <a:spLocks noGrp="1"/>
          </p:cNvSpPr>
          <p:nvPr>
            <p:ph type="sldNum" sz="quarter" idx="12"/>
          </p:nvPr>
        </p:nvSpPr>
        <p:spPr/>
        <p:txBody>
          <a:bodyPr/>
          <a:lstStyle/>
          <a:p>
            <a:fld id="{2511752F-ABDC-4920-96EF-1735859A7CF5}" type="slidenum">
              <a:rPr lang="en-IE" smtClean="0"/>
              <a:t>‹#›</a:t>
            </a:fld>
            <a:endParaRPr lang="en-IE"/>
          </a:p>
        </p:txBody>
      </p:sp>
    </p:spTree>
    <p:extLst>
      <p:ext uri="{BB962C8B-B14F-4D97-AF65-F5344CB8AC3E}">
        <p14:creationId xmlns:p14="http://schemas.microsoft.com/office/powerpoint/2010/main" val="17860683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Case Study Single Slide - Data Results">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0E93CEEC-4F06-5349-BB63-F02B2B211B29}"/>
              </a:ext>
            </a:extLst>
          </p:cNvPr>
          <p:cNvSpPr>
            <a:spLocks noGrp="1"/>
          </p:cNvSpPr>
          <p:nvPr>
            <p:ph type="ctrTitle" hasCustomPrompt="1"/>
          </p:nvPr>
        </p:nvSpPr>
        <p:spPr>
          <a:xfrm>
            <a:off x="603284" y="388389"/>
            <a:ext cx="5065999" cy="764390"/>
          </a:xfrm>
        </p:spPr>
        <p:txBody>
          <a:bodyPr anchor="b">
            <a:normAutofit/>
          </a:bodyPr>
          <a:lstStyle>
            <a:lvl1pPr algn="l">
              <a:defRPr sz="4000" b="0" i="0">
                <a:solidFill>
                  <a:srgbClr val="008AD9"/>
                </a:solidFill>
                <a:latin typeface="Arial" panose="020B0604020202020204" pitchFamily="34" charset="0"/>
                <a:cs typeface="Arial" panose="020B0604020202020204" pitchFamily="34" charset="0"/>
              </a:defRPr>
            </a:lvl1pPr>
          </a:lstStyle>
          <a:p>
            <a:r>
              <a:rPr lang="en-US"/>
              <a:t>Company Name</a:t>
            </a:r>
          </a:p>
        </p:txBody>
      </p:sp>
      <p:sp>
        <p:nvSpPr>
          <p:cNvPr id="10" name="Rectangle 9">
            <a:extLst>
              <a:ext uri="{FF2B5EF4-FFF2-40B4-BE49-F238E27FC236}">
                <a16:creationId xmlns:a16="http://schemas.microsoft.com/office/drawing/2014/main" id="{7CD2D898-C1E4-1C4E-B41C-23A7E59AE640}"/>
              </a:ext>
            </a:extLst>
          </p:cNvPr>
          <p:cNvSpPr/>
          <p:nvPr userDrawn="1"/>
        </p:nvSpPr>
        <p:spPr>
          <a:xfrm flipV="1">
            <a:off x="0" y="365239"/>
            <a:ext cx="243068" cy="764390"/>
          </a:xfrm>
          <a:prstGeom prst="rect">
            <a:avLst/>
          </a:prstGeom>
          <a:solidFill>
            <a:srgbClr val="FF8E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pic>
        <p:nvPicPr>
          <p:cNvPr id="23" name="Picture 22">
            <a:extLst>
              <a:ext uri="{FF2B5EF4-FFF2-40B4-BE49-F238E27FC236}">
                <a16:creationId xmlns:a16="http://schemas.microsoft.com/office/drawing/2014/main" id="{0438C21C-6688-CD47-9B39-2BD825F592A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603284" y="6440198"/>
            <a:ext cx="767123" cy="264231"/>
          </a:xfrm>
          <a:prstGeom prst="rect">
            <a:avLst/>
          </a:prstGeom>
        </p:spPr>
      </p:pic>
      <p:sp>
        <p:nvSpPr>
          <p:cNvPr id="4" name="Text Placeholder 3">
            <a:extLst>
              <a:ext uri="{FF2B5EF4-FFF2-40B4-BE49-F238E27FC236}">
                <a16:creationId xmlns:a16="http://schemas.microsoft.com/office/drawing/2014/main" id="{E5DB3430-93CA-9540-9380-D85F161C9580}"/>
              </a:ext>
            </a:extLst>
          </p:cNvPr>
          <p:cNvSpPr>
            <a:spLocks noGrp="1"/>
          </p:cNvSpPr>
          <p:nvPr>
            <p:ph type="body" sz="quarter" idx="20"/>
          </p:nvPr>
        </p:nvSpPr>
        <p:spPr>
          <a:xfrm>
            <a:off x="603250" y="1450136"/>
            <a:ext cx="5066030" cy="4795100"/>
          </a:xfrm>
        </p:spPr>
        <p:txBody>
          <a:bodyPr/>
          <a:lstStyle>
            <a:lvl1pPr marL="0" indent="0">
              <a:lnSpc>
                <a:spcPct val="150000"/>
              </a:lnSpc>
              <a:buNone/>
              <a:defRPr sz="1600">
                <a:solidFill>
                  <a:schemeClr val="tx1">
                    <a:lumMod val="75000"/>
                    <a:lumOff val="25000"/>
                  </a:schemeClr>
                </a:solidFill>
              </a:defRPr>
            </a:lvl1pPr>
            <a:lvl2pPr>
              <a:lnSpc>
                <a:spcPct val="150000"/>
              </a:lnSpc>
              <a:defRPr sz="1400">
                <a:solidFill>
                  <a:schemeClr val="tx1">
                    <a:lumMod val="75000"/>
                    <a:lumOff val="25000"/>
                  </a:schemeClr>
                </a:solidFill>
              </a:defRPr>
            </a:lvl2pPr>
            <a:lvl3pPr>
              <a:lnSpc>
                <a:spcPct val="150000"/>
              </a:lnSpc>
              <a:defRPr sz="1400">
                <a:solidFill>
                  <a:schemeClr val="tx1">
                    <a:lumMod val="75000"/>
                    <a:lumOff val="25000"/>
                  </a:schemeClr>
                </a:solidFill>
              </a:defRPr>
            </a:lvl3pPr>
            <a:lvl4pPr>
              <a:lnSpc>
                <a:spcPct val="150000"/>
              </a:lnSpc>
              <a:defRPr sz="1400">
                <a:solidFill>
                  <a:schemeClr val="tx1">
                    <a:lumMod val="75000"/>
                    <a:lumOff val="25000"/>
                  </a:schemeClr>
                </a:solidFill>
              </a:defRPr>
            </a:lvl4pPr>
            <a:lvl5pPr>
              <a:lnSpc>
                <a:spcPct val="150000"/>
              </a:lnSpc>
              <a:defRPr sz="14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743802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9329F05-3856-E7F8-F2D1-35502E14A6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E"/>
          </a:p>
        </p:txBody>
      </p:sp>
      <p:sp>
        <p:nvSpPr>
          <p:cNvPr id="3" name="Text Placeholder 2">
            <a:extLst>
              <a:ext uri="{FF2B5EF4-FFF2-40B4-BE49-F238E27FC236}">
                <a16:creationId xmlns:a16="http://schemas.microsoft.com/office/drawing/2014/main" id="{CDCAD473-ACCD-36D6-B237-D36A5A1D2C8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0B4C49FA-8C66-1153-22AC-B10CBBABCB2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D5D0B21-9F8C-4D01-8D9A-C841602790D9}" type="datetimeFigureOut">
              <a:rPr lang="en-IE" smtClean="0"/>
              <a:t>29/09/2025</a:t>
            </a:fld>
            <a:endParaRPr lang="en-IE"/>
          </a:p>
        </p:txBody>
      </p:sp>
      <p:sp>
        <p:nvSpPr>
          <p:cNvPr id="5" name="Footer Placeholder 4">
            <a:extLst>
              <a:ext uri="{FF2B5EF4-FFF2-40B4-BE49-F238E27FC236}">
                <a16:creationId xmlns:a16="http://schemas.microsoft.com/office/drawing/2014/main" id="{E68DEBC1-68A1-98C8-B45B-C12C9F855C7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E"/>
          </a:p>
        </p:txBody>
      </p:sp>
      <p:sp>
        <p:nvSpPr>
          <p:cNvPr id="6" name="Slide Number Placeholder 5">
            <a:extLst>
              <a:ext uri="{FF2B5EF4-FFF2-40B4-BE49-F238E27FC236}">
                <a16:creationId xmlns:a16="http://schemas.microsoft.com/office/drawing/2014/main" id="{FE4E50FD-385D-F3D4-47FC-FEDA1B6961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511752F-ABDC-4920-96EF-1735859A7CF5}" type="slidenum">
              <a:rPr lang="en-IE" smtClean="0"/>
              <a:t>‹#›</a:t>
            </a:fld>
            <a:endParaRPr lang="en-IE"/>
          </a:p>
        </p:txBody>
      </p:sp>
    </p:spTree>
    <p:extLst>
      <p:ext uri="{BB962C8B-B14F-4D97-AF65-F5344CB8AC3E}">
        <p14:creationId xmlns:p14="http://schemas.microsoft.com/office/powerpoint/2010/main" val="30632695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2.xml"/><Relationship Id="rId4" Type="http://schemas.openxmlformats.org/officeDocument/2006/relationships/image" Target="../media/image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E446E61-3C29-43F8-E6B1-FA850ECE9129}"/>
              </a:ext>
            </a:extLst>
          </p:cNvPr>
          <p:cNvSpPr txBox="1"/>
          <p:nvPr/>
        </p:nvSpPr>
        <p:spPr>
          <a:xfrm>
            <a:off x="601770" y="1451895"/>
            <a:ext cx="9023584" cy="4605813"/>
          </a:xfrm>
          <a:prstGeom prst="rect">
            <a:avLst/>
          </a:prstGeom>
          <a:noFill/>
        </p:spPr>
        <p:txBody>
          <a:bodyPr wrap="square" rtlCol="0">
            <a:spAutoFit/>
          </a:bodyPr>
          <a:lstStyle/>
          <a:p>
            <a:pPr lvl="0">
              <a:lnSpc>
                <a:spcPct val="150000"/>
              </a:lnSpc>
              <a:spcBef>
                <a:spcPts val="1000"/>
              </a:spcBef>
            </a:pPr>
            <a:r>
              <a:rPr lang="en-US" sz="1400" b="1" dirty="0">
                <a:solidFill>
                  <a:srgbClr val="008AD9"/>
                </a:solidFill>
                <a:latin typeface="+mj-lt"/>
                <a:cs typeface="Segoe UI"/>
              </a:rPr>
              <a:t>Business Need</a:t>
            </a:r>
          </a:p>
          <a:p>
            <a:pPr>
              <a:lnSpc>
                <a:spcPct val="120000"/>
              </a:lnSpc>
            </a:pPr>
            <a:r>
              <a:rPr lang="en-US" sz="1300" dirty="0">
                <a:solidFill>
                  <a:schemeClr val="tx1">
                    <a:lumMod val="75000"/>
                    <a:lumOff val="25000"/>
                  </a:schemeClr>
                </a:solidFill>
                <a:latin typeface="+mj-lt"/>
                <a:cs typeface="Segoe UI"/>
              </a:rPr>
              <a:t>Established in 1971, Whitney Equipment Company Inc. has been the premier process sales organization in the Pacific Northwest. WECI has a proven history of providing innovative and reliable solutions from industry-leading municipal and industrial process equipment manufacturers.  WECI</a:t>
            </a:r>
            <a:r>
              <a:rPr lang="en-GB" sz="1300" dirty="0">
                <a:solidFill>
                  <a:schemeClr val="tx1">
                    <a:lumMod val="75000"/>
                    <a:lumOff val="25000"/>
                  </a:schemeClr>
                </a:solidFill>
                <a:latin typeface="+mj-lt"/>
                <a:cs typeface="Segoe UI"/>
              </a:rPr>
              <a:t> approached Affirma to help to implement Microsoft Business Central. They were using Microsoft Dynamics CRM from Lead to Quote functionality previously, so Affirma helps them to use more features of CRM as well as to integrate CRM with Business Central.</a:t>
            </a:r>
          </a:p>
          <a:p>
            <a:pPr>
              <a:lnSpc>
                <a:spcPct val="120000"/>
              </a:lnSpc>
            </a:pPr>
            <a:endParaRPr lang="en-US" sz="1300" dirty="0">
              <a:solidFill>
                <a:schemeClr val="tx1">
                  <a:lumMod val="75000"/>
                  <a:lumOff val="25000"/>
                </a:schemeClr>
              </a:solidFill>
              <a:latin typeface="+mj-lt"/>
              <a:cs typeface="Segoe UI"/>
            </a:endParaRPr>
          </a:p>
          <a:p>
            <a:pPr>
              <a:lnSpc>
                <a:spcPct val="107000"/>
              </a:lnSpc>
              <a:spcBef>
                <a:spcPts val="0"/>
              </a:spcBef>
            </a:pPr>
            <a:r>
              <a:rPr lang="en-US" sz="1400" b="1" dirty="0">
                <a:solidFill>
                  <a:srgbClr val="008AD9"/>
                </a:solidFill>
                <a:latin typeface="+mj-lt"/>
                <a:cs typeface="Segoe UI"/>
              </a:rPr>
              <a:t>What We Did</a:t>
            </a:r>
            <a:endParaRPr lang="en-US" b="1" dirty="0">
              <a:solidFill>
                <a:srgbClr val="F75714"/>
              </a:solidFill>
              <a:latin typeface="+mj-lt"/>
              <a:ea typeface="MS Mincho" panose="02020609040205080304" pitchFamily="49" charset="-128"/>
              <a:cs typeface="Segoe UI" panose="020B0502040204020203" pitchFamily="34" charset="0"/>
            </a:endParaRPr>
          </a:p>
          <a:p>
            <a:pPr marL="342900" indent="-342900">
              <a:lnSpc>
                <a:spcPct val="115000"/>
              </a:lnSpc>
              <a:buFont typeface="Symbol" panose="05050102010706020507" pitchFamily="18" charset="2"/>
              <a:buChar char=""/>
            </a:pPr>
            <a:r>
              <a:rPr lang="en-US" sz="1300" dirty="0">
                <a:solidFill>
                  <a:schemeClr val="tx1">
                    <a:lumMod val="75000"/>
                    <a:lumOff val="25000"/>
                  </a:schemeClr>
                </a:solidFill>
                <a:latin typeface="+mj-lt"/>
                <a:cs typeface="Segoe UI"/>
              </a:rPr>
              <a:t>Business Central Company Configuration and </a:t>
            </a:r>
            <a:r>
              <a:rPr lang="en-IN" sz="1300" dirty="0">
                <a:solidFill>
                  <a:schemeClr val="tx1">
                    <a:lumMod val="75000"/>
                    <a:lumOff val="25000"/>
                  </a:schemeClr>
                </a:solidFill>
                <a:latin typeface="+mj-lt"/>
                <a:cs typeface="Segoe UI"/>
              </a:rPr>
              <a:t>General Administration </a:t>
            </a:r>
            <a:endParaRPr lang="en-US" sz="1300" dirty="0">
              <a:solidFill>
                <a:schemeClr val="tx1">
                  <a:lumMod val="75000"/>
                  <a:lumOff val="25000"/>
                </a:schemeClr>
              </a:solidFill>
              <a:latin typeface="+mj-lt"/>
              <a:cs typeface="Segoe UI"/>
            </a:endParaRPr>
          </a:p>
          <a:p>
            <a:pPr marL="342900" indent="-342900">
              <a:lnSpc>
                <a:spcPct val="115000"/>
              </a:lnSpc>
              <a:buFont typeface="Symbol" panose="05050102010706020507" pitchFamily="18" charset="2"/>
              <a:buChar char=""/>
            </a:pPr>
            <a:r>
              <a:rPr lang="en-US" sz="1300" dirty="0">
                <a:solidFill>
                  <a:schemeClr val="tx1">
                    <a:lumMod val="75000"/>
                    <a:lumOff val="25000"/>
                  </a:schemeClr>
                </a:solidFill>
                <a:latin typeface="+mj-lt"/>
                <a:cs typeface="Segoe UI"/>
              </a:rPr>
              <a:t>Integrated Credit Card Processing Solution</a:t>
            </a:r>
            <a:endParaRPr lang="en-IN" sz="1300" dirty="0">
              <a:solidFill>
                <a:schemeClr val="tx1">
                  <a:lumMod val="75000"/>
                  <a:lumOff val="25000"/>
                </a:schemeClr>
              </a:solidFill>
              <a:latin typeface="+mj-lt"/>
              <a:cs typeface="Segoe UI"/>
            </a:endParaRPr>
          </a:p>
          <a:p>
            <a:pPr marL="342900" lvl="0" indent="-342900">
              <a:lnSpc>
                <a:spcPct val="115000"/>
              </a:lnSpc>
              <a:buFont typeface="Symbol" panose="05050102010706020507" pitchFamily="18" charset="2"/>
              <a:buChar char=""/>
            </a:pPr>
            <a:r>
              <a:rPr lang="en-IN" sz="1300" dirty="0">
                <a:solidFill>
                  <a:schemeClr val="tx1">
                    <a:lumMod val="75000"/>
                    <a:lumOff val="25000"/>
                  </a:schemeClr>
                </a:solidFill>
                <a:latin typeface="+mj-lt"/>
                <a:cs typeface="Segoe UI"/>
              </a:rPr>
              <a:t>Financial Management </a:t>
            </a:r>
          </a:p>
          <a:p>
            <a:pPr marL="342900" lvl="0" indent="-342900">
              <a:lnSpc>
                <a:spcPct val="115000"/>
              </a:lnSpc>
              <a:buFont typeface="Symbol" panose="05050102010706020507" pitchFamily="18" charset="2"/>
              <a:buChar char=""/>
            </a:pPr>
            <a:r>
              <a:rPr lang="en-IN" sz="1300" dirty="0">
                <a:solidFill>
                  <a:schemeClr val="tx1">
                    <a:lumMod val="75000"/>
                    <a:lumOff val="25000"/>
                  </a:schemeClr>
                </a:solidFill>
                <a:latin typeface="+mj-lt"/>
                <a:cs typeface="Segoe UI"/>
              </a:rPr>
              <a:t>Item Management </a:t>
            </a:r>
          </a:p>
          <a:p>
            <a:pPr marL="342900" lvl="0" indent="-342900">
              <a:lnSpc>
                <a:spcPct val="115000"/>
              </a:lnSpc>
              <a:buFont typeface="Symbol" panose="05050102010706020507" pitchFamily="18" charset="2"/>
              <a:buChar char=""/>
            </a:pPr>
            <a:r>
              <a:rPr lang="en-IN" sz="1300" dirty="0">
                <a:solidFill>
                  <a:schemeClr val="tx1">
                    <a:lumMod val="75000"/>
                    <a:lumOff val="25000"/>
                  </a:schemeClr>
                </a:solidFill>
                <a:latin typeface="+mj-lt"/>
                <a:cs typeface="Segoe UI"/>
              </a:rPr>
              <a:t>Lead to Quote and Quote Templates (CRM)</a:t>
            </a:r>
          </a:p>
          <a:p>
            <a:pPr marL="342900" lvl="0" indent="-342900">
              <a:lnSpc>
                <a:spcPct val="115000"/>
              </a:lnSpc>
              <a:buFont typeface="Symbol" panose="05050102010706020507" pitchFamily="18" charset="2"/>
              <a:buChar char=""/>
            </a:pPr>
            <a:r>
              <a:rPr lang="en-IN" sz="1300" dirty="0">
                <a:solidFill>
                  <a:schemeClr val="tx1">
                    <a:lumMod val="75000"/>
                    <a:lumOff val="25000"/>
                  </a:schemeClr>
                </a:solidFill>
                <a:latin typeface="+mj-lt"/>
                <a:cs typeface="Segoe UI"/>
              </a:rPr>
              <a:t>Order to Cash / Return to Credit. (AR) </a:t>
            </a:r>
          </a:p>
          <a:p>
            <a:pPr marL="342900" lvl="0" indent="-342900">
              <a:lnSpc>
                <a:spcPct val="115000"/>
              </a:lnSpc>
              <a:buFont typeface="Symbol" panose="05050102010706020507" pitchFamily="18" charset="2"/>
              <a:buChar char=""/>
            </a:pPr>
            <a:r>
              <a:rPr lang="en-IN" sz="1300" dirty="0">
                <a:solidFill>
                  <a:schemeClr val="tx1">
                    <a:lumMod val="75000"/>
                    <a:lumOff val="25000"/>
                  </a:schemeClr>
                </a:solidFill>
                <a:latin typeface="+mj-lt"/>
                <a:cs typeface="Segoe UI"/>
              </a:rPr>
              <a:t>Procure to Pay / Return to Debit (AP) </a:t>
            </a:r>
          </a:p>
          <a:p>
            <a:pPr marL="342900" lvl="0" indent="-342900">
              <a:lnSpc>
                <a:spcPct val="115000"/>
              </a:lnSpc>
              <a:buFont typeface="Symbol" panose="05050102010706020507" pitchFamily="18" charset="2"/>
              <a:buChar char=""/>
            </a:pPr>
            <a:r>
              <a:rPr lang="en-IN" sz="1300" dirty="0">
                <a:solidFill>
                  <a:schemeClr val="tx1">
                    <a:lumMod val="75000"/>
                    <a:lumOff val="25000"/>
                  </a:schemeClr>
                </a:solidFill>
                <a:latin typeface="+mj-lt"/>
                <a:cs typeface="Segoe UI"/>
              </a:rPr>
              <a:t>Document Management </a:t>
            </a:r>
          </a:p>
          <a:p>
            <a:pPr marL="342900" lvl="0" indent="-342900">
              <a:lnSpc>
                <a:spcPct val="115000"/>
              </a:lnSpc>
              <a:buFont typeface="Symbol" panose="05050102010706020507" pitchFamily="18" charset="2"/>
              <a:buChar char=""/>
            </a:pPr>
            <a:r>
              <a:rPr lang="en-IN" sz="1300" dirty="0">
                <a:solidFill>
                  <a:schemeClr val="tx1">
                    <a:lumMod val="75000"/>
                    <a:lumOff val="25000"/>
                  </a:schemeClr>
                </a:solidFill>
                <a:latin typeface="+mj-lt"/>
                <a:cs typeface="Segoe UI"/>
              </a:rPr>
              <a:t>Fixed Asset Module</a:t>
            </a:r>
          </a:p>
          <a:p>
            <a:pPr marL="342900" indent="-342900">
              <a:lnSpc>
                <a:spcPct val="115000"/>
              </a:lnSpc>
              <a:buFont typeface="Symbol" panose="05050102010706020507" pitchFamily="18" charset="2"/>
              <a:buChar char=""/>
            </a:pPr>
            <a:r>
              <a:rPr lang="en-IN" sz="1300" dirty="0">
                <a:solidFill>
                  <a:schemeClr val="tx1">
                    <a:lumMod val="75000"/>
                    <a:lumOff val="25000"/>
                  </a:schemeClr>
                </a:solidFill>
                <a:latin typeface="+mj-lt"/>
                <a:cs typeface="Segoe UI"/>
              </a:rPr>
              <a:t>Business Central to CRM integration for Accounts, Contacts, Opportunities,  Quotes and Orders.</a:t>
            </a:r>
          </a:p>
          <a:p>
            <a:pPr marL="342900" indent="-342900">
              <a:lnSpc>
                <a:spcPct val="115000"/>
              </a:lnSpc>
              <a:buFont typeface="Symbol" panose="05050102010706020507" pitchFamily="18" charset="2"/>
              <a:buChar char=""/>
            </a:pPr>
            <a:endParaRPr lang="en-US" sz="1300" dirty="0">
              <a:solidFill>
                <a:schemeClr val="tx1">
                  <a:lumMod val="75000"/>
                  <a:lumOff val="25000"/>
                </a:schemeClr>
              </a:solidFill>
              <a:latin typeface="+mj-lt"/>
              <a:cs typeface="Segoe UI"/>
            </a:endParaRPr>
          </a:p>
        </p:txBody>
      </p:sp>
      <p:sp>
        <p:nvSpPr>
          <p:cNvPr id="4" name="Title 3">
            <a:extLst>
              <a:ext uri="{FF2B5EF4-FFF2-40B4-BE49-F238E27FC236}">
                <a16:creationId xmlns:a16="http://schemas.microsoft.com/office/drawing/2014/main" id="{BDC4B9FF-8695-D444-A5CC-2CB3135EEEAD}"/>
              </a:ext>
            </a:extLst>
          </p:cNvPr>
          <p:cNvSpPr>
            <a:spLocks noGrp="1"/>
          </p:cNvSpPr>
          <p:nvPr>
            <p:ph type="ctrTitle"/>
          </p:nvPr>
        </p:nvSpPr>
        <p:spPr>
          <a:xfrm>
            <a:off x="603283" y="388389"/>
            <a:ext cx="11006179" cy="764390"/>
          </a:xfrm>
        </p:spPr>
        <p:txBody>
          <a:bodyPr>
            <a:noAutofit/>
          </a:bodyPr>
          <a:lstStyle/>
          <a:p>
            <a:r>
              <a:rPr lang="en-US" sz="3200" dirty="0"/>
              <a:t>Whitney – Business Central Implementation And Integration with Microsoft Dynamics CRM</a:t>
            </a:r>
          </a:p>
        </p:txBody>
      </p:sp>
      <p:sp>
        <p:nvSpPr>
          <p:cNvPr id="3" name="Slide Number Placeholder 2">
            <a:extLst>
              <a:ext uri="{FF2B5EF4-FFF2-40B4-BE49-F238E27FC236}">
                <a16:creationId xmlns:a16="http://schemas.microsoft.com/office/drawing/2014/main" id="{D888A8EE-A41B-104E-87E1-EB98061134BE}"/>
              </a:ext>
            </a:extLst>
          </p:cNvPr>
          <p:cNvSpPr>
            <a:spLocks noGrp="1"/>
          </p:cNvSpPr>
          <p:nvPr>
            <p:ph type="sldNum" sz="quarter" idx="4294967295"/>
          </p:nvPr>
        </p:nvSpPr>
        <p:spPr>
          <a:xfrm>
            <a:off x="9448800" y="6454775"/>
            <a:ext cx="2743200" cy="155575"/>
          </a:xfrm>
        </p:spPr>
        <p:txBody>
          <a:bodyPr/>
          <a:lstStyle/>
          <a:p>
            <a:fld id="{056F86DB-78DF-EB43-A6BE-40415A3A0052}" type="slidenum">
              <a:rPr lang="en-US" smtClean="0"/>
              <a:pPr/>
              <a:t>1</a:t>
            </a:fld>
            <a:endParaRPr lang="en-US"/>
          </a:p>
        </p:txBody>
      </p:sp>
      <p:sp>
        <p:nvSpPr>
          <p:cNvPr id="6" name="AutoShape 2" descr="Electronic Frontier Foundation">
            <a:extLst>
              <a:ext uri="{FF2B5EF4-FFF2-40B4-BE49-F238E27FC236}">
                <a16:creationId xmlns:a16="http://schemas.microsoft.com/office/drawing/2014/main" id="{6D7E4FC4-D235-EAB5-A631-843A6B4E848E}"/>
              </a:ext>
            </a:extLst>
          </p:cNvPr>
          <p:cNvSpPr>
            <a:spLocks noChangeAspect="1" noChangeArrowheads="1"/>
          </p:cNvSpPr>
          <p:nvPr/>
        </p:nvSpPr>
        <p:spPr bwMode="auto">
          <a:xfrm>
            <a:off x="5943600" y="797312"/>
            <a:ext cx="2784088" cy="278408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E"/>
          </a:p>
        </p:txBody>
      </p:sp>
      <p:pic>
        <p:nvPicPr>
          <p:cNvPr id="5" name="Picture 2">
            <a:extLst>
              <a:ext uri="{FF2B5EF4-FFF2-40B4-BE49-F238E27FC236}">
                <a16:creationId xmlns:a16="http://schemas.microsoft.com/office/drawing/2014/main" id="{4F025CB3-63DD-CC65-B1EB-9619D1AB0B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87886" y="1366717"/>
            <a:ext cx="1517970" cy="73645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EE4A63A5-D8BA-DFE4-1456-E5AB750318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87886" y="3172522"/>
            <a:ext cx="817756" cy="817756"/>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7604A0EF-4F89-ABBD-03D8-A9BD24D956C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968174" y="3143718"/>
            <a:ext cx="875363" cy="8753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03630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b1c940a28d9f7ed7841dd66e388476ed">
  <xsd:schema xmlns:xsd="http://www.w3.org/2001/XMLSchema" xmlns:xs="http://www.w3.org/2001/XMLSchema" xmlns:p="http://schemas.microsoft.com/office/2006/metadata/properties" xmlns:ns2="f0ee8362-fa7e-4bc9-ab88-7dcfb17cb19b" targetNamespace="http://schemas.microsoft.com/office/2006/metadata/properties" ma:root="true" ma:fieldsID="8c9fb4aa225d81f58c6fca2e551d2526"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BusinessUnit xmlns="f0ee8362-fa7e-4bc9-ab88-7dcfb17cb19b">
      <Value>Customer Relationship Management</Value>
    </BusinessUnit>
    <Solutions xmlns="f0ee8362-fa7e-4bc9-ab88-7dcfb17cb19b" xsi:nil="true"/>
    <Industries xmlns="f0ee8362-fa7e-4bc9-ab88-7dcfb17cb19b">
      <Value>Manufacturing</Value>
    </Industries>
    <Notes0 xmlns="f0ee8362-fa7e-4bc9-ab88-7dcfb17cb19b" xsi:nil="true"/>
    <Named_x0020_Account xmlns="f0ee8362-fa7e-4bc9-ab88-7dcfb17cb19b" xsi:nil="true"/>
    <PlatTech xmlns="f0ee8362-fa7e-4bc9-ab88-7dcfb17cb19b">
      <Value>Dynamics</Value>
      <Value>Business Central</Value>
    </PlatTech>
    <ProjectCompletionDate xmlns="f0ee8362-fa7e-4bc9-ab88-7dcfb17cb19b" xsi:nil="true"/>
    <ApprovedByClient xmlns="f0ee8362-fa7e-4bc9-ab88-7dcfb17cb19b">false</ApprovedByClient>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mso-contentType ?>
<customXsn xmlns="http://schemas.microsoft.com/office/2006/metadata/customXsn">
  <xsnLocation/>
  <cached>True</cached>
  <openByDefault>False</openByDefault>
  <xsnScope/>
</customXsn>
</file>

<file path=customXml/itemProps1.xml><?xml version="1.0" encoding="utf-8"?>
<ds:datastoreItem xmlns:ds="http://schemas.openxmlformats.org/officeDocument/2006/customXml" ds:itemID="{88D374B1-3A3F-4E7B-9C0C-DD0360E33AA3}"/>
</file>

<file path=customXml/itemProps2.xml><?xml version="1.0" encoding="utf-8"?>
<ds:datastoreItem xmlns:ds="http://schemas.openxmlformats.org/officeDocument/2006/customXml" ds:itemID="{B73D773D-8497-47E5-B9B7-61F99CF08B8C}">
  <ds:schemaRefs>
    <ds:schemaRef ds:uri="f0ee8362-fa7e-4bc9-ab88-7dcfb17cb19b"/>
    <ds:schemaRef ds:uri="http://purl.org/dc/terms/"/>
    <ds:schemaRef ds:uri="http://schemas.microsoft.com/office/2006/metadata/properties"/>
    <ds:schemaRef ds:uri="http://schemas.microsoft.com/office/infopath/2007/PartnerControls"/>
    <ds:schemaRef ds:uri="http://schemas.microsoft.com/office/2006/documentManagement/types"/>
    <ds:schemaRef ds:uri="http://purl.org/dc/elements/1.1/"/>
    <ds:schemaRef ds:uri="http://www.w3.org/XML/1998/namespace"/>
    <ds:schemaRef ds:uri="http://schemas.openxmlformats.org/package/2006/metadata/core-properties"/>
    <ds:schemaRef ds:uri="http://purl.org/dc/dcmitype/"/>
  </ds:schemaRefs>
</ds:datastoreItem>
</file>

<file path=customXml/itemProps3.xml><?xml version="1.0" encoding="utf-8"?>
<ds:datastoreItem xmlns:ds="http://schemas.openxmlformats.org/officeDocument/2006/customXml" ds:itemID="{9213D503-677E-41D4-990C-4D6D9BE4BAAB}">
  <ds:schemaRefs>
    <ds:schemaRef ds:uri="http://schemas.microsoft.com/sharepoint/v3/contenttype/forms"/>
  </ds:schemaRefs>
</ds:datastoreItem>
</file>

<file path=customXml/itemProps4.xml><?xml version="1.0" encoding="utf-8"?>
<ds:datastoreItem xmlns:ds="http://schemas.openxmlformats.org/officeDocument/2006/customXml" ds:itemID="{0AA4CD77-E913-4133-B607-B5F74BC018BD}">
  <ds:schemaRefs>
    <ds:schemaRef ds:uri="http://schemas.microsoft.com/office/2006/metadata/customXsn"/>
  </ds:schemaRefs>
</ds:datastoreItem>
</file>

<file path=docProps/app.xml><?xml version="1.0" encoding="utf-8"?>
<Properties xmlns="http://schemas.openxmlformats.org/officeDocument/2006/extended-properties" xmlns:vt="http://schemas.openxmlformats.org/officeDocument/2006/docPropsVTypes">
  <TotalTime>531</TotalTime>
  <Words>169</Words>
  <Application>Microsoft Office PowerPoint</Application>
  <PresentationFormat>Widescreen</PresentationFormat>
  <Paragraphs>16</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Aptos</vt:lpstr>
      <vt:lpstr>Aptos Display</vt:lpstr>
      <vt:lpstr>Arial</vt:lpstr>
      <vt:lpstr>Symbol</vt:lpstr>
      <vt:lpstr>Office Theme</vt:lpstr>
      <vt:lpstr>Whitney – Business Central Implementation And Integration with Microsoft Dynamics CRM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Microsoft – XBOX Customer Support Dynamics 365</dc:title>
  <dc:creator>Evaldas Mencinskas</dc:creator>
  <cp:lastModifiedBy>Gordan Zagorac</cp:lastModifiedBy>
  <cp:revision>10</cp:revision>
  <dcterms:created xsi:type="dcterms:W3CDTF">2024-05-30T09:06:53Z</dcterms:created>
  <dcterms:modified xsi:type="dcterms:W3CDTF">2025-09-29T09:04:02Z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ies>
</file>