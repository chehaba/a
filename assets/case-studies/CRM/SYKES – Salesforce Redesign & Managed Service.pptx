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108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0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11" Type="http://schemas.openxmlformats.org/officeDocument/2006/relationships/customXml" Target="../customXml/item4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8D7E14-D2AA-4680-98DC-3EF60F7F0327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B25FDC-FDF5-433B-821E-5AB3420566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716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54050" y="1162050"/>
            <a:ext cx="5573713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1722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E3F6CF-073A-4B4F-A2B7-08B9C7DBCB9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17226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1868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90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41" y="2938387"/>
            <a:ext cx="7988613" cy="537931"/>
          </a:xfrm>
        </p:spPr>
        <p:txBody>
          <a:bodyPr wrap="none" anchor="t" anchorCtr="0">
            <a:noAutofit/>
          </a:bodyPr>
          <a:lstStyle>
            <a:lvl1pPr algn="l">
              <a:defRPr sz="2745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353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1961"/>
            </a:lvl2pPr>
            <a:lvl3pPr marL="896533" indent="0" algn="ctr">
              <a:buNone/>
              <a:defRPr sz="1765"/>
            </a:lvl3pPr>
            <a:lvl4pPr marL="1344800" indent="0" algn="ctr">
              <a:buNone/>
              <a:defRPr sz="1569"/>
            </a:lvl4pPr>
            <a:lvl5pPr marL="1793067" indent="0" algn="ctr">
              <a:buNone/>
              <a:defRPr sz="1569"/>
            </a:lvl5pPr>
            <a:lvl6pPr marL="2241334" indent="0" algn="ctr">
              <a:buNone/>
              <a:defRPr sz="1569"/>
            </a:lvl6pPr>
            <a:lvl7pPr marL="2689600" indent="0" algn="ctr">
              <a:buNone/>
              <a:defRPr sz="1569"/>
            </a:lvl7pPr>
            <a:lvl8pPr marL="3137867" indent="0" algn="ctr">
              <a:buNone/>
              <a:defRPr sz="1569"/>
            </a:lvl8pPr>
            <a:lvl9pPr marL="3586133" indent="0" algn="ctr">
              <a:buNone/>
              <a:defRPr sz="156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EB5FE165-096F-487F-8435-22B7C977BBAC}" type="datetime1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939" y="2209472"/>
            <a:ext cx="1942773" cy="5043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965F55-11BA-49A6-947C-F5315306624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762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B62FE56-11BB-4F56-957C-E2741DC5B8BB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90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C680771-E145-494A-AF5F-BDE0DE15568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938387"/>
            <a:ext cx="11430000" cy="537931"/>
          </a:xfrm>
        </p:spPr>
        <p:txBody>
          <a:bodyPr wrap="none" anchor="t" anchorCtr="0">
            <a:noAutofit/>
          </a:bodyPr>
          <a:lstStyle>
            <a:lvl1pPr algn="l">
              <a:defRPr sz="2745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353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1961"/>
            </a:lvl2pPr>
            <a:lvl3pPr marL="896533" indent="0" algn="ctr">
              <a:buNone/>
              <a:defRPr sz="1765"/>
            </a:lvl3pPr>
            <a:lvl4pPr marL="1344800" indent="0" algn="ctr">
              <a:buNone/>
              <a:defRPr sz="1569"/>
            </a:lvl4pPr>
            <a:lvl5pPr marL="1793067" indent="0" algn="ctr">
              <a:buNone/>
              <a:defRPr sz="1569"/>
            </a:lvl5pPr>
            <a:lvl6pPr marL="2241334" indent="0" algn="ctr">
              <a:buNone/>
              <a:defRPr sz="1569"/>
            </a:lvl6pPr>
            <a:lvl7pPr marL="2689600" indent="0" algn="ctr">
              <a:buNone/>
              <a:defRPr sz="1569"/>
            </a:lvl7pPr>
            <a:lvl8pPr marL="3137867" indent="0" algn="ctr">
              <a:buNone/>
              <a:defRPr sz="1569"/>
            </a:lvl8pPr>
            <a:lvl9pPr marL="3586133" indent="0" algn="ctr">
              <a:buNone/>
              <a:defRPr sz="156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BA5D076-475A-402B-BFB3-BCB1DB0975A0}" type="datetime1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1B8082-4CA1-4814-AD91-104B286330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353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AC98557-C9EF-46C0-ACD8-4FD2354926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AE75BB-1AD1-46D5-8E07-38E7D1FB92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7A68257-B1D1-45B7-A765-50CDBCA3FD86}" type="datetime1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AC7F00A-F86F-4137-BF70-C36BF607941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338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B7FDDA0-9A72-4EF9-A2D2-0E17F0F1CF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E89F687-D33C-4157-BC5C-7A3EB7EF9B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266700"/>
            <a:ext cx="10515211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143000"/>
            <a:ext cx="10515211" cy="435045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2pPr>
            <a:lvl3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3pPr>
            <a:lvl4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4pPr>
            <a:lvl5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EFB58377-F27B-4099-8D07-8CC83E9FF8E3}" type="datetime1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937B85-B95A-4743-A758-7FD5A4CDD6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762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5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https://s-media-cache-ak0.pinimg.com/originals/56/3f/a2/563fa26398dc80e6c5b03695b4b05951.jpg">
            <a:extLst>
              <a:ext uri="{FF2B5EF4-FFF2-40B4-BE49-F238E27FC236}">
                <a16:creationId xmlns:a16="http://schemas.microsoft.com/office/drawing/2014/main" id="{2E825CFE-0636-45FA-8A13-E6196B14C8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143000"/>
            <a:ext cx="12192000" cy="940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AE75BB-1AD1-46D5-8E07-38E7D1FB92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86C74676-92AB-4545-938B-1B69D80DB240}" type="datetime1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AEF935-9427-4AC1-8E61-AE96D9F348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770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bg>
      <p:bgPr>
        <a:solidFill>
          <a:srgbClr val="0096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198E95B-5C91-4D5C-A2D1-6735F60790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0949" b="742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369CD0C-8BF2-4E3E-8C85-09B075B0434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724400"/>
            <a:ext cx="10515210" cy="1524000"/>
          </a:xfrm>
        </p:spPr>
        <p:txBody>
          <a:bodyPr/>
          <a:lstStyle>
            <a:lvl1pPr marL="0" indent="0">
              <a:buNone/>
              <a:defRPr sz="2353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7A0B79CA-C4D9-4908-8B03-07B20BD050DE}" type="datetime1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57600"/>
            <a:ext cx="10668000" cy="914400"/>
          </a:xfrm>
        </p:spPr>
        <p:txBody>
          <a:bodyPr tIns="91440" bIns="91440"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D36EFAE-173A-431F-8B79-18B410985F9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126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73"/>
          <a:stretch/>
        </p:blipFill>
        <p:spPr>
          <a:xfrm>
            <a:off x="-2390669" y="-1"/>
            <a:ext cx="14582669" cy="6858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2E6861D-08F0-455C-ABA0-53DFF2F796CF}" type="datetime1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rgbClr val="004E59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14EBA0-C440-4D49-AAB8-E1ECDF6B67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583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Section Header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1" y="3"/>
            <a:ext cx="12192000" cy="68580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9A828875-DE2A-4007-BCB0-00064EAA777B}" type="datetime1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980723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EC61EA-4242-4C46-82F7-F70F2018C8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551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F79BA1C-FAB8-4D2A-946A-62324E933EF1}" type="datetime1">
              <a:rPr lang="en-US" smtClean="0"/>
              <a:t>3/12/2024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55EA-DF61-4D1D-A390-A2A781A27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936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8FB3B390-3D70-4147-B0BB-53F5951107F8}" type="datetime1">
              <a:rPr lang="en-US" smtClean="0"/>
              <a:t>3/12/2024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6580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55EA-DF61-4D1D-A390-A2A781A27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885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11430000" cy="4350456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6ABAB9D-96B1-4270-A3E0-6D838C6F3255}" type="datetime1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8DF217-1EAD-4B4A-A2F2-041F388DEC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0163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76400"/>
            <a:ext cx="5334000" cy="44196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1CAA8423-91F7-4752-B324-734304431281}" type="datetime1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219200"/>
            <a:ext cx="5334000" cy="322792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414025-9975-41E8-9FC5-0DF320B942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014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76400"/>
            <a:ext cx="9601200" cy="762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39BA845-8FAA-4FA8-BB03-FCE823510A90}" type="datetime1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800" y="12192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563948A-318B-4390-8E4D-036A81F512A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209800" y="2819400"/>
            <a:ext cx="9639298" cy="636793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000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AD0E7F6-4B25-41E6-A3A0-23177BB063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09800" y="2514600"/>
            <a:ext cx="1752408" cy="2286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1167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4AA2593-D531-4835-B3BF-CF108C3D1C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1219200"/>
            <a:ext cx="1524000" cy="1524000"/>
          </a:xfrm>
        </p:spPr>
        <p:txBody>
          <a:bodyPr tIns="91440" bIns="91440"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8B1E0DD-9C3B-4861-B9C7-658DE1B3A2CA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2220383" y="4267200"/>
            <a:ext cx="9601200" cy="6096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3A6FE795-7232-4C2C-8253-3E63F346E6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220383" y="38100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A996FAC-27FD-4D72-8742-3B3D6FBFA47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2220384" y="5410200"/>
            <a:ext cx="9639298" cy="636793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000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9DA342-ABBC-4773-9620-733BFF8A707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220384" y="5105400"/>
            <a:ext cx="1752408" cy="2286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1167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2AF7EB96-A3DC-4327-A2E2-7EB91E2FCB1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28600" y="3810000"/>
            <a:ext cx="1524000" cy="1524000"/>
          </a:xfrm>
        </p:spPr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1F3262B-E782-4905-B1B0-ADB41E7F3494}"/>
              </a:ext>
            </a:extLst>
          </p:cNvPr>
          <p:cNvCxnSpPr/>
          <p:nvPr userDrawn="1"/>
        </p:nvCxnSpPr>
        <p:spPr>
          <a:xfrm flipV="1">
            <a:off x="2159689" y="3581401"/>
            <a:ext cx="7872622" cy="66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305D7476-B275-42B6-8D7C-A4A0C2F78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8734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76400"/>
            <a:ext cx="9601200" cy="46482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C406F59A-4A5A-4738-AC03-C9914EA55E29}" type="datetime1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800" y="12192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4AA2593-D531-4835-B3BF-CF108C3D1C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1219200"/>
            <a:ext cx="1524000" cy="1524000"/>
          </a:xfrm>
        </p:spPr>
        <p:txBody>
          <a:bodyPr tIns="91440" bIns="91440"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05D7476-B275-42B6-8D7C-A4A0C2F78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8942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77C5F32E-87BC-41F1-B9F5-46E5C7195E2E}" type="datetime1">
              <a:rPr lang="en-US" smtClean="0"/>
              <a:t>3/12/2024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0997080" cy="533400"/>
          </a:xfrm>
        </p:spPr>
        <p:txBody>
          <a:bodyPr tIns="91440" bIns="91440"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95999" y="1219200"/>
            <a:ext cx="0" cy="495300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914400" y="3578424"/>
            <a:ext cx="106680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80999" y="12192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C2313EE-4E04-435C-9E05-266AC0400A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3AE54BA5-9B86-4728-A69D-A321E93984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0" y="12192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920F2E92-1F2E-4441-B0DE-CFEB5FE92A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1583" y="38100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72231F7B-8ACB-4A68-883B-D5361B594F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87583" y="38100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63052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C933DAD-64FD-4C29-9D9B-272B0C756FD1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lIns="91440" tIns="91440" r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219199"/>
            <a:ext cx="5334000" cy="4953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7000" y="1219199"/>
            <a:ext cx="5334000" cy="4953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89D8D96-9103-4B38-8327-0EA0FFD24152}" type="datetime1">
              <a:rPr lang="en-US" smtClean="0"/>
              <a:t>3/12/2024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F32470-D5C9-4EB9-BF19-627B706D99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6925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01256AD-643F-4750-86FB-FD02C1741CFB}"/>
              </a:ext>
            </a:extLst>
          </p:cNvPr>
          <p:cNvSpPr/>
          <p:nvPr userDrawn="1"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04E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681035"/>
            <a:ext cx="5334000" cy="823397"/>
          </a:xfrm>
        </p:spPr>
        <p:txBody>
          <a:bodyPr anchor="b"/>
          <a:lstStyle>
            <a:lvl1pPr marL="0" indent="0">
              <a:buNone/>
              <a:defRPr sz="2353" b="1">
                <a:latin typeface="+mj-lt"/>
              </a:defRPr>
            </a:lvl1pPr>
            <a:lvl2pPr marL="448267" indent="0">
              <a:buNone/>
              <a:defRPr sz="1961" b="1"/>
            </a:lvl2pPr>
            <a:lvl3pPr marL="896533" indent="0">
              <a:buNone/>
              <a:defRPr sz="1765" b="1"/>
            </a:lvl3pPr>
            <a:lvl4pPr marL="1344800" indent="0">
              <a:buNone/>
              <a:defRPr sz="1569" b="1"/>
            </a:lvl4pPr>
            <a:lvl5pPr marL="1793067" indent="0">
              <a:buNone/>
              <a:defRPr sz="1569" b="1"/>
            </a:lvl5pPr>
            <a:lvl6pPr marL="2241334" indent="0">
              <a:buNone/>
              <a:defRPr sz="1569" b="1"/>
            </a:lvl6pPr>
            <a:lvl7pPr marL="2689600" indent="0">
              <a:buNone/>
              <a:defRPr sz="1569" b="1"/>
            </a:lvl7pPr>
            <a:lvl8pPr marL="3137867" indent="0">
              <a:buNone/>
              <a:defRPr sz="1569" b="1"/>
            </a:lvl8pPr>
            <a:lvl9pPr marL="3586133" indent="0">
              <a:buNone/>
              <a:defRPr sz="156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504431"/>
            <a:ext cx="5334000" cy="36858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Segoe UI" panose="020B0502040204020203" pitchFamily="34" charset="0"/>
              </a:defRPr>
            </a:lvl1pPr>
            <a:lvl2pPr marL="448266" indent="0">
              <a:buNone/>
              <a:defRPr>
                <a:latin typeface="Segoe UI" panose="020B0502040204020203" pitchFamily="34" charset="0"/>
              </a:defRPr>
            </a:lvl2pPr>
            <a:lvl3pPr marL="896533" indent="0">
              <a:buNone/>
              <a:defRPr>
                <a:latin typeface="Segoe UI" panose="020B0502040204020203" pitchFamily="34" charset="0"/>
              </a:defRPr>
            </a:lvl3pPr>
            <a:lvl4pPr marL="1344800" indent="0">
              <a:buNone/>
              <a:defRPr>
                <a:latin typeface="Segoe UI" panose="020B0502040204020203" pitchFamily="34" charset="0"/>
              </a:defRPr>
            </a:lvl4pPr>
            <a:lvl5pPr marL="1793067" indent="0">
              <a:buNone/>
              <a:defRPr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7000" y="1681035"/>
            <a:ext cx="5334000" cy="823397"/>
          </a:xfrm>
        </p:spPr>
        <p:txBody>
          <a:bodyPr anchor="b"/>
          <a:lstStyle>
            <a:lvl1pPr marL="0" indent="0">
              <a:buNone/>
              <a:defRPr sz="2353" b="1">
                <a:latin typeface="+mj-lt"/>
              </a:defRPr>
            </a:lvl1pPr>
            <a:lvl2pPr marL="448267" indent="0">
              <a:buNone/>
              <a:defRPr sz="1961" b="1"/>
            </a:lvl2pPr>
            <a:lvl3pPr marL="896533" indent="0">
              <a:buNone/>
              <a:defRPr sz="1765" b="1"/>
            </a:lvl3pPr>
            <a:lvl4pPr marL="1344800" indent="0">
              <a:buNone/>
              <a:defRPr sz="1569" b="1"/>
            </a:lvl4pPr>
            <a:lvl5pPr marL="1793067" indent="0">
              <a:buNone/>
              <a:defRPr sz="1569" b="1"/>
            </a:lvl5pPr>
            <a:lvl6pPr marL="2241334" indent="0">
              <a:buNone/>
              <a:defRPr sz="1569" b="1"/>
            </a:lvl6pPr>
            <a:lvl7pPr marL="2689600" indent="0">
              <a:buNone/>
              <a:defRPr sz="1569" b="1"/>
            </a:lvl7pPr>
            <a:lvl8pPr marL="3137867" indent="0">
              <a:buNone/>
              <a:defRPr sz="1569" b="1"/>
            </a:lvl8pPr>
            <a:lvl9pPr marL="3586133" indent="0">
              <a:buNone/>
              <a:defRPr sz="156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7000" y="2504431"/>
            <a:ext cx="5334000" cy="36858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Segoe UI" panose="020B0502040204020203" pitchFamily="34" charset="0"/>
              </a:defRPr>
            </a:lvl1pPr>
            <a:lvl2pPr marL="448266" indent="0">
              <a:buNone/>
              <a:defRPr>
                <a:latin typeface="Segoe UI" panose="020B0502040204020203" pitchFamily="34" charset="0"/>
              </a:defRPr>
            </a:lvl2pPr>
            <a:lvl3pPr marL="896533" indent="0">
              <a:buNone/>
              <a:defRPr>
                <a:latin typeface="Segoe UI" panose="020B0502040204020203" pitchFamily="34" charset="0"/>
              </a:defRPr>
            </a:lvl3pPr>
            <a:lvl4pPr marL="1344800" indent="0">
              <a:buNone/>
              <a:defRPr>
                <a:latin typeface="Segoe UI" panose="020B0502040204020203" pitchFamily="34" charset="0"/>
              </a:defRPr>
            </a:lvl4pPr>
            <a:lvl5pPr marL="1793067" indent="0">
              <a:buNone/>
              <a:defRPr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093AED9-3F5E-41D4-9FAD-F29D941B4B0A}" type="datetime1">
              <a:rPr lang="en-US" smtClean="0"/>
              <a:t>3/12/2024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C4B624-09C9-4734-9996-D8363B05C6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299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50B76160-1DEB-464C-9113-9118CF4A908A}" type="datetime1">
              <a:rPr lang="en-US" smtClean="0"/>
              <a:t>3/12/2024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699787-C03F-45A9-825C-0DE0DCF4B9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1807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4273" y="2689656"/>
            <a:ext cx="3259815" cy="537931"/>
          </a:xfrm>
        </p:spPr>
        <p:txBody>
          <a:bodyPr wrap="none" anchor="t" anchorCtr="0">
            <a:noAutofit/>
          </a:bodyPr>
          <a:lstStyle>
            <a:lvl1pPr algn="r">
              <a:defRPr sz="3530">
                <a:solidFill>
                  <a:srgbClr val="E45A1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14273" y="3317243"/>
            <a:ext cx="3259815" cy="1656131"/>
          </a:xfrm>
        </p:spPr>
        <p:txBody>
          <a:bodyPr>
            <a:normAutofit/>
          </a:bodyPr>
          <a:lstStyle>
            <a:lvl1pPr marL="0" indent="0" algn="r">
              <a:buNone/>
              <a:defRPr sz="1765">
                <a:solidFill>
                  <a:srgbClr val="E45A1E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1961"/>
            </a:lvl2pPr>
            <a:lvl3pPr marL="896533" indent="0" algn="ctr">
              <a:buNone/>
              <a:defRPr sz="1765"/>
            </a:lvl3pPr>
            <a:lvl4pPr marL="1344800" indent="0" algn="ctr">
              <a:buNone/>
              <a:defRPr sz="1569"/>
            </a:lvl4pPr>
            <a:lvl5pPr marL="1793067" indent="0" algn="ctr">
              <a:buNone/>
              <a:defRPr sz="1569"/>
            </a:lvl5pPr>
            <a:lvl6pPr marL="2241334" indent="0" algn="ctr">
              <a:buNone/>
              <a:defRPr sz="1569"/>
            </a:lvl6pPr>
            <a:lvl7pPr marL="2689600" indent="0" algn="ctr">
              <a:buNone/>
              <a:defRPr sz="1569"/>
            </a:lvl7pPr>
            <a:lvl8pPr marL="3137867" indent="0" algn="ctr">
              <a:buNone/>
              <a:defRPr sz="1569"/>
            </a:lvl8pPr>
            <a:lvl9pPr marL="3586133" indent="0" algn="ctr">
              <a:buNone/>
              <a:defRPr sz="156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1C78B21-3C28-439F-BCD3-284714CB9E0C}" type="datetime1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096002" y="1"/>
            <a:ext cx="6095999" cy="6857999"/>
          </a:xfrm>
          <a:prstGeom prst="rect">
            <a:avLst/>
          </a:prstGeom>
          <a:solidFill>
            <a:srgbClr val="004E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92">
              <a:latin typeface="Segoe UI" panose="020B0502040204020203" pitchFamily="34" charset="0"/>
            </a:endParaRPr>
          </a:p>
        </p:txBody>
      </p:sp>
      <p:pic>
        <p:nvPicPr>
          <p:cNvPr id="8" name="Picture 7" descr="affirmastudios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66624" y="2689656"/>
            <a:ext cx="2204778" cy="56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4255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7541201-DC49-46F2-AC4F-0D60C1F63406}" type="datetime1">
              <a:rPr lang="en-US" smtClean="0"/>
              <a:t>3/12/2024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1D8278-5719-41B5-BA0B-62F901BD5A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4805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Pr>
        <a:solidFill>
          <a:srgbClr val="E45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198244D-535E-48C4-8BC9-904AE7DD5AF1}" type="datetime1">
              <a:rPr lang="en-US" smtClean="0"/>
              <a:t>3/12/2024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DC3FBF-8EF6-411E-AA4F-268641FD25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5481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858EA56-0E20-4ACC-A046-BE609E544847}" type="datetime1">
              <a:rPr lang="en-US" smtClean="0"/>
              <a:t>3/12/2024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2C415-13F0-4D24-97F3-4AB707C098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00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470" y="457615"/>
            <a:ext cx="3932568" cy="1600096"/>
          </a:xfrm>
        </p:spPr>
        <p:txBody>
          <a:bodyPr anchor="b"/>
          <a:lstStyle>
            <a:lvl1pPr>
              <a:defRPr sz="313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937" y="986833"/>
            <a:ext cx="6171746" cy="4873445"/>
          </a:xfrm>
        </p:spPr>
        <p:txBody>
          <a:bodyPr/>
          <a:lstStyle>
            <a:lvl1pPr marL="0" indent="0">
              <a:buNone/>
              <a:defRPr sz="3137">
                <a:latin typeface="Segoe UI" panose="020B0502040204020203" pitchFamily="34" charset="0"/>
              </a:defRPr>
            </a:lvl1pPr>
            <a:lvl2pPr marL="448267" indent="0">
              <a:buNone/>
              <a:defRPr sz="2745"/>
            </a:lvl2pPr>
            <a:lvl3pPr marL="896533" indent="0">
              <a:buNone/>
              <a:defRPr sz="2353"/>
            </a:lvl3pPr>
            <a:lvl4pPr marL="1344800" indent="0">
              <a:buNone/>
              <a:defRPr sz="1961"/>
            </a:lvl4pPr>
            <a:lvl5pPr marL="1793067" indent="0">
              <a:buNone/>
              <a:defRPr sz="1961"/>
            </a:lvl5pPr>
            <a:lvl6pPr marL="2241334" indent="0">
              <a:buNone/>
              <a:defRPr sz="1961"/>
            </a:lvl6pPr>
            <a:lvl7pPr marL="2689600" indent="0">
              <a:buNone/>
              <a:defRPr sz="1961"/>
            </a:lvl7pPr>
            <a:lvl8pPr marL="3137867" indent="0">
              <a:buNone/>
              <a:defRPr sz="1961"/>
            </a:lvl8pPr>
            <a:lvl9pPr marL="3586133" indent="0">
              <a:buNone/>
              <a:defRPr sz="1961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470" y="2057712"/>
            <a:ext cx="3932568" cy="3811903"/>
          </a:xfrm>
        </p:spPr>
        <p:txBody>
          <a:bodyPr/>
          <a:lstStyle>
            <a:lvl1pPr marL="0" indent="0">
              <a:buNone/>
              <a:defRPr sz="1569">
                <a:latin typeface="Segoe UI" panose="020B0502040204020203" pitchFamily="34" charset="0"/>
              </a:defRPr>
            </a:lvl1pPr>
            <a:lvl2pPr marL="448267" indent="0">
              <a:buNone/>
              <a:defRPr sz="1372"/>
            </a:lvl2pPr>
            <a:lvl3pPr marL="896533" indent="0">
              <a:buNone/>
              <a:defRPr sz="1177"/>
            </a:lvl3pPr>
            <a:lvl4pPr marL="1344800" indent="0">
              <a:buNone/>
              <a:defRPr sz="981"/>
            </a:lvl4pPr>
            <a:lvl5pPr marL="1793067" indent="0">
              <a:buNone/>
              <a:defRPr sz="981"/>
            </a:lvl5pPr>
            <a:lvl6pPr marL="2241334" indent="0">
              <a:buNone/>
              <a:defRPr sz="981"/>
            </a:lvl6pPr>
            <a:lvl7pPr marL="2689600" indent="0">
              <a:buNone/>
              <a:defRPr sz="981"/>
            </a:lvl7pPr>
            <a:lvl8pPr marL="3137867" indent="0">
              <a:buNone/>
              <a:defRPr sz="981"/>
            </a:lvl8pPr>
            <a:lvl9pPr marL="3586133" indent="0">
              <a:buNone/>
              <a:defRPr sz="98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F0CBE8F-8AA2-4859-BE6D-C213C1FEDA0E}" type="datetime1">
              <a:rPr lang="en-US" smtClean="0"/>
              <a:t>3/12/2024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45280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1000" y="1432830"/>
            <a:ext cx="11430000" cy="4350456"/>
          </a:xfrm>
        </p:spPr>
        <p:txBody>
          <a:bodyPr vert="horz" lIns="91440" tIns="91440" rIns="91440" bIns="91440" rtlCol="0">
            <a:noAutofit/>
          </a:bodyPr>
          <a:lstStyle>
            <a:lvl1pPr>
              <a:defRPr lang="en-US" dirty="0" smtClean="0">
                <a:latin typeface="Segoe UI" panose="020B0502040204020203" pitchFamily="34" charset="0"/>
              </a:defRPr>
            </a:lvl1pPr>
            <a:lvl2pPr>
              <a:defRPr lang="en-US" dirty="0" smtClean="0">
                <a:latin typeface="Segoe UI" panose="020B0502040204020203" pitchFamily="34" charset="0"/>
              </a:defRPr>
            </a:lvl2pPr>
            <a:lvl3pPr>
              <a:defRPr lang="en-US" dirty="0" smtClean="0">
                <a:latin typeface="Segoe UI" panose="020B0502040204020203" pitchFamily="34" charset="0"/>
              </a:defRPr>
            </a:lvl3pPr>
            <a:lvl4pPr>
              <a:defRPr lang="en-US" dirty="0" smtClean="0">
                <a:latin typeface="Segoe UI" panose="020B0502040204020203" pitchFamily="34" charset="0"/>
              </a:defRPr>
            </a:lvl4pPr>
            <a:lvl5pPr>
              <a:defRPr lang="en-US" dirty="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381000" y="1021080"/>
            <a:ext cx="11487856" cy="228535"/>
          </a:xfrm>
        </p:spPr>
        <p:txBody>
          <a:bodyPr lIns="9144" tIns="0" rIns="0" bIns="0">
            <a:spAutoFit/>
          </a:bodyPr>
          <a:lstStyle>
            <a:lvl1pPr marL="0" indent="0">
              <a:buNone/>
              <a:defRPr sz="1650" spc="-14" baseline="0">
                <a:solidFill>
                  <a:schemeClr val="accent2"/>
                </a:solidFill>
                <a:latin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33816" y="6270900"/>
            <a:ext cx="10739714" cy="4283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8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727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0997830-EF50-B643-B994-D997482F2707}"/>
              </a:ext>
            </a:extLst>
          </p:cNvPr>
          <p:cNvSpPr/>
          <p:nvPr userDrawn="1"/>
        </p:nvSpPr>
        <p:spPr>
          <a:xfrm>
            <a:off x="6085837" y="0"/>
            <a:ext cx="6106163" cy="6857999"/>
          </a:xfrm>
          <a:prstGeom prst="rect">
            <a:avLst/>
          </a:prstGeom>
          <a:solidFill>
            <a:srgbClr val="008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2855A5-7553-0742-89D9-7FDDEAC1224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22804" y="3046804"/>
            <a:ext cx="4415756" cy="1911276"/>
          </a:xfrm>
        </p:spPr>
        <p:txBody>
          <a:bodyPr anchor="t">
            <a:normAutofit/>
          </a:bodyPr>
          <a:lstStyle>
            <a:lvl1pPr algn="l">
              <a:defRPr sz="4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Title Placeholder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A06EB43-50DE-5C43-AAC6-9C2DB54E88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5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949" t="2727" r="40534" b="23812"/>
          <a:stretch/>
        </p:blipFill>
        <p:spPr>
          <a:xfrm rot="5400000">
            <a:off x="7580032" y="2995634"/>
            <a:ext cx="3127936" cy="6096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342920-A5B1-934D-ADB8-26E82483F9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41818" y="1945416"/>
            <a:ext cx="4396742" cy="769915"/>
          </a:xfrm>
        </p:spPr>
        <p:txBody>
          <a:bodyPr/>
          <a:lstStyle>
            <a:lvl1pPr marL="0" indent="0">
              <a:buNone/>
              <a:defRPr sz="5600" b="0" i="0" spc="600">
                <a:solidFill>
                  <a:srgbClr val="FFD8A5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738563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143000"/>
            <a:ext cx="114300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1" y="6356806"/>
            <a:ext cx="2743459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7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6C1EC331-590E-4679-816A-DCB458BBD7AB}" type="datetime1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408" y="6356806"/>
            <a:ext cx="4115189" cy="364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7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77600" y="6356805"/>
            <a:ext cx="5334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7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231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sldNum="0" hdr="0" ftr="0" dt="0"/>
  <p:txStyles>
    <p:titleStyle>
      <a:lvl1pPr algn="l" defTabSz="896533" rtl="0" eaLnBrk="1" latinLnBrk="0" hangingPunct="1">
        <a:lnSpc>
          <a:spcPct val="90000"/>
        </a:lnSpc>
        <a:spcBef>
          <a:spcPct val="0"/>
        </a:spcBef>
        <a:buNone/>
        <a:defRPr sz="33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4134" indent="-224134" algn="l" defTabSz="896533" rtl="0" eaLnBrk="1" latinLnBrk="0" hangingPunct="1">
        <a:lnSpc>
          <a:spcPct val="90000"/>
        </a:lnSpc>
        <a:spcBef>
          <a:spcPts val="981"/>
        </a:spcBef>
        <a:buFont typeface="Arial" panose="020B0604020202020204" pitchFamily="34" charset="0"/>
        <a:buChar char="•"/>
        <a:defRPr sz="1961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1pPr>
      <a:lvl2pPr marL="6724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2pPr>
      <a:lvl3pPr marL="1120667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569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3pPr>
      <a:lvl4pPr marL="1568933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372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4pPr>
      <a:lvl5pPr marL="20172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372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5pPr>
      <a:lvl6pPr marL="2465466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913733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3620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810267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48267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896533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344800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4pPr>
      <a:lvl5pPr marL="1793067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5pPr>
      <a:lvl6pPr marL="2241334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689600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137867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586133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2">
          <p15:clr>
            <a:srgbClr val="F26B43"/>
          </p15:clr>
        </p15:guide>
        <p15:guide id="2" pos="46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88F94-B25D-4165-A05B-C919FE124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SYKES – Salesforce Redesign &amp; Managed Service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7E7440-243D-4314-97FF-1FC3D4DEC54E}"/>
              </a:ext>
            </a:extLst>
          </p:cNvPr>
          <p:cNvSpPr txBox="1"/>
          <p:nvPr/>
        </p:nvSpPr>
        <p:spPr>
          <a:xfrm>
            <a:off x="538370" y="1342694"/>
            <a:ext cx="6363805" cy="2411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768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67" b="1" i="0" u="none" strike="noStrike" kern="1200" cap="none" spc="0" normalizeH="0" baseline="0" noProof="0">
                <a:ln>
                  <a:noFill/>
                </a:ln>
                <a:solidFill>
                  <a:srgbClr val="0096A9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Business Need</a:t>
            </a:r>
            <a:endParaRPr kumimoji="0" lang="en-US" sz="266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976845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50" b="0" i="0" u="none" strike="noStrike" kern="1200" cap="none" spc="0" normalizeH="0" baseline="0" noProof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A $1.5B leader in enterprise Business Process Outsourcing, SYKES came to Affirma for support in completely redesigning their Salesforce environment and business process across a global user base. Their Salesforce environment had been implemented and maintained with poor architecture, weak data integrity, and a fragmented user experience. </a:t>
            </a:r>
            <a:endParaRPr kumimoji="0" lang="en-US" sz="17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C9D2C9-1394-4E6F-906A-05A8C185F0A2}"/>
              </a:ext>
            </a:extLst>
          </p:cNvPr>
          <p:cNvSpPr txBox="1"/>
          <p:nvPr/>
        </p:nvSpPr>
        <p:spPr>
          <a:xfrm>
            <a:off x="538370" y="3861332"/>
            <a:ext cx="11115261" cy="2625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768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67" b="1" i="0" u="none" strike="noStrike" kern="1200" cap="none" spc="0" normalizeH="0" baseline="0" noProof="0">
                <a:ln>
                  <a:noFill/>
                </a:ln>
                <a:solidFill>
                  <a:srgbClr val="0096A9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Scope of Partnership</a:t>
            </a:r>
            <a:endParaRPr kumimoji="0" lang="en-US" sz="2667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38115" marR="0" lvl="0" indent="-238115" algn="l" defTabSz="976845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Capturing and defining business/functional requirements </a:t>
            </a:r>
          </a:p>
          <a:p>
            <a:pPr marL="0" marR="0" lvl="0" indent="0" algn="l" defTabSz="976845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   from 40 immediate stakeholders to support hundreds of end users. </a:t>
            </a:r>
          </a:p>
          <a:p>
            <a:pPr marL="238115" marR="0" lvl="0" indent="-238115" algn="l" defTabSz="976845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Technical Approach &amp; Architecture Design: Full redesign of </a:t>
            </a:r>
            <a:r>
              <a:rPr kumimoji="0" lang="en-US" sz="17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Sales Cloud</a:t>
            </a:r>
            <a:r>
              <a:rPr kumimoji="0" lang="en-US" sz="17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,</a:t>
            </a:r>
          </a:p>
          <a:p>
            <a:pPr marL="0" marR="0" lvl="0" indent="0" algn="l" defTabSz="976845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   migration from existing org to new org along with </a:t>
            </a:r>
            <a:r>
              <a:rPr kumimoji="0" lang="en-US" sz="17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conversion from Classic to Lighting Experience</a:t>
            </a:r>
            <a:r>
              <a:rPr kumimoji="0" lang="en-US" sz="17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. </a:t>
            </a:r>
          </a:p>
          <a:p>
            <a:pPr marL="238115" marR="0" lvl="0" indent="-238115" algn="l" defTabSz="976845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Salesforce redesign, development, integration, deployment, and end user change management. </a:t>
            </a:r>
          </a:p>
          <a:p>
            <a:pPr marL="238115" marR="0" lvl="0" indent="-238115" algn="l" defTabSz="976845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Ongoing Quality Assurance &amp; UAT Support; Training for business leads, developers, and end users</a:t>
            </a:r>
          </a:p>
          <a:p>
            <a:pPr marL="238115" marR="0" lvl="0" indent="-238115" algn="l" defTabSz="976845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7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Ongoing managed service support with Business Analyst, Technical Lead, and Development teams.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730A322-A8E4-4DD9-84A0-FBC62BD8F5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8570" y="1128750"/>
            <a:ext cx="4540525" cy="3875388"/>
          </a:xfrm>
          <a:prstGeom prst="rect">
            <a:avLst/>
          </a:prstGeom>
        </p:spPr>
      </p:pic>
      <p:pic>
        <p:nvPicPr>
          <p:cNvPr id="21" name="Picture 4" descr="Image result for sykes logo">
            <a:extLst>
              <a:ext uri="{FF2B5EF4-FFF2-40B4-BE49-F238E27FC236}">
                <a16:creationId xmlns:a16="http://schemas.microsoft.com/office/drawing/2014/main" id="{51DB0FE7-BAC9-4D03-AAB7-EE94594172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953"/>
          <a:stretch/>
        </p:blipFill>
        <p:spPr bwMode="auto">
          <a:xfrm>
            <a:off x="10471796" y="267236"/>
            <a:ext cx="1339204" cy="494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779338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Affir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35A5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ffirma_QBR-CI_FY18 Q2_Prep(Updated)" id="{60F98659-98E9-4C4D-9310-9510EF3F70E3}" vid="{65065986-2AC3-4681-8D2A-70BCEC6AD53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40c5edf46ad0243c172d3e6a5f6fa751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f48774ae5cf6ccd45b30992fa6c2b457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usinessUnit xmlns="f0ee8362-fa7e-4bc9-ab88-7dcfb17cb19b">
      <Value>Customer Relationship Management</Value>
    </BusinessUnit>
    <Solutions xmlns="f0ee8362-fa7e-4bc9-ab88-7dcfb17cb19b" xsi:nil="true"/>
    <Industries xmlns="f0ee8362-fa7e-4bc9-ab88-7dcfb17cb19b">
      <Value>Services</Value>
      <Value>BPO</Value>
    </Industries>
    <Notes0 xmlns="f0ee8362-fa7e-4bc9-ab88-7dcfb17cb19b" xsi:nil="true"/>
    <Named_x0020_Account xmlns="f0ee8362-fa7e-4bc9-ab88-7dcfb17cb19b" xsi:nil="true"/>
    <PlatTech xmlns="f0ee8362-fa7e-4bc9-ab88-7dcfb17cb19b">
      <Value>Salesforce</Value>
    </PlatTech>
    <ApprovedByClient xmlns="f0ee8362-fa7e-4bc9-ab88-7dcfb17cb19b">false</ApprovedByClient>
    <ProjectCompletionDate xmlns="f0ee8362-fa7e-4bc9-ab88-7dcfb17cb19b" xsi:nil="true"/>
  </documentManagement>
</p:properties>
</file>

<file path=customXml/item4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Props1.xml><?xml version="1.0" encoding="utf-8"?>
<ds:datastoreItem xmlns:ds="http://schemas.openxmlformats.org/officeDocument/2006/customXml" ds:itemID="{86D0EDDD-9D7F-4055-BA44-A296D3DAE7CF}"/>
</file>

<file path=customXml/itemProps2.xml><?xml version="1.0" encoding="utf-8"?>
<ds:datastoreItem xmlns:ds="http://schemas.openxmlformats.org/officeDocument/2006/customXml" ds:itemID="{17753A82-F1E4-411F-B538-FB4C7D2F3F22}"/>
</file>

<file path=customXml/itemProps3.xml><?xml version="1.0" encoding="utf-8"?>
<ds:datastoreItem xmlns:ds="http://schemas.openxmlformats.org/officeDocument/2006/customXml" ds:itemID="{17D6ECDD-64A6-4DE6-8137-7B9BDE21B56D}"/>
</file>

<file path=customXml/itemProps4.xml><?xml version="1.0" encoding="utf-8"?>
<ds:datastoreItem xmlns:ds="http://schemas.openxmlformats.org/officeDocument/2006/customXml" ds:itemID="{F53B0E8A-383A-45F9-95C5-5F254BFF2191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</Words>
  <Application>Microsoft Office PowerPoint</Application>
  <PresentationFormat>Widescreen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Arial Narrow</vt:lpstr>
      <vt:lpstr>Calibri</vt:lpstr>
      <vt:lpstr>Segoe UI</vt:lpstr>
      <vt:lpstr>Segoe UI Light</vt:lpstr>
      <vt:lpstr>Segoe UI Semilight</vt:lpstr>
      <vt:lpstr>Custom Design</vt:lpstr>
      <vt:lpstr>SYKES – Salesforce Redesign &amp; Managed Service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SYKES – Salesforce Redesign &amp; Managed Service</dc:title>
  <dc:creator>Brendan Murphy</dc:creator>
  <cp:lastModifiedBy>Brendan Murphy</cp:lastModifiedBy>
  <cp:revision>1</cp:revision>
  <dcterms:created xsi:type="dcterms:W3CDTF">2024-03-12T20:44:36Z</dcterms:created>
  <dcterms:modified xsi:type="dcterms:W3CDTF">2024-03-12T20:45:24Z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