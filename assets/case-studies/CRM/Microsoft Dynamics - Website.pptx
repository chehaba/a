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2ab038f676384aa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2ab038f676384aa7" Type="http://schemas.openxmlformats.org/officeDocument/2006/relationships/slide" Target="/pp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cd643546e7b4669"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Dynamics Website</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Microsoft Dynamics Marketing team wanted to update its website to be consistent with Microsoft&amp;#39;s new branding guidelines.&lt;/p&gt;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&lt;li&gt;Affirma&amp;#39;s Creative Services department worked closely with Microsoft&amp;#39;s brand team to learn about the new style-guidelines. Our team constructed wireframes and built out a colorful design for the public-facing Dynamics website. This was one of the very first public-facing Microsoft sites to adopt the new style-guidelines.&lt;/li&gt;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&lt;p&gt;Affirma was praised for delivering a user-centered design, consistent with the updated Microsoft branding and style.&lt;/p&gt;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Creative</Value>
    </BusinessUnit>
    <Solutions xmlns="f0ee8362-fa7e-4bc9-ab88-7dcfb17cb19b">
      <Value>Websites</Value>
    </Solutions>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CE970E58-ABB5-4D45-B3F3-5101004F7D9A}"/>
</file>

<file path=customXml/itemProps2.xml><?xml version="1.0" encoding="utf-8"?>
<ds:datastoreItem xmlns:ds="http://schemas.openxmlformats.org/officeDocument/2006/customXml" ds:itemID="{9A6EFFF4-7212-405F-912F-2A9A7A498705}"/>
</file>

<file path=customXml/itemProps3.xml><?xml version="1.0" encoding="utf-8"?>
<ds:datastoreItem xmlns:ds="http://schemas.openxmlformats.org/officeDocument/2006/customXml" ds:itemID="{ABF397DE-A35C-4E17-AFB3-5A085402F339}"/>
</file>

<file path=customXml/itemProps4.xml><?xml version="1.0" encoding="utf-8"?>
<ds:datastoreItem xmlns:ds="http://schemas.openxmlformats.org/officeDocument/2006/customXml" ds:itemID="{1D2E5FA6-3646-41F8-A6FA-8F6D5C883E7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21100</vt:r8>
  </property>
  <property fmtid="{D5CDD505-2E9C-101B-9397-08002B2CF9AE}" pid="11" name="SO">
    <vt:lpwstr>10;#;#43;#;#44;#</vt:lpwstr>
  </property>
  <property fmtid="{D5CDD505-2E9C-101B-9397-08002B2CF9AE}" pid="12" name="xd_Signature">
    <vt:bool>false</vt:bool>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