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58519f6d511d426d"/>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58519f6d511d426d" Type="http://schemas.openxmlformats.org/officeDocument/2006/relationships/slide" Target="/ppt/slides/slide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0b7a2d8c8e544a9d"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Astound Commerce – Marketing Automation with Pardot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&lt;p&gt;Astound Commerce is a global consulting firm specializing in ecommerce solutions for enterprise organizations.&lt;br /&gt;
Astound came to Affirma looking to improve their marketing strategy and communication between sales and marketing teams. They weren&amp;rsquo;t effectively leveraging customer engagement data, and had no formal campaign strategy in place. They asked Affirma to help them select a marketing automation platform and support its implementation.&lt;/p&gt;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&lt;p&gt;Astound selected Pardot as their marketing automation platform. Affirma partnered with Salesforce&amp;rsquo;s Pardot Implementation team to support Astound during the project. Working in collaboration with Salesforce, Affirma helped align the Pardot solution to Astound&amp;rsquo;s business needs. Our team helped Astound pilot several different campaigns and begin measuring success; helping define customer segmentation, create landing pages and run campaigns across multiple channels. Astound saw immediate increases in lead conversion and has continued to successfully leverage Pardot since the launch.&lt;/p&gt;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&lt;blockquote&gt;
&lt;p&gt;&amp;ldquo;Our team at Pardot supported Astound Commerce during their implementation of the Pardot marketing automation platform. We partnered with Affirma in this effort to ensure continuity and success for the client. Collaborating with Affirma has had a huge impact on the success of Astound&amp;rsquo;s marketing automation initiative due to their deep knowledge of the client&amp;rsquo;s needs. Their expertise allowed for a seamless rollout of marketing campaigns using Pardot. I would definitely recommend Affirma.&amp;rdquo;&lt;/p&gt;
&lt;/blockquote&gt;
&lt;p&gt;Richard Felle | Implementation Specialist&lt;br /&gt;
Pardot, a Salesforce Company&lt;/p&gt;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Retail</Value>
      <Value>Services</Value>
    </Industries>
    <Notes0 xmlns="f0ee8362-fa7e-4bc9-ab88-7dcfb17cb19b" xsi:nil="true"/>
    <Named_x0020_Account xmlns="f0ee8362-fa7e-4bc9-ab88-7dcfb17cb19b" xsi:nil="true"/>
    <PlatTech xmlns="f0ee8362-fa7e-4bc9-ab88-7dcfb17cb19b">
      <Value>Salesforce Marketing Cloud</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460F60B-5E25-4C4B-BBA6-728035C1FC74}"/>
</file>

<file path=customXml/itemProps2.xml><?xml version="1.0" encoding="utf-8"?>
<ds:datastoreItem xmlns:ds="http://schemas.openxmlformats.org/officeDocument/2006/customXml" ds:itemID="{E66CD39D-437B-4B70-8B8A-77398D53BBF3}"/>
</file>

<file path=customXml/itemProps3.xml><?xml version="1.0" encoding="utf-8"?>
<ds:datastoreItem xmlns:ds="http://schemas.openxmlformats.org/officeDocument/2006/customXml" ds:itemID="{7A0178C4-FDA6-457A-AB90-0360C819BBFA}"/>
</file>

<file path=customXml/itemProps4.xml><?xml version="1.0" encoding="utf-8"?>
<ds:datastoreItem xmlns:ds="http://schemas.openxmlformats.org/officeDocument/2006/customXml" ds:itemID="{E8AAF714-7843-4A43-B1A9-5E601F3385FF}"/>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16700</vt:r8>
  </property>
  <property fmtid="{D5CDD505-2E9C-101B-9397-08002B2CF9AE}" pid="11" name="xd_Signature">
    <vt:bool>false</vt:bool>
  </property>
  <property fmtid="{D5CDD505-2E9C-101B-9397-08002B2CF9AE}" pid="12" name="SO">
    <vt:lpwstr>20;#;#19;#;#33;#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